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theme/theme2.xml" ContentType="application/vnd.openxmlformats-officedocument.them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theme/theme3.xml" ContentType="application/vnd.openxmlformats-officedocument.theme+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248.xml" ContentType="application/vnd.openxmlformats-officedocument.presentationml.tags+xml"/>
  <Override PartName="/ppt/notesSlides/notesSlide1.xml" ContentType="application/vnd.openxmlformats-officedocument.presentationml.notesSlide+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notesSlides/notesSlide2.xml" ContentType="application/vnd.openxmlformats-officedocument.presentationml.notesSlide+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notesSlides/notesSlide3.xml" ContentType="application/vnd.openxmlformats-officedocument.presentationml.notesSlide+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notesSlides/notesSlide4.xml" ContentType="application/vnd.openxmlformats-officedocument.presentationml.notesSlide+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notesSlides/notesSlide5.xml" ContentType="application/vnd.openxmlformats-officedocument.presentationml.notesSlide+xml"/>
  <Override PartName="/ppt/tags/tag261.xml" ContentType="application/vnd.openxmlformats-officedocument.presentationml.tags+xml"/>
  <Override PartName="/ppt/notesSlides/notesSlide6.xml" ContentType="application/vnd.openxmlformats-officedocument.presentationml.notesSlide+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notesSlides/notesSlide7.xml" ContentType="application/vnd.openxmlformats-officedocument.presentationml.notesSlide+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notesSlides/notesSlide8.xml" ContentType="application/vnd.openxmlformats-officedocument.presentationml.notesSlide+xml"/>
  <Override PartName="/ppt/tags/tag268.xml" ContentType="application/vnd.openxmlformats-officedocument.presentationml.tags+xml"/>
  <Override PartName="/ppt/tags/tag26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1"/>
    <p:sldMasterId id="2147485184" r:id="rId2"/>
    <p:sldMasterId id="2147485250" r:id="rId3"/>
  </p:sldMasterIdLst>
  <p:notesMasterIdLst>
    <p:notesMasterId r:id="rId18"/>
  </p:notesMasterIdLst>
  <p:handoutMasterIdLst>
    <p:handoutMasterId r:id="rId19"/>
  </p:handoutMasterIdLst>
  <p:sldIdLst>
    <p:sldId id="538" r:id="rId4"/>
    <p:sldId id="537" r:id="rId5"/>
    <p:sldId id="542" r:id="rId6"/>
    <p:sldId id="550" r:id="rId7"/>
    <p:sldId id="544" r:id="rId8"/>
    <p:sldId id="546" r:id="rId9"/>
    <p:sldId id="547" r:id="rId10"/>
    <p:sldId id="548" r:id="rId11"/>
    <p:sldId id="549" r:id="rId12"/>
    <p:sldId id="540" r:id="rId13"/>
    <p:sldId id="539" r:id="rId14"/>
    <p:sldId id="541" r:id="rId15"/>
    <p:sldId id="543" r:id="rId16"/>
    <p:sldId id="535" r:id="rId17"/>
  </p:sldIdLst>
  <p:sldSz cx="12192000" cy="6858000"/>
  <p:notesSz cx="9236075" cy="6950075"/>
  <p:custShowLst>
    <p:custShow name="Format Guide Workshop" id="0">
      <p:sldLst/>
    </p:custShow>
  </p:custShowLst>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DFFF"/>
    <a:srgbClr val="E11F1F"/>
    <a:srgbClr val="DEDA26"/>
    <a:srgbClr val="32A709"/>
    <a:srgbClr val="FFFFFF"/>
    <a:srgbClr val="00ADEF"/>
    <a:srgbClr val="A5A5E3"/>
    <a:srgbClr val="6060CE"/>
    <a:srgbClr val="3737B3"/>
    <a:srgbClr val="2929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548" autoAdjust="0"/>
    <p:restoredTop sz="95405" autoAdjust="0"/>
  </p:normalViewPr>
  <p:slideViewPr>
    <p:cSldViewPr snapToGrid="0">
      <p:cViewPr varScale="1">
        <p:scale>
          <a:sx n="74" d="100"/>
          <a:sy n="74" d="100"/>
        </p:scale>
        <p:origin x="228" y="5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11160"/>
    </p:cViewPr>
  </p:sorterViewPr>
  <p:notesViewPr>
    <p:cSldViewPr snapToGrid="0">
      <p:cViewPr varScale="1">
        <p:scale>
          <a:sx n="105" d="100"/>
          <a:sy n="105" d="100"/>
        </p:scale>
        <p:origin x="120" y="180"/>
      </p:cViewPr>
      <p:guideLst/>
    </p:cSldViewPr>
  </p:notesViewPr>
  <p:gridSpacing cx="39601" cy="39601"/>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1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4002299" cy="348711"/>
          </a:xfrm>
          <a:prstGeom prst="rect">
            <a:avLst/>
          </a:prstGeom>
        </p:spPr>
        <p:txBody>
          <a:bodyPr vert="horz" lIns="92492" tIns="46246" rIns="92492" bIns="46246" rtlCol="0"/>
          <a:lstStyle>
            <a:lvl1pPr algn="l">
              <a:defRPr sz="1200"/>
            </a:lvl1pPr>
          </a:lstStyle>
          <a:p>
            <a:endParaRPr lang="en-US" sz="800"/>
          </a:p>
        </p:txBody>
      </p:sp>
      <p:sp>
        <p:nvSpPr>
          <p:cNvPr id="3" name="Date Placeholder 2"/>
          <p:cNvSpPr>
            <a:spLocks noGrp="1"/>
          </p:cNvSpPr>
          <p:nvPr>
            <p:ph type="dt" sz="quarter" idx="1"/>
          </p:nvPr>
        </p:nvSpPr>
        <p:spPr>
          <a:xfrm>
            <a:off x="5231641" y="2"/>
            <a:ext cx="4002299" cy="348711"/>
          </a:xfrm>
          <a:prstGeom prst="rect">
            <a:avLst/>
          </a:prstGeom>
        </p:spPr>
        <p:txBody>
          <a:bodyPr vert="horz" lIns="92492" tIns="46246" rIns="92492" bIns="46246" rtlCol="0"/>
          <a:lstStyle>
            <a:lvl1pPr algn="r">
              <a:defRPr sz="1200"/>
            </a:lvl1pPr>
          </a:lstStyle>
          <a:p>
            <a:fld id="{57691E93-EF64-46CC-85E2-BBB5BEDB9501}" type="datetimeFigureOut">
              <a:rPr lang="en-US" sz="800"/>
              <a:t>23/03/2019</a:t>
            </a:fld>
            <a:endParaRPr lang="en-US" sz="800"/>
          </a:p>
        </p:txBody>
      </p:sp>
      <p:sp>
        <p:nvSpPr>
          <p:cNvPr id="4" name="Footer Placeholder 3"/>
          <p:cNvSpPr>
            <a:spLocks noGrp="1"/>
          </p:cNvSpPr>
          <p:nvPr>
            <p:ph type="ftr" sz="quarter" idx="2"/>
          </p:nvPr>
        </p:nvSpPr>
        <p:spPr>
          <a:xfrm>
            <a:off x="2" y="6601367"/>
            <a:ext cx="4002299" cy="348710"/>
          </a:xfrm>
          <a:prstGeom prst="rect">
            <a:avLst/>
          </a:prstGeom>
        </p:spPr>
        <p:txBody>
          <a:bodyPr vert="horz" lIns="92492" tIns="46246" rIns="92492" bIns="46246" rtlCol="0" anchor="b"/>
          <a:lstStyle>
            <a:lvl1pPr algn="l">
              <a:defRPr sz="1200"/>
            </a:lvl1pPr>
          </a:lstStyle>
          <a:p>
            <a:endParaRPr lang="en-US" sz="800"/>
          </a:p>
        </p:txBody>
      </p:sp>
      <p:sp>
        <p:nvSpPr>
          <p:cNvPr id="5" name="Slide Number Placeholder 4"/>
          <p:cNvSpPr>
            <a:spLocks noGrp="1"/>
          </p:cNvSpPr>
          <p:nvPr>
            <p:ph type="sldNum" sz="quarter" idx="3"/>
          </p:nvPr>
        </p:nvSpPr>
        <p:spPr>
          <a:xfrm>
            <a:off x="5231641" y="6601367"/>
            <a:ext cx="4002299" cy="348710"/>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5406893"/>
            <a:ext cx="9233938" cy="15431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a:latin typeface="Arial" panose="020B0604020202020204" pitchFamily="34" charset="0"/>
              <a:cs typeface="Arial" panose="020B0604020202020204" pitchFamily="34" charset="0"/>
              <a:sym typeface="Arial" panose="020B0604020202020204" pitchFamily="34" charset="0"/>
            </a:endParaRPr>
          </a:p>
        </p:txBody>
      </p:sp>
      <p:sp>
        <p:nvSpPr>
          <p:cNvPr id="2" name="Header Placeholder 1"/>
          <p:cNvSpPr>
            <a:spLocks noGrp="1"/>
          </p:cNvSpPr>
          <p:nvPr>
            <p:ph type="hdr" sz="quarter"/>
          </p:nvPr>
        </p:nvSpPr>
        <p:spPr>
          <a:xfrm>
            <a:off x="109538" y="2"/>
            <a:ext cx="3892763" cy="348711"/>
          </a:xfrm>
          <a:prstGeom prst="rect">
            <a:avLst/>
          </a:prstGeom>
        </p:spPr>
        <p:txBody>
          <a:bodyPr vert="horz" lIns="92492" tIns="46246" rIns="92492" bIns="46246" rtlCol="0"/>
          <a:lstStyle>
            <a:lvl1pPr algn="l">
              <a:defRPr sz="800">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3" name="Date Placeholder 2"/>
          <p:cNvSpPr>
            <a:spLocks noGrp="1"/>
          </p:cNvSpPr>
          <p:nvPr>
            <p:ph type="dt" idx="1"/>
          </p:nvPr>
        </p:nvSpPr>
        <p:spPr>
          <a:xfrm>
            <a:off x="5231641" y="2"/>
            <a:ext cx="3894897" cy="348711"/>
          </a:xfrm>
          <a:prstGeom prst="rect">
            <a:avLst/>
          </a:prstGeom>
        </p:spPr>
        <p:txBody>
          <a:bodyPr vert="horz" lIns="92492" tIns="46246" rIns="92492" bIns="46246" rtlCol="0"/>
          <a:lstStyle>
            <a:lvl1pPr algn="r">
              <a:defRPr sz="800">
                <a:latin typeface="Arial" panose="020B0604020202020204" pitchFamily="34" charset="0"/>
                <a:cs typeface="Arial" panose="020B0604020202020204" pitchFamily="34" charset="0"/>
                <a:sym typeface="Arial" panose="020B0604020202020204" pitchFamily="34" charset="0"/>
              </a:defRPr>
            </a:lvl1pPr>
          </a:lstStyle>
          <a:p>
            <a:fld id="{3AD9BDA7-98EF-4344-B91C-30A07E8A84B0}" type="datetimeFigureOut">
              <a:rPr lang="en-US" smtClean="0"/>
              <a:pPr/>
              <a:t>23/03/2019</a:t>
            </a:fld>
            <a:endParaRPr lang="en-US"/>
          </a:p>
        </p:txBody>
      </p:sp>
      <p:sp>
        <p:nvSpPr>
          <p:cNvPr id="4" name="Slide Image Placeholder 3"/>
          <p:cNvSpPr>
            <a:spLocks noGrp="1" noRot="1" noChangeAspect="1"/>
          </p:cNvSpPr>
          <p:nvPr>
            <p:ph type="sldImg" idx="2"/>
          </p:nvPr>
        </p:nvSpPr>
        <p:spPr>
          <a:xfrm>
            <a:off x="109538" y="209550"/>
            <a:ext cx="9017000" cy="5072063"/>
          </a:xfrm>
          <a:prstGeom prst="rect">
            <a:avLst/>
          </a:prstGeom>
          <a:noFill/>
          <a:ln w="9525">
            <a:solidFill>
              <a:schemeClr val="bg2"/>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124053" y="5490869"/>
            <a:ext cx="8987970" cy="674425"/>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109538" y="6601367"/>
            <a:ext cx="3892763" cy="348710"/>
          </a:xfrm>
          <a:prstGeom prst="rect">
            <a:avLst/>
          </a:prstGeom>
        </p:spPr>
        <p:txBody>
          <a:bodyPr vert="horz" lIns="92492" tIns="46246" rIns="92492" bIns="46246" rtlCol="0" anchor="b"/>
          <a:lstStyle>
            <a:lvl1pPr algn="l">
              <a:defRPr sz="800">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5231642" y="6601367"/>
            <a:ext cx="3880382" cy="348710"/>
          </a:xfrm>
          <a:prstGeom prst="rect">
            <a:avLst/>
          </a:prstGeom>
        </p:spPr>
        <p:txBody>
          <a:bodyPr vert="horz" lIns="92492" tIns="46246" rIns="92492" bIns="46246" rtlCol="0" anchor="b"/>
          <a:lstStyle>
            <a:lvl1pPr algn="r">
              <a:defRPr sz="800">
                <a:latin typeface="Arial" panose="020B0604020202020204" pitchFamily="34" charset="0"/>
                <a:cs typeface="Arial" panose="020B0604020202020204" pitchFamily="34" charset="0"/>
                <a:sym typeface="Arial" panose="020B0604020202020204" pitchFamily="34" charset="0"/>
              </a:defRPr>
            </a:lvl1pPr>
          </a:lstStyle>
          <a:p>
            <a:r>
              <a:rPr lang="en-US"/>
              <a:t>Notes view: </a:t>
            </a:r>
            <a:fld id="{128CEAFE-FA94-43E5-B0FF-D47E1CCDD1B4}" type="slidenum">
              <a:rPr lang="en-US" smtClean="0"/>
              <a:pPr/>
              <a:t>‹#›</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mod="1">
    <p:ext uri="{620B2872-D7B9-4A21-9093-7833F8D536E1}">
      <p15:sldGuideLst xmlns:p15="http://schemas.microsoft.com/office/powerpoint/2012/main">
        <p15:guide id="1" orient="horz" pos="2190" userDrawn="1">
          <p15:clr>
            <a:srgbClr val="F26B43"/>
          </p15:clr>
        </p15:guide>
        <p15:guide id="2" pos="290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0</a:t>
            </a:fld>
            <a:endParaRPr lang="en-US"/>
          </a:p>
        </p:txBody>
      </p:sp>
    </p:spTree>
    <p:extLst>
      <p:ext uri="{BB962C8B-B14F-4D97-AF65-F5344CB8AC3E}">
        <p14:creationId xmlns:p14="http://schemas.microsoft.com/office/powerpoint/2010/main" val="4196044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a:solidFill>
                  <a:srgbClr val="6E6F73"/>
                </a:solidFill>
              </a:rPr>
              <a:t>Notes view: </a:t>
            </a:r>
            <a:fld id="{128CEAFE-FA94-43E5-B0FF-D47E1CCDD1B4}" type="slidenum">
              <a:rPr lang="en-US" smtClean="0">
                <a:solidFill>
                  <a:srgbClr val="6E6F73"/>
                </a:solidFill>
              </a:rPr>
              <a:pPr/>
              <a:t>1</a:t>
            </a:fld>
            <a:endParaRPr lang="en-US">
              <a:solidFill>
                <a:srgbClr val="6E6F73"/>
              </a:solidFill>
            </a:endParaRPr>
          </a:p>
        </p:txBody>
      </p:sp>
    </p:spTree>
    <p:extLst>
      <p:ext uri="{BB962C8B-B14F-4D97-AF65-F5344CB8AC3E}">
        <p14:creationId xmlns:p14="http://schemas.microsoft.com/office/powerpoint/2010/main" val="829303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a:solidFill>
                  <a:srgbClr val="6E6F73"/>
                </a:solidFill>
              </a:rPr>
              <a:t>Notes view: </a:t>
            </a:r>
            <a:fld id="{128CEAFE-FA94-43E5-B0FF-D47E1CCDD1B4}" type="slidenum">
              <a:rPr lang="en-US" smtClean="0">
                <a:solidFill>
                  <a:srgbClr val="6E6F73"/>
                </a:solidFill>
              </a:rPr>
              <a:pPr/>
              <a:t>2</a:t>
            </a:fld>
            <a:endParaRPr lang="en-US">
              <a:solidFill>
                <a:srgbClr val="6E6F73"/>
              </a:solidFill>
            </a:endParaRPr>
          </a:p>
        </p:txBody>
      </p:sp>
    </p:spTree>
    <p:extLst>
      <p:ext uri="{BB962C8B-B14F-4D97-AF65-F5344CB8AC3E}">
        <p14:creationId xmlns:p14="http://schemas.microsoft.com/office/powerpoint/2010/main" val="312156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3</a:t>
            </a:fld>
            <a:endParaRPr lang="en-US"/>
          </a:p>
        </p:txBody>
      </p:sp>
    </p:spTree>
    <p:extLst>
      <p:ext uri="{BB962C8B-B14F-4D97-AF65-F5344CB8AC3E}">
        <p14:creationId xmlns:p14="http://schemas.microsoft.com/office/powerpoint/2010/main" val="3155123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9</a:t>
            </a:fld>
            <a:endParaRPr lang="en-US"/>
          </a:p>
        </p:txBody>
      </p:sp>
    </p:spTree>
    <p:extLst>
      <p:ext uri="{BB962C8B-B14F-4D97-AF65-F5344CB8AC3E}">
        <p14:creationId xmlns:p14="http://schemas.microsoft.com/office/powerpoint/2010/main" val="1063278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10</a:t>
            </a:fld>
            <a:endParaRPr lang="en-US"/>
          </a:p>
        </p:txBody>
      </p:sp>
    </p:spTree>
    <p:extLst>
      <p:ext uri="{BB962C8B-B14F-4D97-AF65-F5344CB8AC3E}">
        <p14:creationId xmlns:p14="http://schemas.microsoft.com/office/powerpoint/2010/main" val="2864309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11</a:t>
            </a:fld>
            <a:endParaRPr lang="en-US"/>
          </a:p>
        </p:txBody>
      </p:sp>
    </p:spTree>
    <p:extLst>
      <p:ext uri="{BB962C8B-B14F-4D97-AF65-F5344CB8AC3E}">
        <p14:creationId xmlns:p14="http://schemas.microsoft.com/office/powerpoint/2010/main" val="4206305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12</a:t>
            </a:fld>
            <a:endParaRPr lang="en-US"/>
          </a:p>
        </p:txBody>
      </p:sp>
    </p:spTree>
    <p:extLst>
      <p:ext uri="{BB962C8B-B14F-4D97-AF65-F5344CB8AC3E}">
        <p14:creationId xmlns:p14="http://schemas.microsoft.com/office/powerpoint/2010/main" val="370495115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slideMaster" Target="../slideMasters/slideMaster1.xml"/><Relationship Id="rId7" Type="http://schemas.openxmlformats.org/officeDocument/2006/relationships/image" Target="../media/image4.png"/><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5.xml"/><Relationship Id="rId7" Type="http://schemas.openxmlformats.org/officeDocument/2006/relationships/image" Target="../media/image5.jpeg"/><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2.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vmlDrawing" Target="../drawings/vmlDrawing4.v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vmlDrawing" Target="../drawings/vmlDrawing5.vml"/><Relationship Id="rId6" Type="http://schemas.openxmlformats.org/officeDocument/2006/relationships/image" Target="../media/image2.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6.vml"/><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6.png"/><Relationship Id="rId2" Type="http://schemas.openxmlformats.org/officeDocument/2006/relationships/tags" Target="../tags/tag11.xml"/><Relationship Id="rId1" Type="http://schemas.openxmlformats.org/officeDocument/2006/relationships/vmlDrawing" Target="../drawings/vmlDrawing7.vml"/><Relationship Id="rId6" Type="http://schemas.openxmlformats.org/officeDocument/2006/relationships/image" Target="../media/image2.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6.png"/><Relationship Id="rId2" Type="http://schemas.openxmlformats.org/officeDocument/2006/relationships/tags" Target="../tags/tag13.xml"/><Relationship Id="rId1" Type="http://schemas.openxmlformats.org/officeDocument/2006/relationships/vmlDrawing" Target="../drawings/vmlDrawing8.vml"/><Relationship Id="rId6" Type="http://schemas.openxmlformats.org/officeDocument/2006/relationships/image" Target="../media/image2.emf"/><Relationship Id="rId5" Type="http://schemas.openxmlformats.org/officeDocument/2006/relationships/oleObject" Target="../embeddings/oleObject8.bin"/><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6.png"/><Relationship Id="rId2" Type="http://schemas.openxmlformats.org/officeDocument/2006/relationships/tags" Target="../tags/tag15.xml"/><Relationship Id="rId1" Type="http://schemas.openxmlformats.org/officeDocument/2006/relationships/vmlDrawing" Target="../drawings/vmlDrawing9.vml"/><Relationship Id="rId6" Type="http://schemas.openxmlformats.org/officeDocument/2006/relationships/image" Target="../media/image2.emf"/><Relationship Id="rId5" Type="http://schemas.openxmlformats.org/officeDocument/2006/relationships/oleObject" Target="../embeddings/oleObject9.bin"/><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6.png"/><Relationship Id="rId2" Type="http://schemas.openxmlformats.org/officeDocument/2006/relationships/tags" Target="../tags/tag17.xml"/><Relationship Id="rId1" Type="http://schemas.openxmlformats.org/officeDocument/2006/relationships/vmlDrawing" Target="../drawings/vmlDrawing10.vml"/><Relationship Id="rId6" Type="http://schemas.openxmlformats.org/officeDocument/2006/relationships/image" Target="../media/image2.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image" Target="../media/image6.png"/><Relationship Id="rId2" Type="http://schemas.openxmlformats.org/officeDocument/2006/relationships/tags" Target="../tags/tag19.xml"/><Relationship Id="rId1" Type="http://schemas.openxmlformats.org/officeDocument/2006/relationships/vmlDrawing" Target="../drawings/vmlDrawing11.vml"/><Relationship Id="rId6" Type="http://schemas.openxmlformats.org/officeDocument/2006/relationships/image" Target="../media/image2.emf"/><Relationship Id="rId5" Type="http://schemas.openxmlformats.org/officeDocument/2006/relationships/oleObject" Target="../embeddings/oleObject11.bin"/><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2.xml"/><Relationship Id="rId7" Type="http://schemas.openxmlformats.org/officeDocument/2006/relationships/image" Target="../media/image7.png"/><Relationship Id="rId2" Type="http://schemas.openxmlformats.org/officeDocument/2006/relationships/tags" Target="../tags/tag21.xml"/><Relationship Id="rId1" Type="http://schemas.openxmlformats.org/officeDocument/2006/relationships/vmlDrawing" Target="../drawings/vmlDrawing12.vml"/><Relationship Id="rId6" Type="http://schemas.openxmlformats.org/officeDocument/2006/relationships/image" Target="../media/image2.emf"/><Relationship Id="rId5" Type="http://schemas.openxmlformats.org/officeDocument/2006/relationships/oleObject" Target="../embeddings/oleObject12.bin"/><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image" Target="../media/image8.png"/><Relationship Id="rId2" Type="http://schemas.openxmlformats.org/officeDocument/2006/relationships/tags" Target="../tags/tag23.xml"/><Relationship Id="rId1" Type="http://schemas.openxmlformats.org/officeDocument/2006/relationships/vmlDrawing" Target="../drawings/vmlDrawing13.vml"/><Relationship Id="rId6" Type="http://schemas.openxmlformats.org/officeDocument/2006/relationships/image" Target="../media/image2.emf"/><Relationship Id="rId5" Type="http://schemas.openxmlformats.org/officeDocument/2006/relationships/oleObject" Target="../embeddings/oleObject13.bin"/><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26.xml"/><Relationship Id="rId7" Type="http://schemas.openxmlformats.org/officeDocument/2006/relationships/image" Target="../media/image9.png"/><Relationship Id="rId2" Type="http://schemas.openxmlformats.org/officeDocument/2006/relationships/tags" Target="../tags/tag25.xml"/><Relationship Id="rId1" Type="http://schemas.openxmlformats.org/officeDocument/2006/relationships/vmlDrawing" Target="../drawings/vmlDrawing14.vml"/><Relationship Id="rId6" Type="http://schemas.openxmlformats.org/officeDocument/2006/relationships/image" Target="../media/image2.emf"/><Relationship Id="rId5" Type="http://schemas.openxmlformats.org/officeDocument/2006/relationships/oleObject" Target="../embeddings/oleObject14.bin"/><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image" Target="../media/image8.png"/><Relationship Id="rId2" Type="http://schemas.openxmlformats.org/officeDocument/2006/relationships/tags" Target="../tags/tag27.xml"/><Relationship Id="rId1" Type="http://schemas.openxmlformats.org/officeDocument/2006/relationships/vmlDrawing" Target="../drawings/vmlDrawing15.vml"/><Relationship Id="rId6" Type="http://schemas.openxmlformats.org/officeDocument/2006/relationships/image" Target="../media/image2.emf"/><Relationship Id="rId5" Type="http://schemas.openxmlformats.org/officeDocument/2006/relationships/oleObject" Target="../embeddings/oleObject15.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image" Target="../media/image7.png"/><Relationship Id="rId2" Type="http://schemas.openxmlformats.org/officeDocument/2006/relationships/tags" Target="../tags/tag29.xml"/><Relationship Id="rId1" Type="http://schemas.openxmlformats.org/officeDocument/2006/relationships/vmlDrawing" Target="../drawings/vmlDrawing16.vml"/><Relationship Id="rId6" Type="http://schemas.openxmlformats.org/officeDocument/2006/relationships/image" Target="../media/image2.emf"/><Relationship Id="rId5" Type="http://schemas.openxmlformats.org/officeDocument/2006/relationships/oleObject" Target="../embeddings/oleObject16.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32.xml"/><Relationship Id="rId7" Type="http://schemas.openxmlformats.org/officeDocument/2006/relationships/image" Target="../media/image8.png"/><Relationship Id="rId2" Type="http://schemas.openxmlformats.org/officeDocument/2006/relationships/tags" Target="../tags/tag31.xml"/><Relationship Id="rId1" Type="http://schemas.openxmlformats.org/officeDocument/2006/relationships/vmlDrawing" Target="../drawings/vmlDrawing17.vml"/><Relationship Id="rId6" Type="http://schemas.openxmlformats.org/officeDocument/2006/relationships/image" Target="../media/image2.emf"/><Relationship Id="rId5" Type="http://schemas.openxmlformats.org/officeDocument/2006/relationships/oleObject" Target="../embeddings/oleObject17.bin"/><Relationship Id="rId4"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image" Target="../media/image7.png"/><Relationship Id="rId2" Type="http://schemas.openxmlformats.org/officeDocument/2006/relationships/tags" Target="../tags/tag33.xml"/><Relationship Id="rId1" Type="http://schemas.openxmlformats.org/officeDocument/2006/relationships/vmlDrawing" Target="../drawings/vmlDrawing18.vml"/><Relationship Id="rId6" Type="http://schemas.openxmlformats.org/officeDocument/2006/relationships/image" Target="../media/image2.emf"/><Relationship Id="rId5" Type="http://schemas.openxmlformats.org/officeDocument/2006/relationships/oleObject" Target="../embeddings/oleObject18.bin"/><Relationship Id="rId4"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36.xml"/><Relationship Id="rId7" Type="http://schemas.openxmlformats.org/officeDocument/2006/relationships/image" Target="../media/image8.png"/><Relationship Id="rId2" Type="http://schemas.openxmlformats.org/officeDocument/2006/relationships/tags" Target="../tags/tag35.xml"/><Relationship Id="rId1" Type="http://schemas.openxmlformats.org/officeDocument/2006/relationships/vmlDrawing" Target="../drawings/vmlDrawing19.vml"/><Relationship Id="rId6" Type="http://schemas.openxmlformats.org/officeDocument/2006/relationships/image" Target="../media/image2.emf"/><Relationship Id="rId5" Type="http://schemas.openxmlformats.org/officeDocument/2006/relationships/oleObject" Target="../embeddings/oleObject19.bin"/><Relationship Id="rId4"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vmlDrawing" Target="../drawings/vmlDrawing20.vml"/><Relationship Id="rId6" Type="http://schemas.openxmlformats.org/officeDocument/2006/relationships/image" Target="../media/image2.emf"/><Relationship Id="rId5" Type="http://schemas.openxmlformats.org/officeDocument/2006/relationships/oleObject" Target="../embeddings/oleObject20.bin"/><Relationship Id="rId4"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vmlDrawing" Target="../drawings/vmlDrawing21.vml"/><Relationship Id="rId6" Type="http://schemas.openxmlformats.org/officeDocument/2006/relationships/image" Target="../media/image2.emf"/><Relationship Id="rId5" Type="http://schemas.openxmlformats.org/officeDocument/2006/relationships/oleObject" Target="../embeddings/oleObject21.bin"/><Relationship Id="rId4"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1.xml"/><Relationship Id="rId1" Type="http://schemas.openxmlformats.org/officeDocument/2006/relationships/vmlDrawing" Target="../drawings/vmlDrawing22.vml"/><Relationship Id="rId6" Type="http://schemas.openxmlformats.org/officeDocument/2006/relationships/image" Target="../media/image6.png"/><Relationship Id="rId5" Type="http://schemas.openxmlformats.org/officeDocument/2006/relationships/image" Target="../media/image2.emf"/><Relationship Id="rId4" Type="http://schemas.openxmlformats.org/officeDocument/2006/relationships/oleObject" Target="../embeddings/oleObject22.bin"/></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vmlDrawing" Target="../drawings/vmlDrawing23.vml"/><Relationship Id="rId6" Type="http://schemas.openxmlformats.org/officeDocument/2006/relationships/image" Target="../media/image2.emf"/><Relationship Id="rId5" Type="http://schemas.openxmlformats.org/officeDocument/2006/relationships/oleObject" Target="../embeddings/oleObject23.bin"/><Relationship Id="rId4"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vmlDrawing" Target="../drawings/vmlDrawing24.vml"/><Relationship Id="rId6" Type="http://schemas.openxmlformats.org/officeDocument/2006/relationships/image" Target="../media/image2.emf"/><Relationship Id="rId5" Type="http://schemas.openxmlformats.org/officeDocument/2006/relationships/oleObject" Target="../embeddings/oleObject24.bin"/><Relationship Id="rId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vmlDrawing" Target="../drawings/vmlDrawing25.vml"/><Relationship Id="rId6" Type="http://schemas.openxmlformats.org/officeDocument/2006/relationships/image" Target="../media/image2.emf"/><Relationship Id="rId5" Type="http://schemas.openxmlformats.org/officeDocument/2006/relationships/oleObject" Target="../embeddings/oleObject25.bin"/><Relationship Id="rId4"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8.xml"/><Relationship Id="rId1" Type="http://schemas.openxmlformats.org/officeDocument/2006/relationships/vmlDrawing" Target="../drawings/vmlDrawing26.vml"/><Relationship Id="rId6" Type="http://schemas.openxmlformats.org/officeDocument/2006/relationships/image" Target="../media/image10.png"/><Relationship Id="rId5" Type="http://schemas.openxmlformats.org/officeDocument/2006/relationships/image" Target="../media/image2.emf"/><Relationship Id="rId4" Type="http://schemas.openxmlformats.org/officeDocument/2006/relationships/oleObject" Target="../embeddings/oleObject26.bin"/></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vmlDrawing" Target="../drawings/vmlDrawing27.vml"/><Relationship Id="rId6" Type="http://schemas.openxmlformats.org/officeDocument/2006/relationships/image" Target="../media/image2.emf"/><Relationship Id="rId5" Type="http://schemas.openxmlformats.org/officeDocument/2006/relationships/oleObject" Target="../embeddings/oleObject27.bin"/><Relationship Id="rId4"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slideMaster" Target="../slideMasters/slideMaster1.xml"/><Relationship Id="rId7" Type="http://schemas.openxmlformats.org/officeDocument/2006/relationships/image" Target="../media/image4.png"/><Relationship Id="rId2" Type="http://schemas.openxmlformats.org/officeDocument/2006/relationships/tags" Target="../tags/tag51.xml"/><Relationship Id="rId1" Type="http://schemas.openxmlformats.org/officeDocument/2006/relationships/vmlDrawing" Target="../drawings/vmlDrawing28.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8.bin"/></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tags" Target="../tags/tag53.xml"/><Relationship Id="rId7" Type="http://schemas.openxmlformats.org/officeDocument/2006/relationships/image" Target="../media/image4.png"/><Relationship Id="rId2" Type="http://schemas.openxmlformats.org/officeDocument/2006/relationships/tags" Target="../tags/tag52.xml"/><Relationship Id="rId1" Type="http://schemas.openxmlformats.org/officeDocument/2006/relationships/vmlDrawing" Target="../drawings/vmlDrawing29.vml"/><Relationship Id="rId6" Type="http://schemas.openxmlformats.org/officeDocument/2006/relationships/image" Target="../media/image2.emf"/><Relationship Id="rId5" Type="http://schemas.openxmlformats.org/officeDocument/2006/relationships/oleObject" Target="../embeddings/oleObject29.bin"/><Relationship Id="rId4"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vmlDrawing" Target="../drawings/vmlDrawing30.vml"/><Relationship Id="rId6" Type="http://schemas.openxmlformats.org/officeDocument/2006/relationships/image" Target="../media/image2.emf"/><Relationship Id="rId5" Type="http://schemas.openxmlformats.org/officeDocument/2006/relationships/oleObject" Target="../embeddings/oleObject30.bin"/><Relationship Id="rId4"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vmlDrawing" Target="../drawings/vmlDrawing31.vml"/><Relationship Id="rId6" Type="http://schemas.openxmlformats.org/officeDocument/2006/relationships/image" Target="../media/image2.emf"/><Relationship Id="rId5" Type="http://schemas.openxmlformats.org/officeDocument/2006/relationships/oleObject" Target="../embeddings/oleObject31.bin"/><Relationship Id="rId4"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8.xml"/><Relationship Id="rId1" Type="http://schemas.openxmlformats.org/officeDocument/2006/relationships/vmlDrawing" Target="../drawings/vmlDrawing32.vml"/><Relationship Id="rId5" Type="http://schemas.openxmlformats.org/officeDocument/2006/relationships/image" Target="../media/image2.emf"/><Relationship Id="rId4" Type="http://schemas.openxmlformats.org/officeDocument/2006/relationships/oleObject" Target="../embeddings/oleObject32.bin"/></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image" Target="../media/image6.png"/><Relationship Id="rId2" Type="http://schemas.openxmlformats.org/officeDocument/2006/relationships/tags" Target="../tags/tag59.xml"/><Relationship Id="rId1" Type="http://schemas.openxmlformats.org/officeDocument/2006/relationships/vmlDrawing" Target="../drawings/vmlDrawing33.vml"/><Relationship Id="rId6" Type="http://schemas.openxmlformats.org/officeDocument/2006/relationships/image" Target="../media/image2.emf"/><Relationship Id="rId5" Type="http://schemas.openxmlformats.org/officeDocument/2006/relationships/oleObject" Target="../embeddings/oleObject33.bin"/><Relationship Id="rId4"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62.xml"/><Relationship Id="rId7" Type="http://schemas.openxmlformats.org/officeDocument/2006/relationships/image" Target="../media/image6.png"/><Relationship Id="rId2" Type="http://schemas.openxmlformats.org/officeDocument/2006/relationships/tags" Target="../tags/tag61.xml"/><Relationship Id="rId1" Type="http://schemas.openxmlformats.org/officeDocument/2006/relationships/vmlDrawing" Target="../drawings/vmlDrawing34.vml"/><Relationship Id="rId6" Type="http://schemas.openxmlformats.org/officeDocument/2006/relationships/image" Target="../media/image2.emf"/><Relationship Id="rId5" Type="http://schemas.openxmlformats.org/officeDocument/2006/relationships/oleObject" Target="../embeddings/oleObject34.bin"/><Relationship Id="rId4"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6.png"/><Relationship Id="rId2" Type="http://schemas.openxmlformats.org/officeDocument/2006/relationships/tags" Target="../tags/tag63.xml"/><Relationship Id="rId1" Type="http://schemas.openxmlformats.org/officeDocument/2006/relationships/vmlDrawing" Target="../drawings/vmlDrawing35.vml"/><Relationship Id="rId6" Type="http://schemas.openxmlformats.org/officeDocument/2006/relationships/image" Target="../media/image2.emf"/><Relationship Id="rId5" Type="http://schemas.openxmlformats.org/officeDocument/2006/relationships/oleObject" Target="../embeddings/oleObject35.bin"/><Relationship Id="rId4"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66.xml"/><Relationship Id="rId7" Type="http://schemas.openxmlformats.org/officeDocument/2006/relationships/image" Target="../media/image6.png"/><Relationship Id="rId2" Type="http://schemas.openxmlformats.org/officeDocument/2006/relationships/tags" Target="../tags/tag65.xml"/><Relationship Id="rId1" Type="http://schemas.openxmlformats.org/officeDocument/2006/relationships/vmlDrawing" Target="../drawings/vmlDrawing36.vml"/><Relationship Id="rId6" Type="http://schemas.openxmlformats.org/officeDocument/2006/relationships/image" Target="../media/image2.emf"/><Relationship Id="rId5" Type="http://schemas.openxmlformats.org/officeDocument/2006/relationships/oleObject" Target="../embeddings/oleObject36.bin"/><Relationship Id="rId4"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68.xml"/><Relationship Id="rId7" Type="http://schemas.openxmlformats.org/officeDocument/2006/relationships/image" Target="../media/image6.png"/><Relationship Id="rId2" Type="http://schemas.openxmlformats.org/officeDocument/2006/relationships/tags" Target="../tags/tag67.xml"/><Relationship Id="rId1" Type="http://schemas.openxmlformats.org/officeDocument/2006/relationships/vmlDrawing" Target="../drawings/vmlDrawing37.vml"/><Relationship Id="rId6" Type="http://schemas.openxmlformats.org/officeDocument/2006/relationships/image" Target="../media/image2.emf"/><Relationship Id="rId5" Type="http://schemas.openxmlformats.org/officeDocument/2006/relationships/oleObject" Target="../embeddings/oleObject37.bin"/><Relationship Id="rId4"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70.xml"/><Relationship Id="rId7" Type="http://schemas.openxmlformats.org/officeDocument/2006/relationships/image" Target="../media/image6.png"/><Relationship Id="rId2" Type="http://schemas.openxmlformats.org/officeDocument/2006/relationships/tags" Target="../tags/tag69.xml"/><Relationship Id="rId1" Type="http://schemas.openxmlformats.org/officeDocument/2006/relationships/vmlDrawing" Target="../drawings/vmlDrawing38.vml"/><Relationship Id="rId6" Type="http://schemas.openxmlformats.org/officeDocument/2006/relationships/image" Target="../media/image2.emf"/><Relationship Id="rId5" Type="http://schemas.openxmlformats.org/officeDocument/2006/relationships/oleObject" Target="../embeddings/oleObject38.bin"/><Relationship Id="rId4"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72.xml"/><Relationship Id="rId7" Type="http://schemas.openxmlformats.org/officeDocument/2006/relationships/image" Target="../media/image7.png"/><Relationship Id="rId2" Type="http://schemas.openxmlformats.org/officeDocument/2006/relationships/tags" Target="../tags/tag71.xml"/><Relationship Id="rId1" Type="http://schemas.openxmlformats.org/officeDocument/2006/relationships/vmlDrawing" Target="../drawings/vmlDrawing39.vml"/><Relationship Id="rId6" Type="http://schemas.openxmlformats.org/officeDocument/2006/relationships/image" Target="../media/image2.emf"/><Relationship Id="rId5" Type="http://schemas.openxmlformats.org/officeDocument/2006/relationships/oleObject" Target="../embeddings/oleObject39.bin"/><Relationship Id="rId4"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8.png"/><Relationship Id="rId2" Type="http://schemas.openxmlformats.org/officeDocument/2006/relationships/tags" Target="../tags/tag73.xml"/><Relationship Id="rId1" Type="http://schemas.openxmlformats.org/officeDocument/2006/relationships/vmlDrawing" Target="../drawings/vmlDrawing40.vml"/><Relationship Id="rId6" Type="http://schemas.openxmlformats.org/officeDocument/2006/relationships/image" Target="../media/image2.emf"/><Relationship Id="rId5" Type="http://schemas.openxmlformats.org/officeDocument/2006/relationships/oleObject" Target="../embeddings/oleObject40.bin"/><Relationship Id="rId4"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76.xml"/><Relationship Id="rId7" Type="http://schemas.openxmlformats.org/officeDocument/2006/relationships/image" Target="../media/image9.png"/><Relationship Id="rId2" Type="http://schemas.openxmlformats.org/officeDocument/2006/relationships/tags" Target="../tags/tag75.xml"/><Relationship Id="rId1" Type="http://schemas.openxmlformats.org/officeDocument/2006/relationships/vmlDrawing" Target="../drawings/vmlDrawing41.vml"/><Relationship Id="rId6" Type="http://schemas.openxmlformats.org/officeDocument/2006/relationships/image" Target="../media/image2.emf"/><Relationship Id="rId5" Type="http://schemas.openxmlformats.org/officeDocument/2006/relationships/oleObject" Target="../embeddings/oleObject41.bin"/><Relationship Id="rId4"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78.xml"/><Relationship Id="rId7" Type="http://schemas.openxmlformats.org/officeDocument/2006/relationships/image" Target="../media/image8.png"/><Relationship Id="rId2" Type="http://schemas.openxmlformats.org/officeDocument/2006/relationships/tags" Target="../tags/tag77.xml"/><Relationship Id="rId1" Type="http://schemas.openxmlformats.org/officeDocument/2006/relationships/vmlDrawing" Target="../drawings/vmlDrawing42.vml"/><Relationship Id="rId6" Type="http://schemas.openxmlformats.org/officeDocument/2006/relationships/image" Target="../media/image2.emf"/><Relationship Id="rId5" Type="http://schemas.openxmlformats.org/officeDocument/2006/relationships/oleObject" Target="../embeddings/oleObject42.bin"/><Relationship Id="rId4"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image" Target="../media/image7.png"/><Relationship Id="rId2" Type="http://schemas.openxmlformats.org/officeDocument/2006/relationships/tags" Target="../tags/tag79.xml"/><Relationship Id="rId1" Type="http://schemas.openxmlformats.org/officeDocument/2006/relationships/vmlDrawing" Target="../drawings/vmlDrawing43.vml"/><Relationship Id="rId6" Type="http://schemas.openxmlformats.org/officeDocument/2006/relationships/image" Target="../media/image2.emf"/><Relationship Id="rId5" Type="http://schemas.openxmlformats.org/officeDocument/2006/relationships/oleObject" Target="../embeddings/oleObject43.bin"/><Relationship Id="rId4"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image" Target="../media/image8.png"/><Relationship Id="rId2" Type="http://schemas.openxmlformats.org/officeDocument/2006/relationships/tags" Target="../tags/tag81.xml"/><Relationship Id="rId1" Type="http://schemas.openxmlformats.org/officeDocument/2006/relationships/vmlDrawing" Target="../drawings/vmlDrawing44.vml"/><Relationship Id="rId6" Type="http://schemas.openxmlformats.org/officeDocument/2006/relationships/image" Target="../media/image2.emf"/><Relationship Id="rId5" Type="http://schemas.openxmlformats.org/officeDocument/2006/relationships/oleObject" Target="../embeddings/oleObject44.bin"/><Relationship Id="rId4"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image" Target="../media/image7.png"/><Relationship Id="rId2" Type="http://schemas.openxmlformats.org/officeDocument/2006/relationships/tags" Target="../tags/tag83.xml"/><Relationship Id="rId1" Type="http://schemas.openxmlformats.org/officeDocument/2006/relationships/vmlDrawing" Target="../drawings/vmlDrawing45.vml"/><Relationship Id="rId6" Type="http://schemas.openxmlformats.org/officeDocument/2006/relationships/image" Target="../media/image2.emf"/><Relationship Id="rId5" Type="http://schemas.openxmlformats.org/officeDocument/2006/relationships/oleObject" Target="../embeddings/oleObject45.bin"/><Relationship Id="rId4"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image" Target="../media/image8.png"/><Relationship Id="rId2" Type="http://schemas.openxmlformats.org/officeDocument/2006/relationships/tags" Target="../tags/tag85.xml"/><Relationship Id="rId1" Type="http://schemas.openxmlformats.org/officeDocument/2006/relationships/vmlDrawing" Target="../drawings/vmlDrawing46.vml"/><Relationship Id="rId6" Type="http://schemas.openxmlformats.org/officeDocument/2006/relationships/image" Target="../media/image2.emf"/><Relationship Id="rId5" Type="http://schemas.openxmlformats.org/officeDocument/2006/relationships/oleObject" Target="../embeddings/oleObject46.bin"/><Relationship Id="rId4"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vmlDrawing" Target="../drawings/vmlDrawing47.vml"/><Relationship Id="rId6" Type="http://schemas.openxmlformats.org/officeDocument/2006/relationships/image" Target="../media/image2.emf"/><Relationship Id="rId5" Type="http://schemas.openxmlformats.org/officeDocument/2006/relationships/oleObject" Target="../embeddings/oleObject47.bin"/><Relationship Id="rId4"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vmlDrawing" Target="../drawings/vmlDrawing48.vml"/><Relationship Id="rId6" Type="http://schemas.openxmlformats.org/officeDocument/2006/relationships/image" Target="../media/image2.emf"/><Relationship Id="rId5" Type="http://schemas.openxmlformats.org/officeDocument/2006/relationships/oleObject" Target="../embeddings/oleObject48.bin"/><Relationship Id="rId4"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1.xml"/><Relationship Id="rId1" Type="http://schemas.openxmlformats.org/officeDocument/2006/relationships/vmlDrawing" Target="../drawings/vmlDrawing49.vml"/><Relationship Id="rId6" Type="http://schemas.openxmlformats.org/officeDocument/2006/relationships/image" Target="../media/image6.png"/><Relationship Id="rId5" Type="http://schemas.openxmlformats.org/officeDocument/2006/relationships/image" Target="../media/image2.emf"/><Relationship Id="rId4" Type="http://schemas.openxmlformats.org/officeDocument/2006/relationships/oleObject" Target="../embeddings/oleObject49.bin"/></Relationships>
</file>

<file path=ppt/slideLayouts/_rels/slideLayout49.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vmlDrawing" Target="../drawings/vmlDrawing50.vml"/><Relationship Id="rId6" Type="http://schemas.openxmlformats.org/officeDocument/2006/relationships/image" Target="../media/image2.emf"/><Relationship Id="rId5" Type="http://schemas.openxmlformats.org/officeDocument/2006/relationships/oleObject" Target="../embeddings/oleObject50.bin"/><Relationship Id="rId4"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95.xml"/><Relationship Id="rId7" Type="http://schemas.openxmlformats.org/officeDocument/2006/relationships/image" Target="../media/image7.png"/><Relationship Id="rId2" Type="http://schemas.openxmlformats.org/officeDocument/2006/relationships/tags" Target="../tags/tag94.xml"/><Relationship Id="rId1" Type="http://schemas.openxmlformats.org/officeDocument/2006/relationships/vmlDrawing" Target="../drawings/vmlDrawing51.vml"/><Relationship Id="rId6" Type="http://schemas.openxmlformats.org/officeDocument/2006/relationships/image" Target="../media/image2.emf"/><Relationship Id="rId5" Type="http://schemas.openxmlformats.org/officeDocument/2006/relationships/oleObject" Target="../embeddings/oleObject51.bin"/><Relationship Id="rId4"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vmlDrawing" Target="../drawings/vmlDrawing52.vml"/><Relationship Id="rId6" Type="http://schemas.openxmlformats.org/officeDocument/2006/relationships/image" Target="../media/image2.emf"/><Relationship Id="rId5" Type="http://schemas.openxmlformats.org/officeDocument/2006/relationships/oleObject" Target="../embeddings/oleObject52.bin"/><Relationship Id="rId4"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vmlDrawing" Target="../drawings/vmlDrawing53.vml"/><Relationship Id="rId6" Type="http://schemas.openxmlformats.org/officeDocument/2006/relationships/image" Target="../media/image2.emf"/><Relationship Id="rId5" Type="http://schemas.openxmlformats.org/officeDocument/2006/relationships/oleObject" Target="../embeddings/oleObject53.bin"/><Relationship Id="rId4"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0.xml"/><Relationship Id="rId1" Type="http://schemas.openxmlformats.org/officeDocument/2006/relationships/vmlDrawing" Target="../drawings/vmlDrawing54.vml"/><Relationship Id="rId6" Type="http://schemas.openxmlformats.org/officeDocument/2006/relationships/image" Target="../media/image10.png"/><Relationship Id="rId5" Type="http://schemas.openxmlformats.org/officeDocument/2006/relationships/image" Target="../media/image2.emf"/><Relationship Id="rId4" Type="http://schemas.openxmlformats.org/officeDocument/2006/relationships/oleObject" Target="../embeddings/oleObject54.bin"/></Relationships>
</file>

<file path=ppt/slideLayouts/_rels/slideLayout54.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vmlDrawing" Target="../drawings/vmlDrawing55.vml"/><Relationship Id="rId6" Type="http://schemas.openxmlformats.org/officeDocument/2006/relationships/image" Target="../media/image2.emf"/><Relationship Id="rId5" Type="http://schemas.openxmlformats.org/officeDocument/2006/relationships/oleObject" Target="../embeddings/oleObject55.bin"/><Relationship Id="rId4"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vmlDrawing" Target="../drawings/vmlDrawing56.vml"/><Relationship Id="rId6" Type="http://schemas.openxmlformats.org/officeDocument/2006/relationships/image" Target="../media/image1.emf"/><Relationship Id="rId5" Type="http://schemas.openxmlformats.org/officeDocument/2006/relationships/oleObject" Target="../embeddings/oleObject56.bin"/><Relationship Id="rId4"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5.xml"/><Relationship Id="rId1" Type="http://schemas.openxmlformats.org/officeDocument/2006/relationships/vmlDrawing" Target="../drawings/vmlDrawing57.vml"/><Relationship Id="rId5" Type="http://schemas.openxmlformats.org/officeDocument/2006/relationships/image" Target="../media/image1.emf"/><Relationship Id="rId4" Type="http://schemas.openxmlformats.org/officeDocument/2006/relationships/oleObject" Target="../embeddings/oleObject57.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6.xml"/><Relationship Id="rId1" Type="http://schemas.openxmlformats.org/officeDocument/2006/relationships/vmlDrawing" Target="../drawings/vmlDrawing58.vml"/><Relationship Id="rId5" Type="http://schemas.openxmlformats.org/officeDocument/2006/relationships/image" Target="../media/image1.emf"/><Relationship Id="rId4" Type="http://schemas.openxmlformats.org/officeDocument/2006/relationships/oleObject" Target="../embeddings/oleObject58.bin"/></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108.xml"/><Relationship Id="rId7" Type="http://schemas.openxmlformats.org/officeDocument/2006/relationships/image" Target="../media/image6.png"/><Relationship Id="rId2" Type="http://schemas.openxmlformats.org/officeDocument/2006/relationships/tags" Target="../tags/tag107.xml"/><Relationship Id="rId1" Type="http://schemas.openxmlformats.org/officeDocument/2006/relationships/vmlDrawing" Target="../drawings/vmlDrawing59.vml"/><Relationship Id="rId6" Type="http://schemas.openxmlformats.org/officeDocument/2006/relationships/image" Target="../media/image1.emf"/><Relationship Id="rId5" Type="http://schemas.openxmlformats.org/officeDocument/2006/relationships/oleObject" Target="../embeddings/oleObject59.bin"/><Relationship Id="rId4"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vmlDrawing" Target="../drawings/vmlDrawing60.vml"/><Relationship Id="rId6" Type="http://schemas.openxmlformats.org/officeDocument/2006/relationships/image" Target="../media/image1.emf"/><Relationship Id="rId5" Type="http://schemas.openxmlformats.org/officeDocument/2006/relationships/oleObject" Target="../embeddings/oleObject60.bin"/><Relationship Id="rId4"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1.xml"/><Relationship Id="rId1" Type="http://schemas.openxmlformats.org/officeDocument/2006/relationships/vmlDrawing" Target="../drawings/vmlDrawing61.vml"/><Relationship Id="rId5" Type="http://schemas.openxmlformats.org/officeDocument/2006/relationships/image" Target="../media/image1.emf"/><Relationship Id="rId4" Type="http://schemas.openxmlformats.org/officeDocument/2006/relationships/oleObject" Target="../embeddings/oleObject61.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2.xml"/><Relationship Id="rId1" Type="http://schemas.openxmlformats.org/officeDocument/2006/relationships/vmlDrawing" Target="../drawings/vmlDrawing62.vml"/><Relationship Id="rId5" Type="http://schemas.openxmlformats.org/officeDocument/2006/relationships/image" Target="../media/image1.emf"/><Relationship Id="rId4" Type="http://schemas.openxmlformats.org/officeDocument/2006/relationships/oleObject" Target="../embeddings/oleObject62.bin"/></Relationships>
</file>

<file path=ppt/slideLayouts/_rels/slideLayout62.xml.rels><?xml version="1.0" encoding="UTF-8" standalone="yes"?>
<Relationships xmlns="http://schemas.openxmlformats.org/package/2006/relationships"><Relationship Id="rId3" Type="http://schemas.openxmlformats.org/officeDocument/2006/relationships/tags" Target="../tags/tag114.xml"/><Relationship Id="rId7" Type="http://schemas.openxmlformats.org/officeDocument/2006/relationships/image" Target="../media/image6.png"/><Relationship Id="rId2" Type="http://schemas.openxmlformats.org/officeDocument/2006/relationships/tags" Target="../tags/tag113.xml"/><Relationship Id="rId1" Type="http://schemas.openxmlformats.org/officeDocument/2006/relationships/vmlDrawing" Target="../drawings/vmlDrawing63.vml"/><Relationship Id="rId6" Type="http://schemas.openxmlformats.org/officeDocument/2006/relationships/image" Target="../media/image1.emf"/><Relationship Id="rId5" Type="http://schemas.openxmlformats.org/officeDocument/2006/relationships/oleObject" Target="../embeddings/oleObject63.bin"/><Relationship Id="rId4"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5.xml"/><Relationship Id="rId1" Type="http://schemas.openxmlformats.org/officeDocument/2006/relationships/vmlDrawing" Target="../drawings/vmlDrawing64.vml"/><Relationship Id="rId6" Type="http://schemas.openxmlformats.org/officeDocument/2006/relationships/image" Target="../media/image7.png"/><Relationship Id="rId5" Type="http://schemas.openxmlformats.org/officeDocument/2006/relationships/image" Target="../media/image1.emf"/><Relationship Id="rId4" Type="http://schemas.openxmlformats.org/officeDocument/2006/relationships/oleObject" Target="../embeddings/oleObject64.bin"/></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17.xml"/><Relationship Id="rId4" Type="http://schemas.openxmlformats.org/officeDocument/2006/relationships/image" Target="../media/image11.jpg"/></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18.xml"/></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19.xml"/></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20.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2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2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2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2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25.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2.xml"/><Relationship Id="rId1" Type="http://schemas.openxmlformats.org/officeDocument/2006/relationships/tags" Target="../tags/tag126.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127.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2.xml"/><Relationship Id="rId1" Type="http://schemas.openxmlformats.org/officeDocument/2006/relationships/tags" Target="../tags/tag128.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129.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2.xml"/><Relationship Id="rId1" Type="http://schemas.openxmlformats.org/officeDocument/2006/relationships/tags" Target="../tags/tag130.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131.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2.xml"/><Relationship Id="rId1" Type="http://schemas.openxmlformats.org/officeDocument/2006/relationships/tags" Target="../tags/tag13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133.xml"/></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34.xml"/></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35.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36.xml"/></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37.xml"/></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38.xml"/></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39.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slideMaster" Target="../slideMasters/slideMaster2.xml"/><Relationship Id="rId1" Type="http://schemas.openxmlformats.org/officeDocument/2006/relationships/tags" Target="../tags/tag140.xml"/></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41.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42.xml"/><Relationship Id="rId4" Type="http://schemas.openxmlformats.org/officeDocument/2006/relationships/image" Target="../media/image11.jpg"/></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43.xml"/></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44.xml"/></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4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46.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47.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48.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49.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50.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51.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2.xml"/><Relationship Id="rId1" Type="http://schemas.openxmlformats.org/officeDocument/2006/relationships/tags" Target="../tags/tag15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15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2.xml"/><Relationship Id="rId1" Type="http://schemas.openxmlformats.org/officeDocument/2006/relationships/tags" Target="../tags/tag15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155.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2.xml"/><Relationship Id="rId1" Type="http://schemas.openxmlformats.org/officeDocument/2006/relationships/tags" Target="../tags/tag156.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157.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2.xml"/><Relationship Id="rId1" Type="http://schemas.openxmlformats.org/officeDocument/2006/relationships/tags" Target="../tags/tag158.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159.xml"/></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0.xml"/></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1.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2.xml"/><Relationship Id="rId1" Type="http://schemas.openxmlformats.org/officeDocument/2006/relationships/tags" Target="../tags/tag163.xml"/></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4.xml"/></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5.xml"/></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6.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slideMaster" Target="../slideMasters/slideMaster2.xml"/><Relationship Id="rId1" Type="http://schemas.openxmlformats.org/officeDocument/2006/relationships/tags" Target="../tags/tag167.xml"/></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8.xml"/></Relationships>
</file>

<file path=ppt/slideLayouts/_rels/slideLayout120.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vmlDrawing" Target="../drawings/vmlDrawing66.vml"/><Relationship Id="rId6" Type="http://schemas.openxmlformats.org/officeDocument/2006/relationships/image" Target="../media/image1.emf"/><Relationship Id="rId5" Type="http://schemas.openxmlformats.org/officeDocument/2006/relationships/oleObject" Target="../embeddings/oleObject66.bin"/><Relationship Id="rId4"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1.xml"/><Relationship Id="rId1" Type="http://schemas.openxmlformats.org/officeDocument/2006/relationships/vmlDrawing" Target="../drawings/vmlDrawing67.vml"/><Relationship Id="rId5" Type="http://schemas.openxmlformats.org/officeDocument/2006/relationships/image" Target="../media/image1.emf"/><Relationship Id="rId4" Type="http://schemas.openxmlformats.org/officeDocument/2006/relationships/oleObject" Target="../embeddings/oleObject67.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2.xml"/><Relationship Id="rId1" Type="http://schemas.openxmlformats.org/officeDocument/2006/relationships/vmlDrawing" Target="../drawings/vmlDrawing68.vml"/><Relationship Id="rId5" Type="http://schemas.openxmlformats.org/officeDocument/2006/relationships/image" Target="../media/image1.emf"/><Relationship Id="rId4" Type="http://schemas.openxmlformats.org/officeDocument/2006/relationships/oleObject" Target="../embeddings/oleObject68.bin"/></Relationships>
</file>

<file path=ppt/slideLayouts/_rels/slideLayout123.xml.rels><?xml version="1.0" encoding="UTF-8" standalone="yes"?>
<Relationships xmlns="http://schemas.openxmlformats.org/package/2006/relationships"><Relationship Id="rId3" Type="http://schemas.openxmlformats.org/officeDocument/2006/relationships/tags" Target="../tags/tag174.xml"/><Relationship Id="rId7" Type="http://schemas.openxmlformats.org/officeDocument/2006/relationships/image" Target="../media/image6.png"/><Relationship Id="rId2" Type="http://schemas.openxmlformats.org/officeDocument/2006/relationships/tags" Target="../tags/tag173.xml"/><Relationship Id="rId1" Type="http://schemas.openxmlformats.org/officeDocument/2006/relationships/vmlDrawing" Target="../drawings/vmlDrawing69.vml"/><Relationship Id="rId6" Type="http://schemas.openxmlformats.org/officeDocument/2006/relationships/image" Target="../media/image1.emf"/><Relationship Id="rId5" Type="http://schemas.openxmlformats.org/officeDocument/2006/relationships/oleObject" Target="../embeddings/oleObject69.bin"/><Relationship Id="rId4"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vmlDrawing" Target="../drawings/vmlDrawing70.vml"/><Relationship Id="rId6" Type="http://schemas.openxmlformats.org/officeDocument/2006/relationships/image" Target="../media/image1.emf"/><Relationship Id="rId5" Type="http://schemas.openxmlformats.org/officeDocument/2006/relationships/oleObject" Target="../embeddings/oleObject70.bin"/><Relationship Id="rId4"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7.xml"/><Relationship Id="rId1" Type="http://schemas.openxmlformats.org/officeDocument/2006/relationships/vmlDrawing" Target="../drawings/vmlDrawing71.vml"/><Relationship Id="rId5" Type="http://schemas.openxmlformats.org/officeDocument/2006/relationships/image" Target="../media/image1.emf"/><Relationship Id="rId4" Type="http://schemas.openxmlformats.org/officeDocument/2006/relationships/oleObject" Target="../embeddings/oleObject71.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8.xml"/><Relationship Id="rId1" Type="http://schemas.openxmlformats.org/officeDocument/2006/relationships/vmlDrawing" Target="../drawings/vmlDrawing72.vml"/><Relationship Id="rId5" Type="http://schemas.openxmlformats.org/officeDocument/2006/relationships/image" Target="../media/image1.emf"/><Relationship Id="rId4" Type="http://schemas.openxmlformats.org/officeDocument/2006/relationships/oleObject" Target="../embeddings/oleObject72.bin"/></Relationships>
</file>

<file path=ppt/slideLayouts/_rels/slideLayout127.xml.rels><?xml version="1.0" encoding="UTF-8" standalone="yes"?>
<Relationships xmlns="http://schemas.openxmlformats.org/package/2006/relationships"><Relationship Id="rId3" Type="http://schemas.openxmlformats.org/officeDocument/2006/relationships/tags" Target="../tags/tag180.xml"/><Relationship Id="rId7" Type="http://schemas.openxmlformats.org/officeDocument/2006/relationships/image" Target="../media/image6.png"/><Relationship Id="rId2" Type="http://schemas.openxmlformats.org/officeDocument/2006/relationships/tags" Target="../tags/tag179.xml"/><Relationship Id="rId1" Type="http://schemas.openxmlformats.org/officeDocument/2006/relationships/vmlDrawing" Target="../drawings/vmlDrawing73.vml"/><Relationship Id="rId6" Type="http://schemas.openxmlformats.org/officeDocument/2006/relationships/image" Target="../media/image1.emf"/><Relationship Id="rId5" Type="http://schemas.openxmlformats.org/officeDocument/2006/relationships/oleObject" Target="../embeddings/oleObject73.bin"/><Relationship Id="rId4"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1.xml"/><Relationship Id="rId1" Type="http://schemas.openxmlformats.org/officeDocument/2006/relationships/vmlDrawing" Target="../drawings/vmlDrawing74.vml"/><Relationship Id="rId6" Type="http://schemas.openxmlformats.org/officeDocument/2006/relationships/image" Target="../media/image7.png"/><Relationship Id="rId5" Type="http://schemas.openxmlformats.org/officeDocument/2006/relationships/image" Target="../media/image1.emf"/><Relationship Id="rId4" Type="http://schemas.openxmlformats.org/officeDocument/2006/relationships/oleObject" Target="../embeddings/oleObject74.bin"/></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183.xml"/><Relationship Id="rId4" Type="http://schemas.openxmlformats.org/officeDocument/2006/relationships/image" Target="../media/image11.jpg"/></Relationships>
</file>

<file path=ppt/slideLayouts/_rels/slideLayout13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84.xml"/></Relationships>
</file>

<file path=ppt/slideLayouts/_rels/slideLayout1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85.xml"/></Relationships>
</file>

<file path=ppt/slideLayouts/_rels/slideLayout1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8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187.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188.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189.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190.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191.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3.xml"/><Relationship Id="rId1" Type="http://schemas.openxmlformats.org/officeDocument/2006/relationships/tags" Target="../tags/tag192.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3.xml"/><Relationship Id="rId1" Type="http://schemas.openxmlformats.org/officeDocument/2006/relationships/tags" Target="../tags/tag193.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3.xml"/><Relationship Id="rId1" Type="http://schemas.openxmlformats.org/officeDocument/2006/relationships/tags" Target="../tags/tag19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3.xml"/><Relationship Id="rId1" Type="http://schemas.openxmlformats.org/officeDocument/2006/relationships/tags" Target="../tags/tag195.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3.xml"/><Relationship Id="rId1" Type="http://schemas.openxmlformats.org/officeDocument/2006/relationships/tags" Target="../tags/tag196.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3.xml"/><Relationship Id="rId1" Type="http://schemas.openxmlformats.org/officeDocument/2006/relationships/tags" Target="../tags/tag197.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3.xml"/><Relationship Id="rId1" Type="http://schemas.openxmlformats.org/officeDocument/2006/relationships/tags" Target="../tags/tag198.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3.xml"/><Relationship Id="rId1" Type="http://schemas.openxmlformats.org/officeDocument/2006/relationships/tags" Target="../tags/tag199.xml"/></Relationships>
</file>

<file path=ppt/slideLayouts/_rels/slideLayout14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00.xml"/></Relationships>
</file>

<file path=ppt/slideLayouts/_rels/slideLayout14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01.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02.xml"/></Relationships>
</file>

<file path=ppt/slideLayouts/_rels/slideLayout15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03.xml"/></Relationships>
</file>

<file path=ppt/slideLayouts/_rels/slideLayout15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04.xml"/></Relationships>
</file>

<file path=ppt/slideLayouts/_rels/slideLayout15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05.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slideMaster" Target="../slideMasters/slideMaster3.xml"/><Relationship Id="rId1" Type="http://schemas.openxmlformats.org/officeDocument/2006/relationships/tags" Target="../tags/tag206.xml"/></Relationships>
</file>

<file path=ppt/slideLayouts/_rels/slideLayout15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07.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208.xml"/><Relationship Id="rId4" Type="http://schemas.openxmlformats.org/officeDocument/2006/relationships/image" Target="../media/image11.jpg"/></Relationships>
</file>

<file path=ppt/slideLayouts/_rels/slideLayout15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09.xml"/></Relationships>
</file>

<file path=ppt/slideLayouts/_rels/slideLayout15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10.xml"/></Relationships>
</file>

<file path=ppt/slideLayouts/_rels/slideLayout15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1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212.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213.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214.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215.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216.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3.xml"/><Relationship Id="rId1" Type="http://schemas.openxmlformats.org/officeDocument/2006/relationships/tags" Target="../tags/tag217.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3.xml"/><Relationship Id="rId1" Type="http://schemas.openxmlformats.org/officeDocument/2006/relationships/tags" Target="../tags/tag218.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3.xml"/><Relationship Id="rId1" Type="http://schemas.openxmlformats.org/officeDocument/2006/relationships/tags" Target="../tags/tag219.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3.xml"/><Relationship Id="rId1" Type="http://schemas.openxmlformats.org/officeDocument/2006/relationships/tags" Target="../tags/tag220.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3.xml"/><Relationship Id="rId1" Type="http://schemas.openxmlformats.org/officeDocument/2006/relationships/tags" Target="../tags/tag221.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3.xml"/><Relationship Id="rId1" Type="http://schemas.openxmlformats.org/officeDocument/2006/relationships/tags" Target="../tags/tag222.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3.xml"/><Relationship Id="rId1" Type="http://schemas.openxmlformats.org/officeDocument/2006/relationships/tags" Target="../tags/tag223.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3.xml"/><Relationship Id="rId1" Type="http://schemas.openxmlformats.org/officeDocument/2006/relationships/tags" Target="../tags/tag224.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3.xml"/><Relationship Id="rId1" Type="http://schemas.openxmlformats.org/officeDocument/2006/relationships/tags" Target="../tags/tag225.xml"/></Relationships>
</file>

<file path=ppt/slideLayouts/_rels/slideLayout17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26.xml"/></Relationships>
</file>

<file path=ppt/slideLayouts/_rels/slideLayout17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27.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28.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3.xml"/><Relationship Id="rId1" Type="http://schemas.openxmlformats.org/officeDocument/2006/relationships/tags" Target="../tags/tag229.xml"/></Relationships>
</file>

<file path=ppt/slideLayouts/_rels/slideLayout18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30.xml"/></Relationships>
</file>

<file path=ppt/slideLayouts/_rels/slideLayout18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31.xml"/></Relationships>
</file>

<file path=ppt/slideLayouts/_rels/slideLayout18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32.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slideMaster" Target="../slideMasters/slideMaster3.xml"/><Relationship Id="rId1" Type="http://schemas.openxmlformats.org/officeDocument/2006/relationships/tags" Target="../tags/tag233.xml"/></Relationships>
</file>

<file path=ppt/slideLayouts/_rels/slideLayout18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34.xml"/></Relationships>
</file>

<file path=ppt/slideLayouts/_rels/slideLayout185.xml.rels><?xml version="1.0" encoding="UTF-8" standalone="yes"?>
<Relationships xmlns="http://schemas.openxmlformats.org/package/2006/relationships"><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vmlDrawing" Target="../drawings/vmlDrawing76.vml"/><Relationship Id="rId6" Type="http://schemas.openxmlformats.org/officeDocument/2006/relationships/image" Target="../media/image1.emf"/><Relationship Id="rId5" Type="http://schemas.openxmlformats.org/officeDocument/2006/relationships/oleObject" Target="../embeddings/oleObject76.bin"/><Relationship Id="rId4"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7.xml"/><Relationship Id="rId1" Type="http://schemas.openxmlformats.org/officeDocument/2006/relationships/vmlDrawing" Target="../drawings/vmlDrawing77.vml"/><Relationship Id="rId5" Type="http://schemas.openxmlformats.org/officeDocument/2006/relationships/image" Target="../media/image1.emf"/><Relationship Id="rId4" Type="http://schemas.openxmlformats.org/officeDocument/2006/relationships/oleObject" Target="../embeddings/oleObject77.bin"/></Relationships>
</file>

<file path=ppt/slideLayouts/_rels/slideLayout18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8.xml"/><Relationship Id="rId1" Type="http://schemas.openxmlformats.org/officeDocument/2006/relationships/vmlDrawing" Target="../drawings/vmlDrawing78.vml"/><Relationship Id="rId5" Type="http://schemas.openxmlformats.org/officeDocument/2006/relationships/image" Target="../media/image1.emf"/><Relationship Id="rId4" Type="http://schemas.openxmlformats.org/officeDocument/2006/relationships/oleObject" Target="../embeddings/oleObject78.bin"/></Relationships>
</file>

<file path=ppt/slideLayouts/_rels/slideLayout188.xml.rels><?xml version="1.0" encoding="UTF-8" standalone="yes"?>
<Relationships xmlns="http://schemas.openxmlformats.org/package/2006/relationships"><Relationship Id="rId3" Type="http://schemas.openxmlformats.org/officeDocument/2006/relationships/tags" Target="../tags/tag240.xml"/><Relationship Id="rId7" Type="http://schemas.openxmlformats.org/officeDocument/2006/relationships/image" Target="../media/image6.png"/><Relationship Id="rId2" Type="http://schemas.openxmlformats.org/officeDocument/2006/relationships/tags" Target="../tags/tag239.xml"/><Relationship Id="rId1" Type="http://schemas.openxmlformats.org/officeDocument/2006/relationships/vmlDrawing" Target="../drawings/vmlDrawing79.vml"/><Relationship Id="rId6" Type="http://schemas.openxmlformats.org/officeDocument/2006/relationships/image" Target="../media/image1.emf"/><Relationship Id="rId5" Type="http://schemas.openxmlformats.org/officeDocument/2006/relationships/oleObject" Target="../embeddings/oleObject79.bin"/><Relationship Id="rId4"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vmlDrawing" Target="../drawings/vmlDrawing80.vml"/><Relationship Id="rId6" Type="http://schemas.openxmlformats.org/officeDocument/2006/relationships/image" Target="../media/image1.emf"/><Relationship Id="rId5" Type="http://schemas.openxmlformats.org/officeDocument/2006/relationships/oleObject" Target="../embeddings/oleObject80.bin"/><Relationship Id="rId4"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43.xml"/><Relationship Id="rId1" Type="http://schemas.openxmlformats.org/officeDocument/2006/relationships/vmlDrawing" Target="../drawings/vmlDrawing81.vml"/><Relationship Id="rId5" Type="http://schemas.openxmlformats.org/officeDocument/2006/relationships/image" Target="../media/image1.emf"/><Relationship Id="rId4" Type="http://schemas.openxmlformats.org/officeDocument/2006/relationships/oleObject" Target="../embeddings/oleObject81.bin"/></Relationships>
</file>

<file path=ppt/slideLayouts/_rels/slideLayout19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44.xml"/><Relationship Id="rId1" Type="http://schemas.openxmlformats.org/officeDocument/2006/relationships/vmlDrawing" Target="../drawings/vmlDrawing82.vml"/><Relationship Id="rId5" Type="http://schemas.openxmlformats.org/officeDocument/2006/relationships/image" Target="../media/image1.emf"/><Relationship Id="rId4" Type="http://schemas.openxmlformats.org/officeDocument/2006/relationships/oleObject" Target="../embeddings/oleObject82.bin"/></Relationships>
</file>

<file path=ppt/slideLayouts/_rels/slideLayout192.xml.rels><?xml version="1.0" encoding="UTF-8" standalone="yes"?>
<Relationships xmlns="http://schemas.openxmlformats.org/package/2006/relationships"><Relationship Id="rId3" Type="http://schemas.openxmlformats.org/officeDocument/2006/relationships/tags" Target="../tags/tag246.xml"/><Relationship Id="rId7" Type="http://schemas.openxmlformats.org/officeDocument/2006/relationships/image" Target="../media/image6.png"/><Relationship Id="rId2" Type="http://schemas.openxmlformats.org/officeDocument/2006/relationships/tags" Target="../tags/tag245.xml"/><Relationship Id="rId1" Type="http://schemas.openxmlformats.org/officeDocument/2006/relationships/vmlDrawing" Target="../drawings/vmlDrawing83.vml"/><Relationship Id="rId6" Type="http://schemas.openxmlformats.org/officeDocument/2006/relationships/image" Target="../media/image1.emf"/><Relationship Id="rId5" Type="http://schemas.openxmlformats.org/officeDocument/2006/relationships/oleObject" Target="../embeddings/oleObject83.bin"/><Relationship Id="rId4"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47.xml"/><Relationship Id="rId1" Type="http://schemas.openxmlformats.org/officeDocument/2006/relationships/vmlDrawing" Target="../drawings/vmlDrawing84.vml"/><Relationship Id="rId6" Type="http://schemas.openxmlformats.org/officeDocument/2006/relationships/image" Target="../media/image7.png"/><Relationship Id="rId5" Type="http://schemas.openxmlformats.org/officeDocument/2006/relationships/image" Target="../media/image1.emf"/><Relationship Id="rId4" Type="http://schemas.openxmlformats.org/officeDocument/2006/relationships/oleObject" Target="../embeddings/oleObject84.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33286918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5196" name="think-cell Slide" r:id="rId4" imgW="457" imgH="343" progId="TCLayout.ActiveDocument.1">
                  <p:embed/>
                </p:oleObj>
              </mc:Choice>
              <mc:Fallback>
                <p:oleObj name="think-cell Slide" r:id="rId4" imgW="457" imgH="343"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3"/>
          <p:cNvPicPr>
            <a:picLocks noChangeAspect="1" noChangeArrowheads="1"/>
          </p:cNvPicPr>
          <p:nvPr userDrawn="1"/>
        </p:nvPicPr>
        <p:blipFill>
          <a:blip r:embed="rId6" cstate="print"/>
          <a:srcRect l="17192" t="20758" b="5853"/>
          <a:stretch>
            <a:fillRect/>
          </a:stretch>
        </p:blipFill>
        <p:spPr bwMode="auto">
          <a:xfrm>
            <a:off x="0" y="0"/>
            <a:ext cx="9432926" cy="5614592"/>
          </a:xfrm>
          <a:prstGeom prst="rect">
            <a:avLst/>
          </a:prstGeom>
          <a:noFill/>
          <a:ln w="9525">
            <a:noFill/>
            <a:miter lim="800000"/>
            <a:headEnd/>
            <a:tailEnd/>
          </a:ln>
        </p:spPr>
      </p:pic>
      <p:pic>
        <p:nvPicPr>
          <p:cNvPr id="29" name="Picture 4" descr="https://encrypted-tbn0.gstatic.com/images?q=tbn:ANd9GcQDlhh7FnU-uKUVebGrrnH_qP0ssWMHIZKt5O55_NsVmvPpm0jj"/>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0819747" y="40640"/>
            <a:ext cx="1321453" cy="1379267"/>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p:cNvSpPr>
            <a:spLocks noGrp="1"/>
          </p:cNvSpPr>
          <p:nvPr>
            <p:ph type="body" sz="quarter" idx="10" hasCustomPrompt="1"/>
          </p:nvPr>
        </p:nvSpPr>
        <p:spPr>
          <a:xfrm>
            <a:off x="508317" y="2089785"/>
            <a:ext cx="8686800" cy="1171575"/>
          </a:xfrm>
        </p:spPr>
        <p:txBody>
          <a:bodyPr lIns="91440" tIns="45720" bIns="45720" anchor="ctr"/>
          <a:lstStyle>
            <a:lvl1pPr>
              <a:defRPr sz="4000">
                <a:solidFill>
                  <a:schemeClr val="tx2"/>
                </a:solidFill>
              </a:defRPr>
            </a:lvl1pPr>
          </a:lstStyle>
          <a:p>
            <a:pPr lvl="0"/>
            <a:r>
              <a:rPr lang="en-US" dirty="0"/>
              <a:t>Click to add title</a:t>
            </a:r>
          </a:p>
        </p:txBody>
      </p:sp>
      <p:sp>
        <p:nvSpPr>
          <p:cNvPr id="34" name="Text Placeholder 3"/>
          <p:cNvSpPr>
            <a:spLocks noGrp="1"/>
          </p:cNvSpPr>
          <p:nvPr>
            <p:ph type="body" sz="quarter" idx="11" hasCustomPrompt="1"/>
          </p:nvPr>
        </p:nvSpPr>
        <p:spPr>
          <a:xfrm>
            <a:off x="508317" y="3349625"/>
            <a:ext cx="8686800" cy="521335"/>
          </a:xfrm>
        </p:spPr>
        <p:txBody>
          <a:bodyPr lIns="91440" tIns="45720" bIns="45720" anchor="ctr"/>
          <a:lstStyle>
            <a:lvl1pPr>
              <a:defRPr sz="2400">
                <a:solidFill>
                  <a:schemeClr val="tx2"/>
                </a:solidFill>
              </a:defRPr>
            </a:lvl1pPr>
          </a:lstStyle>
          <a:p>
            <a:pPr lvl="0"/>
            <a:r>
              <a:rPr lang="en-US" dirty="0"/>
              <a:t>Subtitle</a:t>
            </a:r>
          </a:p>
        </p:txBody>
      </p:sp>
      <p:sp>
        <p:nvSpPr>
          <p:cNvPr id="35" name="Text Placeholder 3"/>
          <p:cNvSpPr>
            <a:spLocks noGrp="1"/>
          </p:cNvSpPr>
          <p:nvPr>
            <p:ph type="body" sz="quarter" idx="12" hasCustomPrompt="1"/>
          </p:nvPr>
        </p:nvSpPr>
        <p:spPr>
          <a:xfrm>
            <a:off x="508317" y="4614188"/>
            <a:ext cx="8686800" cy="521335"/>
          </a:xfrm>
        </p:spPr>
        <p:txBody>
          <a:bodyPr lIns="91440" tIns="45720" bIns="45720" anchor="ctr"/>
          <a:lstStyle>
            <a:lvl1pPr>
              <a:defRPr sz="1600">
                <a:solidFill>
                  <a:schemeClr val="tx2"/>
                </a:solidFill>
              </a:defRPr>
            </a:lvl1pPr>
          </a:lstStyle>
          <a:p>
            <a:pPr lvl="0"/>
            <a:r>
              <a:rPr lang="en-US" dirty="0"/>
              <a:t>Date</a:t>
            </a:r>
          </a:p>
        </p:txBody>
      </p:sp>
      <p:grpSp>
        <p:nvGrpSpPr>
          <p:cNvPr id="14" name="Group 13"/>
          <p:cNvGrpSpPr/>
          <p:nvPr userDrawn="1"/>
        </p:nvGrpSpPr>
        <p:grpSpPr>
          <a:xfrm>
            <a:off x="0" y="6644640"/>
            <a:ext cx="11466576" cy="195538"/>
            <a:chOff x="0" y="6644640"/>
            <a:chExt cx="11466576" cy="195538"/>
          </a:xfrm>
        </p:grpSpPr>
        <p:pic>
          <p:nvPicPr>
            <p:cNvPr id="15" name="Picture 9" descr="graphic แถบพลัง final 5 July 2011.jpg"/>
            <p:cNvPicPr>
              <a:picLocks noChangeAspect="1"/>
            </p:cNvPicPr>
            <p:nvPr/>
          </p:nvPicPr>
          <p:blipFill rotWithShape="1">
            <a:blip r:embed="rId8" cstate="print">
              <a:clrChange>
                <a:clrFrom>
                  <a:srgbClr val="FEFEFE"/>
                </a:clrFrom>
                <a:clrTo>
                  <a:srgbClr val="FEFEFE">
                    <a:alpha val="0"/>
                  </a:srgbClr>
                </a:clrTo>
              </a:clrChange>
            </a:blip>
            <a:srcRect t="5974" b="-1"/>
            <a:stretch/>
          </p:blipFill>
          <p:spPr bwMode="auto">
            <a:xfrm>
              <a:off x="2685982" y="6644640"/>
              <a:ext cx="8780594" cy="195537"/>
            </a:xfrm>
            <a:prstGeom prst="rect">
              <a:avLst/>
            </a:prstGeom>
            <a:noFill/>
            <a:ln w="9525">
              <a:noFill/>
              <a:miter lim="800000"/>
              <a:headEnd/>
              <a:tailEnd/>
            </a:ln>
          </p:spPr>
        </p:pic>
        <p:pic>
          <p:nvPicPr>
            <p:cNvPr id="18" name="Picture 10" descr="graphic แถบพลัง final 5 July 2011.jpg"/>
            <p:cNvPicPr>
              <a:picLocks noChangeAspect="1"/>
            </p:cNvPicPr>
            <p:nvPr/>
          </p:nvPicPr>
          <p:blipFill rotWithShape="1">
            <a:blip r:embed="rId8" cstate="print"/>
            <a:srcRect t="5974" r="40771"/>
            <a:stretch/>
          </p:blipFill>
          <p:spPr bwMode="auto">
            <a:xfrm>
              <a:off x="0" y="6644640"/>
              <a:ext cx="5200541" cy="195538"/>
            </a:xfrm>
            <a:prstGeom prst="rect">
              <a:avLst/>
            </a:prstGeom>
            <a:noFill/>
            <a:ln w="9525">
              <a:noFill/>
              <a:miter lim="800000"/>
              <a:headEnd/>
              <a:tailEnd/>
            </a:ln>
          </p:spPr>
        </p:pic>
      </p:gr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4777915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6220"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6"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5" name="Title 4"/>
          <p:cNvSpPr>
            <a:spLocks noGrp="1"/>
          </p:cNvSpPr>
          <p:nvPr>
            <p:ph type="title" hasCustomPrompt="1"/>
          </p:nvPr>
        </p:nvSpPr>
        <p:spPr>
          <a:xfrm>
            <a:off x="630000" y="622800"/>
            <a:ext cx="9970267"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1" i="0" u="none" kern="1200" spc="0">
                <a:solidFill>
                  <a:schemeClr val="tx2"/>
                </a:solidFill>
                <a:latin typeface="Arial" panose="020B0604020202020204" pitchFamily="34" charset="0"/>
                <a:sym typeface="Arial" panose="020B0604020202020204" pitchFamily="34" charset="0"/>
              </a:defRPr>
            </a:lvl1pPr>
          </a:lstStyle>
          <a:p>
            <a:pPr lvl="0"/>
            <a:r>
              <a:rPr lang="en-US" dirty="0"/>
              <a:t>Click to add title</a:t>
            </a:r>
          </a:p>
        </p:txBody>
      </p:sp>
      <p:grpSp>
        <p:nvGrpSpPr>
          <p:cNvPr id="11" name="Group 10"/>
          <p:cNvGrpSpPr/>
          <p:nvPr userDrawn="1"/>
        </p:nvGrpSpPr>
        <p:grpSpPr>
          <a:xfrm>
            <a:off x="0" y="6644640"/>
            <a:ext cx="11466576" cy="195538"/>
            <a:chOff x="0" y="6644640"/>
            <a:chExt cx="11466576" cy="195538"/>
          </a:xfrm>
        </p:grpSpPr>
        <p:pic>
          <p:nvPicPr>
            <p:cNvPr id="9" name="Picture 9" descr="graphic แถบพลัง final 5 July 2011.jpg"/>
            <p:cNvPicPr>
              <a:picLocks noChangeAspect="1"/>
            </p:cNvPicPr>
            <p:nvPr/>
          </p:nvPicPr>
          <p:blipFill rotWithShape="1">
            <a:blip r:embed="rId7" cstate="print">
              <a:clrChange>
                <a:clrFrom>
                  <a:srgbClr val="FEFEFE"/>
                </a:clrFrom>
                <a:clrTo>
                  <a:srgbClr val="FEFEFE">
                    <a:alpha val="0"/>
                  </a:srgbClr>
                </a:clrTo>
              </a:clrChange>
            </a:blip>
            <a:srcRect t="5974" b="-1"/>
            <a:stretch/>
          </p:blipFill>
          <p:spPr bwMode="auto">
            <a:xfrm>
              <a:off x="2685982" y="6644640"/>
              <a:ext cx="8780594" cy="195537"/>
            </a:xfrm>
            <a:prstGeom prst="rect">
              <a:avLst/>
            </a:prstGeom>
            <a:noFill/>
            <a:ln w="9525">
              <a:noFill/>
              <a:miter lim="800000"/>
              <a:headEnd/>
              <a:tailEnd/>
            </a:ln>
          </p:spPr>
        </p:pic>
        <p:pic>
          <p:nvPicPr>
            <p:cNvPr id="10" name="Picture 10" descr="graphic แถบพลัง final 5 July 2011.jpg"/>
            <p:cNvPicPr>
              <a:picLocks noChangeAspect="1"/>
            </p:cNvPicPr>
            <p:nvPr/>
          </p:nvPicPr>
          <p:blipFill rotWithShape="1">
            <a:blip r:embed="rId7" cstate="print"/>
            <a:srcRect t="5974" r="40771"/>
            <a:stretch/>
          </p:blipFill>
          <p:spPr bwMode="auto">
            <a:xfrm>
              <a:off x="0" y="6644640"/>
              <a:ext cx="5200541" cy="195538"/>
            </a:xfrm>
            <a:prstGeom prst="rect">
              <a:avLst/>
            </a:prstGeom>
            <a:noFill/>
            <a:ln w="9525">
              <a:noFill/>
              <a:miter lim="800000"/>
              <a:headEnd/>
              <a:tailEnd/>
            </a:ln>
          </p:spPr>
        </p:pic>
      </p:grpSp>
      <p:pic>
        <p:nvPicPr>
          <p:cNvPr id="13" name="Picture 4" descr="https://encrypted-tbn0.gstatic.com/images?q=tbn:ANd9GcQDlhh7FnU-uKUVebGrrnH_qP0ssWMHIZKt5O55_NsVmvPpm0jj"/>
          <p:cNvPicPr>
            <a:picLocks noChangeAspect="1" noChangeArrowheads="1"/>
          </p:cNvPicPr>
          <p:nvPr userDrawn="1"/>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673699" y="520661"/>
            <a:ext cx="514182" cy="536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5582484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7244"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Arial" panose="020B0604020202020204" pitchFamily="34" charset="0"/>
                <a:sym typeface="Arial" panose="020B0604020202020204" pitchFamily="34" charset="0"/>
              </a:defRPr>
            </a:lvl1pPr>
          </a:lstStyle>
          <a:p>
            <a:r>
              <a:rPr lang="en-US" dirty="0"/>
              <a:t>Click to add title</a:t>
            </a: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3804110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8268"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en-US" dirty="0"/>
              <a:t>Click to add big statement text</a:t>
            </a: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dirty="0"/>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9"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0" name="TextBox 9"/>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5310501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9291" name="think-cell Slide" r:id="rId4" imgW="457" imgH="343" progId="TCLayout.ActiveDocument.1">
                  <p:embed/>
                </p:oleObj>
              </mc:Choice>
              <mc:Fallback>
                <p:oleObj name="think-cell Slide" r:id="rId4" imgW="457" imgH="343"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Arial" panose="020B0604020202020204" pitchFamily="34" charset="0"/>
                <a:sym typeface="Arial" panose="020B0604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7160218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0316"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dirty="0"/>
          </a:p>
        </p:txBody>
      </p:sp>
      <p:sp>
        <p:nvSpPr>
          <p:cNvPr id="2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Arial" panose="020B0604020202020204" pitchFamily="34" charset="0"/>
                <a:sym typeface="Arial" panose="020B0604020202020204" pitchFamily="34" charset="0"/>
              </a:defRPr>
            </a:lvl1pPr>
          </a:lstStyle>
          <a:p>
            <a:r>
              <a:rPr lang="en-US" dirty="0"/>
              <a:t>Click to add title</a:t>
            </a:r>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0" name="TextBox 9"/>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23780557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1340"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dirty="0"/>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1" i="0" u="none" kern="1200" spc="0">
                <a:solidFill>
                  <a:schemeClr val="tx2"/>
                </a:solidFill>
                <a:latin typeface="Arial" panose="020B0604020202020204" pitchFamily="34" charset="0"/>
                <a:sym typeface="Arial" panose="020B0604020202020204" pitchFamily="34" charset="0"/>
              </a:defRPr>
            </a:lvl1pPr>
          </a:lstStyle>
          <a:p>
            <a:pPr lvl="0"/>
            <a:r>
              <a:rPr lang="en-US" dirty="0"/>
              <a:t>Click to add title</a:t>
            </a:r>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2" name="TextBox 11"/>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9739490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2365"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Arial" panose="020B0604020202020204" pitchFamily="34" charset="0"/>
                <a:sym typeface="Arial" panose="020B0604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tx1"/>
                </a:solidFill>
                <a:latin typeface="Arial" panose="020B0604020202020204" pitchFamily="34" charset="0"/>
                <a:sym typeface="Arial" panose="020B0604020202020204" pitchFamily="34" charset="0"/>
              </a:defRPr>
            </a:lvl1pPr>
          </a:lstStyle>
          <a:p>
            <a:endParaRPr lang="en-US" dirty="0"/>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7" name="TextBox 16"/>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76386804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3389"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Arial" panose="020B0604020202020204" pitchFamily="34" charset="0"/>
                <a:sym typeface="Arial" panose="020B0604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Arial" panose="020B0604020202020204" pitchFamily="34" charset="0"/>
                <a:sym typeface="Arial" panose="020B0604020202020204" pitchFamily="34" charset="0"/>
              </a:defRPr>
            </a:lvl1pPr>
          </a:lstStyle>
          <a:p>
            <a:r>
              <a:rPr lang="en-US" dirty="0"/>
              <a:t>Click to add title</a:t>
            </a: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tx1"/>
                </a:solidFill>
                <a:latin typeface="Arial" panose="020B0604020202020204" pitchFamily="34" charset="0"/>
                <a:sym typeface="Arial" panose="020B0604020202020204" pitchFamily="34" charset="0"/>
              </a:defRPr>
            </a:lvl1pPr>
          </a:lstStyle>
          <a:p>
            <a:endParaRPr lang="en-US" dirty="0"/>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7"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8" name="TextBox 17"/>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99268515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4413"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Picture 8"/>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Arial" panose="020B0604020202020204" pitchFamily="34" charset="0"/>
                <a:sym typeface="Arial" panose="020B0604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tx1"/>
                </a:solidFill>
                <a:latin typeface="Arial" panose="020B0604020202020204" pitchFamily="34" charset="0"/>
                <a:sym typeface="Arial" panose="020B0604020202020204" pitchFamily="34" charset="0"/>
              </a:defRPr>
            </a:lvl1pPr>
          </a:lstStyle>
          <a:p>
            <a:endParaRPr lang="en-US" dirty="0"/>
          </a:p>
        </p:txBody>
      </p:sp>
      <p:sp>
        <p:nvSpPr>
          <p:cNvPr id="15" name="Copyright" hidden="1"/>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Arial" panose="020B0604020202020204" pitchFamily="34" charset="0"/>
                <a:sym typeface="Arial" panose="020B0604020202020204" pitchFamily="34" charset="0"/>
              </a:defRPr>
            </a:lvl1pPr>
          </a:lstStyle>
          <a:p>
            <a:r>
              <a:rPr lang="en-US" dirty="0"/>
              <a:t>Click to edit title</a:t>
            </a:r>
          </a:p>
        </p:txBody>
      </p:sp>
      <p:sp>
        <p:nvSpPr>
          <p:cNvPr id="16"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7" name="TextBox 16"/>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04055315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5436"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5" name="Picture 2"/>
          <p:cNvPicPr>
            <a:picLocks noChangeAspect="1" noChangeArrowheads="1"/>
          </p:cNvPicPr>
          <p:nvPr userDrawn="1"/>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dirty="0"/>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4" name="Text Placeholder 3"/>
          <p:cNvSpPr>
            <a:spLocks noGrp="1"/>
          </p:cNvSpPr>
          <p:nvPr>
            <p:ph type="body" sz="quarter" idx="11" hasCustomPrompt="1"/>
          </p:nvPr>
        </p:nvSpPr>
        <p:spPr>
          <a:xfrm>
            <a:off x="630000" y="2764203"/>
            <a:ext cx="2478638" cy="1314311"/>
          </a:xfrm>
        </p:spPr>
        <p:txBody>
          <a:bodyPr anchor="ctr"/>
          <a:lstStyle>
            <a:lvl1pPr>
              <a:defRPr sz="3200" b="1">
                <a:solidFill>
                  <a:schemeClr val="tx2"/>
                </a:solidFill>
              </a:defRPr>
            </a:lvl1pPr>
          </a:lstStyle>
          <a:p>
            <a:pPr lvl="0"/>
            <a:r>
              <a:rPr lang="en-US" dirty="0"/>
              <a:t>Click to add title</a:t>
            </a: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4" name="TextBox 13"/>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40365894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6461"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1" baseline="0">
                <a:solidFill>
                  <a:srgbClr val="FFFFFF"/>
                </a:solidFill>
                <a:latin typeface="Arial" panose="020B0604020202020204" pitchFamily="34" charset="0"/>
                <a:sym typeface="Arial" panose="020B0604020202020204" pitchFamily="34" charset="0"/>
              </a:defRPr>
            </a:lvl1pPr>
          </a:lstStyle>
          <a:p>
            <a:r>
              <a:rPr lang="en-US" dirty="0"/>
              <a:t>Click to add title</a:t>
            </a:r>
          </a:p>
        </p:txBody>
      </p:sp>
      <p:pic>
        <p:nvPicPr>
          <p:cNvPr id="4" name="Picture 3"/>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tx1"/>
                </a:solidFill>
                <a:latin typeface="Arial" panose="020B0604020202020204" pitchFamily="34" charset="0"/>
                <a:sym typeface="Arial" panose="020B0604020202020204" pitchFamily="34" charset="0"/>
              </a:defRPr>
            </a:lvl1pPr>
          </a:lstStyle>
          <a:p>
            <a:endParaRPr lang="en-US" dirty="0"/>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7"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0" name="TextBox 9"/>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9695816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7484"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dirty="0"/>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pic>
        <p:nvPicPr>
          <p:cNvPr id="11" name="Picture 2"/>
          <p:cNvPicPr>
            <a:picLocks noChangeAspect="1" noChangeArrowheads="1"/>
          </p:cNvPicPr>
          <p:nvPr userDrawn="1"/>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533900" y="33956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1">
                <a:solidFill>
                  <a:schemeClr val="tx2"/>
                </a:solidFill>
                <a:latin typeface="Arial" panose="020B0604020202020204" pitchFamily="34" charset="0"/>
                <a:sym typeface="Arial" panose="020B0604020202020204" pitchFamily="34" charset="0"/>
              </a:defRPr>
            </a:lvl1pPr>
          </a:lstStyle>
          <a:p>
            <a:r>
              <a:rPr lang="en-US" dirty="0"/>
              <a:t>Click to add title</a:t>
            </a: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5" name="TextBox 14"/>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41207603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8509"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1">
                <a:solidFill>
                  <a:srgbClr val="FFFFFF"/>
                </a:solidFill>
                <a:latin typeface="Arial" panose="020B0604020202020204" pitchFamily="34" charset="0"/>
                <a:sym typeface="Arial" panose="020B0604020202020204" pitchFamily="34" charset="0"/>
              </a:defRPr>
            </a:lvl1pPr>
          </a:lstStyle>
          <a:p>
            <a:r>
              <a:rPr lang="en-US" dirty="0"/>
              <a:t>Click to add title</a:t>
            </a:r>
          </a:p>
        </p:txBody>
      </p:sp>
      <p:pic>
        <p:nvPicPr>
          <p:cNvPr id="20" name="Picture 19"/>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tx1"/>
                </a:solidFill>
                <a:latin typeface="Arial" panose="020B0604020202020204" pitchFamily="34" charset="0"/>
                <a:sym typeface="Arial" panose="020B0604020202020204" pitchFamily="34" charset="0"/>
              </a:defRPr>
            </a:lvl1pPr>
          </a:lstStyle>
          <a:p>
            <a:endParaRPr lang="en-US" dirty="0"/>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8"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0" name="TextBox 9"/>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9602621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9532"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dirty="0"/>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pic>
        <p:nvPicPr>
          <p:cNvPr id="13" name="Picture 2"/>
          <p:cNvPicPr>
            <a:picLocks noChangeAspect="1" noChangeArrowheads="1"/>
          </p:cNvPicPr>
          <p:nvPr userDrawn="1"/>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78758"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1" i="0" u="none" kern="1200" spc="0">
                <a:solidFill>
                  <a:schemeClr val="tx2"/>
                </a:solidFill>
                <a:latin typeface="Arial" panose="020B0604020202020204" pitchFamily="34" charset="0"/>
                <a:sym typeface="Arial" panose="020B0604020202020204" pitchFamily="34" charset="0"/>
              </a:defRPr>
            </a:lvl1pPr>
          </a:lstStyle>
          <a:p>
            <a:pPr lvl="0"/>
            <a:r>
              <a:rPr lang="en-US" dirty="0"/>
              <a:t>Click to add title</a:t>
            </a: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1" name="TextBox 10"/>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94532587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0557"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1" i="0" u="none" kern="1200" spc="0">
                <a:solidFill>
                  <a:srgbClr val="FFFFFF"/>
                </a:solidFill>
                <a:latin typeface="Arial" panose="020B0604020202020204" pitchFamily="34" charset="0"/>
                <a:sym typeface="Arial" panose="020B0604020202020204" pitchFamily="34" charset="0"/>
              </a:defRPr>
            </a:lvl1pPr>
          </a:lstStyle>
          <a:p>
            <a:pPr lvl="0"/>
            <a:r>
              <a:rPr lang="en-US" dirty="0"/>
              <a:t>Click to add title</a:t>
            </a:r>
          </a:p>
        </p:txBody>
      </p:sp>
      <p:pic>
        <p:nvPicPr>
          <p:cNvPr id="17" name="Picture 16"/>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tx1"/>
                </a:solidFill>
                <a:latin typeface="Arial" panose="020B0604020202020204" pitchFamily="34" charset="0"/>
                <a:sym typeface="Arial" panose="020B0604020202020204" pitchFamily="34" charset="0"/>
              </a:defRPr>
            </a:lvl1pPr>
          </a:lstStyle>
          <a:p>
            <a:endParaRPr lang="en-US" dirty="0"/>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2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0" name="TextBox 9"/>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83259846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1580"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90341"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1" i="0" u="none" kern="1200" spc="0">
                <a:solidFill>
                  <a:schemeClr val="tx2"/>
                </a:solidFill>
                <a:latin typeface="Arial" panose="020B0604020202020204" pitchFamily="34" charset="0"/>
                <a:sym typeface="Arial" panose="020B0604020202020204" pitchFamily="34" charset="0"/>
              </a:defRPr>
            </a:lvl1pPr>
          </a:lstStyle>
          <a:p>
            <a:pPr lvl="0"/>
            <a:r>
              <a:rPr lang="en-US" dirty="0"/>
              <a:t>Click to add title</a:t>
            </a: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6" name="TextBox 15"/>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9883763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2605"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1" i="0" u="none" kern="1200" spc="0">
                <a:solidFill>
                  <a:srgbClr val="FFFFFF"/>
                </a:solidFill>
                <a:latin typeface="Arial" panose="020B0604020202020204" pitchFamily="34" charset="0"/>
                <a:sym typeface="Arial" panose="020B0604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tx1"/>
                </a:solidFill>
                <a:latin typeface="Arial" panose="020B0604020202020204" pitchFamily="34" charset="0"/>
                <a:sym typeface="Arial" panose="020B0604020202020204" pitchFamily="34" charset="0"/>
              </a:defRPr>
            </a:lvl1pPr>
          </a:lstStyle>
          <a:p>
            <a:endParaRPr lang="en-US" dirty="0"/>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2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pic>
        <p:nvPicPr>
          <p:cNvPr id="13" name="Picture 12"/>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sp>
        <p:nvSpPr>
          <p:cNvPr id="10" name="TextBox 9"/>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1890180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3628"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en-US" dirty="0"/>
              <a:t>Click to add big statement text</a:t>
            </a: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1" name="TextBox 10"/>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81813747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4652"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tx1"/>
                </a:solidFill>
                <a:latin typeface="Arial" panose="020B0604020202020204" pitchFamily="34" charset="0"/>
                <a:sym typeface="Arial" panose="020B0604020202020204" pitchFamily="34" charset="0"/>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Arial" panose="020B0604020202020204" pitchFamily="34" charset="0"/>
                <a:ea typeface="+mn-ea"/>
                <a:cs typeface="Arial" panose="020B0604020202020204" pitchFamily="34" charset="0"/>
                <a:sym typeface="Arial" panose="020B0604020202020204" pitchFamily="34" charset="0"/>
              </a:defRPr>
            </a:lvl1pPr>
          </a:lstStyle>
          <a:p>
            <a:r>
              <a:rPr lang="en-US" dirty="0"/>
              <a:t>Click to add big statement text</a:t>
            </a: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22397241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5675" name="think-cell Slide" r:id="rId4" imgW="457" imgH="343" progId="TCLayout.ActiveDocument.1">
                  <p:embed/>
                </p:oleObj>
              </mc:Choice>
              <mc:Fallback>
                <p:oleObj name="think-cell Slide" r:id="rId4" imgW="457" imgH="343"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Arial" panose="020B0604020202020204" pitchFamily="34" charset="0"/>
              <a:cs typeface="Arial" panose="020B0604020202020204" pitchFamily="34" charset="0"/>
              <a:sym typeface="Arial" panose="020B0604020202020204" pitchFamily="34" charset="0"/>
            </a:endParaRPr>
          </a:p>
        </p:txBody>
      </p:sp>
      <p:sp>
        <p:nvSpPr>
          <p:cNvPr id="7" name="TextBox 6"/>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accent5"/>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79801274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6700"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dirty="0"/>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Arial" panose="020B0604020202020204" pitchFamily="34" charset="0"/>
                <a:sym typeface="Arial" panose="020B0604020202020204" pitchFamily="34" charset="0"/>
              </a:defRPr>
            </a:lvl1pPr>
          </a:lstStyle>
          <a:p>
            <a:r>
              <a:rPr lang="en-US" dirty="0"/>
              <a:t>Click to add title</a:t>
            </a:r>
          </a:p>
        </p:txBody>
      </p:sp>
      <p:sp>
        <p:nvSpPr>
          <p:cNvPr id="8"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9" name="TextBox 8"/>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11456607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7724"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tx1"/>
                </a:solidFill>
                <a:latin typeface="Arial" panose="020B0604020202020204" pitchFamily="34" charset="0"/>
                <a:sym typeface="Arial" panose="020B0604020202020204" pitchFamily="34" charset="0"/>
              </a:defRPr>
            </a:lvl1pPr>
          </a:lstStyle>
          <a:p>
            <a:endParaRPr lang="en-US" dirty="0"/>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6"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83857043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8748"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8"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0" name="TextBox 9"/>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7083" name="think-cell Slide" r:id="rId4" imgW="457" imgH="343" progId="TCLayout.ActiveDocument.1">
                  <p:embed/>
                </p:oleObj>
              </mc:Choice>
              <mc:Fallback>
                <p:oleObj name="think-cell Slide" r:id="rId4" imgW="457" imgH="343"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grpSp>
        <p:nvGrpSpPr>
          <p:cNvPr id="5" name="Group 4"/>
          <p:cNvGrpSpPr/>
          <p:nvPr userDrawn="1"/>
        </p:nvGrpSpPr>
        <p:grpSpPr>
          <a:xfrm>
            <a:off x="0" y="0"/>
            <a:ext cx="12192000" cy="6858000"/>
            <a:chOff x="0" y="0"/>
            <a:chExt cx="12192000" cy="6858000"/>
          </a:xfrm>
        </p:grpSpPr>
        <p:sp>
          <p:nvSpPr>
            <p:cNvPr id="8" name="Rectangle 7"/>
            <p:cNvSpPr/>
            <p:nvPr userDrawn="1"/>
          </p:nvSpPr>
          <p:spPr>
            <a:xfrm>
              <a:off x="0" y="0"/>
              <a:ext cx="12192000" cy="6858000"/>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9A9A9A"/>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dirty="0" err="1">
                <a:solidFill>
                  <a:srgbClr val="FFFFFF"/>
                </a:solidFill>
              </a:endParaRPr>
            </a:p>
          </p:txBody>
        </p:sp>
        <p:pic>
          <p:nvPicPr>
            <p:cNvPr id="7" name="Picture 2" descr="Image result for pttep logo"/>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061284" y="1572322"/>
              <a:ext cx="4069432" cy="371335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645429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6042071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1820"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Arial" panose="020B0604020202020204" pitchFamily="34" charset="0"/>
                <a:cs typeface="Arial" panose="020B0604020202020204" pitchFamily="34" charset="0"/>
                <a:sym typeface="Arial" panose="020B0604020202020204" pitchFamily="34" charset="0"/>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1. </a:t>
              </a:r>
              <a:r>
                <a:rPr kumimoji="0" lang="en-US" sz="1000" b="0" i="0" u="none" strike="noStrike" kern="1200" cap="none" spc="0" normalizeH="0" baseline="0" noProof="0" dirty="0" err="1">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xxxx</a:t>
              </a:r>
              <a:r>
                <a:rPr kumimoji="0" lang="en-US" sz="10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  2. </a:t>
              </a:r>
              <a:r>
                <a:rPr kumimoji="0" lang="en-US" sz="1000" b="0" i="0" u="none" strike="noStrike" kern="1200" cap="none" spc="0" normalizeH="0" baseline="0" noProof="0" dirty="0" err="1">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xxxx</a:t>
              </a:r>
              <a:r>
                <a:rPr kumimoji="0" lang="en-US" sz="10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tx1"/>
                </a:solidFill>
                <a:latin typeface="Arial" panose="020B0604020202020204" pitchFamily="34" charset="0"/>
                <a:sym typeface="Arial" panose="020B0604020202020204" pitchFamily="34" charset="0"/>
              </a:defRPr>
            </a:lvl1pPr>
          </a:lstStyle>
          <a:p>
            <a:endParaRPr lang="en-US" dirty="0"/>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55"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5357420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2843" name="think-cell Slide" r:id="rId4" imgW="457" imgH="343" progId="TCLayout.ActiveDocument.1">
                  <p:embed/>
                </p:oleObj>
              </mc:Choice>
              <mc:Fallback>
                <p:oleObj name="think-cell Slide" r:id="rId4" imgW="457" imgH="343"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3"/>
          <p:cNvPicPr>
            <a:picLocks noChangeAspect="1" noChangeArrowheads="1"/>
          </p:cNvPicPr>
          <p:nvPr userDrawn="1"/>
        </p:nvPicPr>
        <p:blipFill>
          <a:blip r:embed="rId6" cstate="print"/>
          <a:srcRect l="17192" t="20758" b="5853"/>
          <a:stretch>
            <a:fillRect/>
          </a:stretch>
        </p:blipFill>
        <p:spPr bwMode="auto">
          <a:xfrm>
            <a:off x="0" y="0"/>
            <a:ext cx="9432926" cy="5614592"/>
          </a:xfrm>
          <a:prstGeom prst="rect">
            <a:avLst/>
          </a:prstGeom>
          <a:noFill/>
          <a:ln w="9525">
            <a:noFill/>
            <a:miter lim="800000"/>
            <a:headEnd/>
            <a:tailEnd/>
          </a:ln>
        </p:spPr>
      </p:pic>
      <p:pic>
        <p:nvPicPr>
          <p:cNvPr id="29" name="Picture 4" descr="https://encrypted-tbn0.gstatic.com/images?q=tbn:ANd9GcQDlhh7FnU-uKUVebGrrnH_qP0ssWMHIZKt5O55_NsVmvPpm0jj"/>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0819747" y="40640"/>
            <a:ext cx="1321453" cy="1379267"/>
          </a:xfrm>
          <a:prstGeom prst="rect">
            <a:avLst/>
          </a:prstGeom>
          <a:noFill/>
          <a:extLst>
            <a:ext uri="{909E8E84-426E-40DD-AFC4-6F175D3DCCD1}">
              <a14:hiddenFill xmlns:a14="http://schemas.microsoft.com/office/drawing/2010/main">
                <a:solidFill>
                  <a:srgbClr val="FFFFFF"/>
                </a:solidFill>
              </a14:hiddenFill>
            </a:ext>
          </a:extLst>
        </p:spPr>
      </p:pic>
      <p:sp>
        <p:nvSpPr>
          <p:cNvPr id="33" name="Text Placeholder 3"/>
          <p:cNvSpPr>
            <a:spLocks noGrp="1"/>
          </p:cNvSpPr>
          <p:nvPr>
            <p:ph type="body" sz="quarter" idx="10" hasCustomPrompt="1"/>
          </p:nvPr>
        </p:nvSpPr>
        <p:spPr>
          <a:xfrm>
            <a:off x="508317" y="2089785"/>
            <a:ext cx="8686800" cy="1171575"/>
          </a:xfrm>
        </p:spPr>
        <p:txBody>
          <a:bodyPr lIns="91440" tIns="45720" bIns="45720" anchor="ctr"/>
          <a:lstStyle>
            <a:lvl1pPr>
              <a:defRPr sz="4000">
                <a:solidFill>
                  <a:schemeClr val="tx2"/>
                </a:solidFill>
              </a:defRPr>
            </a:lvl1pPr>
          </a:lstStyle>
          <a:p>
            <a:pPr lvl="0"/>
            <a:r>
              <a:rPr lang="en-US" dirty="0"/>
              <a:t>Click to add title</a:t>
            </a:r>
          </a:p>
        </p:txBody>
      </p:sp>
      <p:sp>
        <p:nvSpPr>
          <p:cNvPr id="34" name="Text Placeholder 3"/>
          <p:cNvSpPr>
            <a:spLocks noGrp="1"/>
          </p:cNvSpPr>
          <p:nvPr>
            <p:ph type="body" sz="quarter" idx="11" hasCustomPrompt="1"/>
          </p:nvPr>
        </p:nvSpPr>
        <p:spPr>
          <a:xfrm>
            <a:off x="508317" y="3349625"/>
            <a:ext cx="8686800" cy="521335"/>
          </a:xfrm>
        </p:spPr>
        <p:txBody>
          <a:bodyPr lIns="91440" tIns="45720" bIns="45720" anchor="ctr"/>
          <a:lstStyle>
            <a:lvl1pPr>
              <a:defRPr sz="2400">
                <a:solidFill>
                  <a:schemeClr val="tx2"/>
                </a:solidFill>
              </a:defRPr>
            </a:lvl1pPr>
          </a:lstStyle>
          <a:p>
            <a:pPr lvl="0"/>
            <a:r>
              <a:rPr lang="en-US" dirty="0"/>
              <a:t>Subtitle</a:t>
            </a:r>
          </a:p>
        </p:txBody>
      </p:sp>
      <p:sp>
        <p:nvSpPr>
          <p:cNvPr id="35" name="Text Placeholder 3"/>
          <p:cNvSpPr>
            <a:spLocks noGrp="1"/>
          </p:cNvSpPr>
          <p:nvPr>
            <p:ph type="body" sz="quarter" idx="12" hasCustomPrompt="1"/>
          </p:nvPr>
        </p:nvSpPr>
        <p:spPr>
          <a:xfrm>
            <a:off x="508317" y="4614188"/>
            <a:ext cx="8686800" cy="521335"/>
          </a:xfrm>
        </p:spPr>
        <p:txBody>
          <a:bodyPr lIns="91440" tIns="45720" bIns="45720" anchor="ctr"/>
          <a:lstStyle>
            <a:lvl1pPr>
              <a:defRPr sz="1600">
                <a:solidFill>
                  <a:schemeClr val="tx2"/>
                </a:solidFill>
              </a:defRPr>
            </a:lvl1pPr>
          </a:lstStyle>
          <a:p>
            <a:pPr lvl="0"/>
            <a:r>
              <a:rPr lang="en-US" dirty="0"/>
              <a:t>Date</a:t>
            </a:r>
          </a:p>
        </p:txBody>
      </p:sp>
      <p:grpSp>
        <p:nvGrpSpPr>
          <p:cNvPr id="11" name="Group 10"/>
          <p:cNvGrpSpPr/>
          <p:nvPr userDrawn="1"/>
        </p:nvGrpSpPr>
        <p:grpSpPr>
          <a:xfrm>
            <a:off x="0" y="6644640"/>
            <a:ext cx="11466576" cy="195538"/>
            <a:chOff x="0" y="6644640"/>
            <a:chExt cx="11466576" cy="195538"/>
          </a:xfrm>
        </p:grpSpPr>
        <p:pic>
          <p:nvPicPr>
            <p:cNvPr id="12" name="Picture 9" descr="graphic แถบพลัง final 5 July 2011.jpg"/>
            <p:cNvPicPr>
              <a:picLocks noChangeAspect="1"/>
            </p:cNvPicPr>
            <p:nvPr/>
          </p:nvPicPr>
          <p:blipFill rotWithShape="1">
            <a:blip r:embed="rId8" cstate="print">
              <a:clrChange>
                <a:clrFrom>
                  <a:srgbClr val="FEFEFE"/>
                </a:clrFrom>
                <a:clrTo>
                  <a:srgbClr val="FEFEFE">
                    <a:alpha val="0"/>
                  </a:srgbClr>
                </a:clrTo>
              </a:clrChange>
            </a:blip>
            <a:srcRect t="5974" b="-1"/>
            <a:stretch/>
          </p:blipFill>
          <p:spPr bwMode="auto">
            <a:xfrm>
              <a:off x="2685982" y="6644640"/>
              <a:ext cx="8780594" cy="195537"/>
            </a:xfrm>
            <a:prstGeom prst="rect">
              <a:avLst/>
            </a:prstGeom>
            <a:noFill/>
            <a:ln w="9525">
              <a:noFill/>
              <a:miter lim="800000"/>
              <a:headEnd/>
              <a:tailEnd/>
            </a:ln>
          </p:spPr>
        </p:pic>
        <p:pic>
          <p:nvPicPr>
            <p:cNvPr id="13" name="Picture 10" descr="graphic แถบพลัง final 5 July 2011.jpg"/>
            <p:cNvPicPr>
              <a:picLocks noChangeAspect="1"/>
            </p:cNvPicPr>
            <p:nvPr/>
          </p:nvPicPr>
          <p:blipFill rotWithShape="1">
            <a:blip r:embed="rId8" cstate="print"/>
            <a:srcRect t="5974" r="40771"/>
            <a:stretch/>
          </p:blipFill>
          <p:spPr bwMode="auto">
            <a:xfrm>
              <a:off x="0" y="6644640"/>
              <a:ext cx="5200541" cy="195538"/>
            </a:xfrm>
            <a:prstGeom prst="rect">
              <a:avLst/>
            </a:prstGeom>
            <a:noFill/>
            <a:ln w="9525">
              <a:noFill/>
              <a:miter lim="800000"/>
              <a:headEnd/>
              <a:tailEnd/>
            </a:ln>
          </p:spPr>
        </p:pic>
      </p:grpSp>
    </p:spTree>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2494989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3868"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tx1"/>
                </a:solidFill>
                <a:latin typeface="Arial" panose="020B0604020202020204" pitchFamily="34" charset="0"/>
                <a:sym typeface="Arial" panose="020B0604020202020204" pitchFamily="34" charset="0"/>
              </a:defRPr>
            </a:lvl1pPr>
          </a:lstStyle>
          <a:p>
            <a:endParaRPr lang="en-US" dirty="0"/>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8" name="Title 7"/>
          <p:cNvSpPr>
            <a:spLocks noGrp="1"/>
          </p:cNvSpPr>
          <p:nvPr>
            <p:ph type="title" hasCustomPrompt="1"/>
          </p:nvPr>
        </p:nvSpPr>
        <p:spPr>
          <a:xfrm>
            <a:off x="630000" y="622800"/>
            <a:ext cx="9966960" cy="332399"/>
          </a:xfrm>
        </p:spPr>
        <p:txBody>
          <a:bodyPr/>
          <a:lstStyle>
            <a:lvl1pPr>
              <a:defRPr>
                <a:latin typeface="Arial" panose="020B0604020202020204" pitchFamily="34" charset="0"/>
                <a:sym typeface="Arial" panose="020B0604020202020204" pitchFamily="34" charset="0"/>
              </a:defRPr>
            </a:lvl1pPr>
          </a:lstStyle>
          <a:p>
            <a:r>
              <a:rPr lang="en-US" dirty="0"/>
              <a:t>Click to add title</a:t>
            </a: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pic>
        <p:nvPicPr>
          <p:cNvPr id="13" name="Picture 4" descr="https://encrypted-tbn0.gstatic.com/images?q=tbn:ANd9GcQDlhh7FnU-uKUVebGrrnH_qP0ssWMHIZKt5O55_NsVmvPpm0jj"/>
          <p:cNvPicPr>
            <a:picLocks noChangeAspect="1" noChangeArrowheads="1"/>
          </p:cNvPicPr>
          <p:nvPr userDrawn="1"/>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673699" y="520661"/>
            <a:ext cx="514182" cy="536678"/>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p:cNvGrpSpPr/>
          <p:nvPr userDrawn="1"/>
        </p:nvGrpSpPr>
        <p:grpSpPr>
          <a:xfrm>
            <a:off x="0" y="6644640"/>
            <a:ext cx="11466576" cy="195538"/>
            <a:chOff x="0" y="6644640"/>
            <a:chExt cx="11466576" cy="195538"/>
          </a:xfrm>
        </p:grpSpPr>
        <p:pic>
          <p:nvPicPr>
            <p:cNvPr id="15" name="Picture 9" descr="graphic แถบพลัง final 5 July 2011.jpg"/>
            <p:cNvPicPr>
              <a:picLocks noChangeAspect="1"/>
            </p:cNvPicPr>
            <p:nvPr/>
          </p:nvPicPr>
          <p:blipFill rotWithShape="1">
            <a:blip r:embed="rId8" cstate="print">
              <a:clrChange>
                <a:clrFrom>
                  <a:srgbClr val="FEFEFE"/>
                </a:clrFrom>
                <a:clrTo>
                  <a:srgbClr val="FEFEFE">
                    <a:alpha val="0"/>
                  </a:srgbClr>
                </a:clrTo>
              </a:clrChange>
            </a:blip>
            <a:srcRect t="5974" b="-1"/>
            <a:stretch/>
          </p:blipFill>
          <p:spPr bwMode="auto">
            <a:xfrm>
              <a:off x="2685982" y="6644640"/>
              <a:ext cx="8780594" cy="195537"/>
            </a:xfrm>
            <a:prstGeom prst="rect">
              <a:avLst/>
            </a:prstGeom>
            <a:noFill/>
            <a:ln w="9525">
              <a:noFill/>
              <a:miter lim="800000"/>
              <a:headEnd/>
              <a:tailEnd/>
            </a:ln>
          </p:spPr>
        </p:pic>
        <p:pic>
          <p:nvPicPr>
            <p:cNvPr id="16" name="Picture 10" descr="graphic แถบพลัง final 5 July 2011.jpg"/>
            <p:cNvPicPr>
              <a:picLocks noChangeAspect="1"/>
            </p:cNvPicPr>
            <p:nvPr/>
          </p:nvPicPr>
          <p:blipFill rotWithShape="1">
            <a:blip r:embed="rId8" cstate="print"/>
            <a:srcRect t="5974" r="40771"/>
            <a:stretch/>
          </p:blipFill>
          <p:spPr bwMode="auto">
            <a:xfrm>
              <a:off x="0" y="6644640"/>
              <a:ext cx="5200541" cy="195538"/>
            </a:xfrm>
            <a:prstGeom prst="rect">
              <a:avLst/>
            </a:prstGeom>
            <a:noFill/>
            <a:ln w="9525">
              <a:noFill/>
              <a:miter lim="800000"/>
              <a:headEnd/>
              <a:tailEnd/>
            </a:ln>
          </p:spPr>
        </p:pic>
      </p:gr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15:guide id="1" orient="horz" pos="432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13121317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4893"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Date Placeholder 3"/>
          <p:cNvSpPr>
            <a:spLocks noGrp="1"/>
          </p:cNvSpPr>
          <p:nvPr>
            <p:ph type="dt" sz="half" idx="14"/>
          </p:nvPr>
        </p:nvSpPr>
        <p:spPr/>
        <p:txBody>
          <a:bodyPr/>
          <a:lstStyle>
            <a:lvl1pPr>
              <a:defRPr>
                <a:solidFill>
                  <a:schemeClr val="tx1"/>
                </a:solidFill>
                <a:latin typeface="Arial" panose="020B0604020202020204" pitchFamily="34" charset="0"/>
                <a:sym typeface="Arial" panose="020B0604020202020204" pitchFamily="34" charset="0"/>
              </a:defRPr>
            </a:lvl1pPr>
          </a:lstStyle>
          <a:p>
            <a:endParaRPr lang="en-US" dirty="0"/>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Arial" panose="020B0604020202020204" pitchFamily="34" charset="0"/>
                <a:sym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Arial" panose="020B0604020202020204" pitchFamily="34" charset="0"/>
                <a:sym typeface="Arial" panose="020B0604020202020204" pitchFamily="34" charset="0"/>
              </a:defRPr>
            </a:lvl1pPr>
          </a:lstStyle>
          <a:p>
            <a:r>
              <a:rPr lang="en-US" dirty="0"/>
              <a:t>Click to add title</a:t>
            </a: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5906602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5916"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tx1"/>
                </a:solidFill>
                <a:latin typeface="Arial" panose="020B0604020202020204" pitchFamily="34" charset="0"/>
                <a:sym typeface="Arial" panose="020B0604020202020204" pitchFamily="34" charset="0"/>
              </a:defRPr>
            </a:lvl1pPr>
          </a:lstStyle>
          <a:p>
            <a:endParaRPr lang="en-US" dirty="0"/>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Arial" panose="020B0604020202020204" pitchFamily="34" charset="0"/>
                <a:ea typeface="+mn-ea"/>
                <a:cs typeface="Arial" panose="020B0604020202020204" pitchFamily="34" charset="0"/>
                <a:sym typeface="Arial" panose="020B0604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02808875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6939" name="think-cell Slide" r:id="rId4" imgW="457" imgH="343" progId="TCLayout.ActiveDocument.1">
                  <p:embed/>
                </p:oleObj>
              </mc:Choice>
              <mc:Fallback>
                <p:oleObj name="think-cell Slide" r:id="rId4" imgW="457" imgH="343"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tx1"/>
                </a:solidFill>
                <a:latin typeface="Arial" panose="020B0604020202020204" pitchFamily="34" charset="0"/>
                <a:sym typeface="Arial" panose="020B0604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Arial" panose="020B0604020202020204" pitchFamily="34" charset="0"/>
                <a:sym typeface="Arial" panose="020B0604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5329728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7964"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Arial" panose="020B0604020202020204" pitchFamily="34" charset="0"/>
                <a:sym typeface="Arial" panose="020B0604020202020204" pitchFamily="34" charset="0"/>
              </a:defRPr>
            </a:lvl1pPr>
          </a:lstStyle>
          <a:p>
            <a:r>
              <a:rPr lang="en-US" dirty="0"/>
              <a:t>Click to add title</a:t>
            </a:r>
          </a:p>
        </p:txBody>
      </p:sp>
      <p:sp>
        <p:nvSpPr>
          <p:cNvPr id="12"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1" name="TextBox 10"/>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86620729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8988"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Arial" panose="020B0604020202020204" pitchFamily="34" charset="0"/>
                <a:sym typeface="Arial" panose="020B0604020202020204" pitchFamily="34" charset="0"/>
              </a:defRPr>
            </a:lvl1pPr>
          </a:lstStyle>
          <a:p>
            <a:r>
              <a:rPr lang="en-US" dirty="0"/>
              <a:t>Click to add title</a:t>
            </a:r>
          </a:p>
        </p:txBody>
      </p:sp>
      <p:sp>
        <p:nvSpPr>
          <p:cNvPr id="12"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1" name="TextBox 10"/>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76441999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0012"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Arial" panose="020B0604020202020204" pitchFamily="34" charset="0"/>
                <a:sym typeface="Arial" panose="020B0604020202020204" pitchFamily="34" charset="0"/>
              </a:defRPr>
            </a:lvl1pPr>
          </a:lstStyle>
          <a:p>
            <a:r>
              <a:rPr lang="en-US" dirty="0"/>
              <a:t>Click to add title</a:t>
            </a:r>
          </a:p>
        </p:txBody>
      </p:sp>
      <p:sp>
        <p:nvSpPr>
          <p:cNvPr id="12"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1" name="TextBox 10"/>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3759729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1037"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Arial" panose="020B0604020202020204" pitchFamily="34" charset="0"/>
                <a:sym typeface="Arial" panose="020B0604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tx1"/>
                </a:solidFill>
                <a:latin typeface="Arial" panose="020B0604020202020204" pitchFamily="34" charset="0"/>
                <a:sym typeface="Arial" panose="020B0604020202020204" pitchFamily="34" charset="0"/>
              </a:defRPr>
            </a:lvl1pPr>
          </a:lstStyle>
          <a:p>
            <a:endParaRPr lang="en-US"/>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2" name="TextBox 11"/>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8653302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2060"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Arial" panose="020B0604020202020204" pitchFamily="34" charset="0"/>
                <a:sym typeface="Arial" panose="020B0604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Arial" panose="020B0604020202020204" pitchFamily="34" charset="0"/>
                <a:sym typeface="Arial" panose="020B0604020202020204" pitchFamily="34" charset="0"/>
              </a:defRPr>
            </a:lvl1pPr>
          </a:lstStyle>
          <a:p>
            <a:r>
              <a:rPr lang="en-US" dirty="0"/>
              <a:t>Click to add title</a:t>
            </a: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tx1"/>
                </a:solidFill>
                <a:latin typeface="Arial" panose="020B0604020202020204" pitchFamily="34" charset="0"/>
                <a:sym typeface="Arial" panose="020B060402020202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8"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6" name="TextBox 15"/>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3443823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3084"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Arial" panose="020B0604020202020204" pitchFamily="34" charset="0"/>
                <a:sym typeface="Arial" panose="020B0604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tx1"/>
                </a:solidFill>
                <a:latin typeface="Arial" panose="020B0604020202020204" pitchFamily="34" charset="0"/>
                <a:sym typeface="Arial" panose="020B060402020202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Arial" panose="020B0604020202020204" pitchFamily="34" charset="0"/>
                <a:sym typeface="Arial" panose="020B0604020202020204" pitchFamily="34" charset="0"/>
              </a:defRPr>
            </a:lvl1pPr>
          </a:lstStyle>
          <a:p>
            <a:r>
              <a:rPr lang="en-US" dirty="0"/>
              <a:t>Click to add title</a:t>
            </a:r>
          </a:p>
        </p:txBody>
      </p:sp>
      <p:sp>
        <p:nvSpPr>
          <p:cNvPr id="16"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7" name="TextBox 16"/>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216890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4108"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Picture 2"/>
          <p:cNvPicPr>
            <a:picLocks noChangeAspect="1" noChangeArrowheads="1"/>
          </p:cNvPicPr>
          <p:nvPr userDrawn="1"/>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0863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2" name="Text Placeholder 3"/>
          <p:cNvSpPr>
            <a:spLocks noGrp="1"/>
          </p:cNvSpPr>
          <p:nvPr>
            <p:ph type="body" sz="quarter" idx="11" hasCustomPrompt="1"/>
          </p:nvPr>
        </p:nvSpPr>
        <p:spPr>
          <a:xfrm>
            <a:off x="630000" y="2764203"/>
            <a:ext cx="2478638" cy="1314311"/>
          </a:xfrm>
        </p:spPr>
        <p:txBody>
          <a:bodyPr anchor="ctr"/>
          <a:lstStyle>
            <a:lvl1pPr>
              <a:defRPr sz="2400" b="1">
                <a:solidFill>
                  <a:schemeClr val="tx2"/>
                </a:solidFill>
              </a:defRPr>
            </a:lvl1pPr>
          </a:lstStyle>
          <a:p>
            <a:pPr lvl="0"/>
            <a:r>
              <a:rPr lang="en-US" dirty="0"/>
              <a:t>Click to add title</a:t>
            </a: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5" name="TextBox 14"/>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41730796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5133"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b="1">
                <a:solidFill>
                  <a:srgbClr val="FFFFFF"/>
                </a:solidFill>
                <a:latin typeface="Arial" panose="020B0604020202020204" pitchFamily="34" charset="0"/>
                <a:sym typeface="Arial" panose="020B0604020202020204" pitchFamily="34" charset="0"/>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tx1"/>
                </a:solidFill>
                <a:latin typeface="Arial" panose="020B0604020202020204" pitchFamily="34" charset="0"/>
                <a:sym typeface="Arial" panose="020B0604020202020204" pitchFamily="34" charset="0"/>
              </a:defRPr>
            </a:lvl1pPr>
          </a:lstStyle>
          <a:p>
            <a:endParaRPr lang="en-US" dirty="0"/>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9"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pic>
        <p:nvPicPr>
          <p:cNvPr id="11" name="Picture 10"/>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
        <p:nvSpPr>
          <p:cNvPr id="12" name="TextBox 11"/>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82582726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6156"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pic>
        <p:nvPicPr>
          <p:cNvPr id="18" name="Picture 2"/>
          <p:cNvPicPr>
            <a:picLocks noChangeAspect="1" noChangeArrowheads="1"/>
          </p:cNvPicPr>
          <p:nvPr userDrawn="1"/>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533900" y="33829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1">
                <a:solidFill>
                  <a:schemeClr val="tx2"/>
                </a:solidFill>
                <a:latin typeface="Arial" panose="020B0604020202020204" pitchFamily="34" charset="0"/>
                <a:sym typeface="Arial" panose="020B0604020202020204" pitchFamily="34" charset="0"/>
              </a:defRPr>
            </a:lvl1pPr>
          </a:lstStyle>
          <a:p>
            <a:r>
              <a:rPr lang="en-US" dirty="0"/>
              <a:t>Click to add title</a:t>
            </a:r>
          </a:p>
        </p:txBody>
      </p:sp>
      <p:sp>
        <p:nvSpPr>
          <p:cNvPr id="12"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1" name="TextBox 10"/>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34805925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7181"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1">
                <a:solidFill>
                  <a:srgbClr val="FFFFFF"/>
                </a:solidFill>
                <a:latin typeface="Arial" panose="020B0604020202020204" pitchFamily="34" charset="0"/>
                <a:sym typeface="Arial" panose="020B0604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tx1"/>
                </a:solidFill>
                <a:latin typeface="Arial" panose="020B0604020202020204" pitchFamily="34" charset="0"/>
                <a:sym typeface="Arial" panose="020B0604020202020204" pitchFamily="34" charset="0"/>
              </a:defRPr>
            </a:lvl1pPr>
          </a:lstStyle>
          <a:p>
            <a:endParaRPr lang="en-US" dirty="0"/>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6"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pic>
        <p:nvPicPr>
          <p:cNvPr id="17" name="Picture 16"/>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
        <p:nvSpPr>
          <p:cNvPr id="10" name="TextBox 9"/>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83516944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8203"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1" name="Picture 2"/>
          <p:cNvPicPr>
            <a:picLocks noChangeAspect="1" noChangeArrowheads="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7875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Arial" panose="020B0604020202020204" pitchFamily="34" charset="0"/>
                <a:sym typeface="Arial" panose="020B0604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2"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0" name="TextBox 9"/>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08813753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9228"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Arial" panose="020B0604020202020204" pitchFamily="34" charset="0"/>
                <a:sym typeface="Arial" panose="020B0604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tx1"/>
                </a:solidFill>
                <a:latin typeface="Arial" panose="020B0604020202020204" pitchFamily="34" charset="0"/>
                <a:sym typeface="Arial" panose="020B0604020202020204" pitchFamily="34" charset="0"/>
              </a:defRPr>
            </a:lvl1pPr>
          </a:lstStyle>
          <a:p>
            <a:endParaRPr lang="en-US" dirty="0"/>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7"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pic>
        <p:nvPicPr>
          <p:cNvPr id="13" name="Picture 12"/>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
        <p:nvSpPr>
          <p:cNvPr id="10" name="TextBox 9"/>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08930422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0251"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90341"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Arial" panose="020B0604020202020204" pitchFamily="34" charset="0"/>
                <a:sym typeface="Arial" panose="020B0604020202020204" pitchFamily="34" charset="0"/>
              </a:defRPr>
            </a:lvl1pPr>
          </a:lstStyle>
          <a:p>
            <a:r>
              <a:rPr lang="en-US" dirty="0"/>
              <a:t>Click to add title</a:t>
            </a: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1" name="TextBox 10"/>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9732805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1276"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Arial" panose="020B0604020202020204" pitchFamily="34" charset="0"/>
                <a:sym typeface="Arial" panose="020B0604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tx1"/>
                </a:solidFill>
                <a:latin typeface="Arial" panose="020B0604020202020204" pitchFamily="34" charset="0"/>
                <a:sym typeface="Arial" panose="020B0604020202020204" pitchFamily="34" charset="0"/>
              </a:defRPr>
            </a:lvl1pPr>
          </a:lstStyle>
          <a:p>
            <a:endParaRPr lang="en-US" dirty="0"/>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2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pic>
        <p:nvPicPr>
          <p:cNvPr id="14" name="Picture 13"/>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sp>
        <p:nvSpPr>
          <p:cNvPr id="10" name="TextBox 9"/>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46341559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2299"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Arial" panose="020B0604020202020204" pitchFamily="34" charset="0"/>
                <a:ea typeface="+mn-ea"/>
                <a:cs typeface="Arial" panose="020B0604020202020204" pitchFamily="34" charset="0"/>
                <a:sym typeface="Arial" panose="020B0604020202020204" pitchFamily="34" charset="0"/>
              </a:defRPr>
            </a:lvl1pPr>
          </a:lstStyle>
          <a:p>
            <a:r>
              <a:rPr lang="en-US" dirty="0"/>
              <a:t>Click to add big statement text</a:t>
            </a:r>
          </a:p>
        </p:txBody>
      </p:sp>
      <p:sp>
        <p:nvSpPr>
          <p:cNvPr id="8"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2" name="TextBox 11"/>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69113513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3323"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0"/>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Arial" panose="020B0604020202020204" pitchFamily="34" charset="0"/>
                <a:ea typeface="+mn-ea"/>
                <a:cs typeface="Arial" panose="020B0604020202020204" pitchFamily="34" charset="0"/>
                <a:sym typeface="Arial" panose="020B0604020202020204" pitchFamily="34" charset="0"/>
              </a:defRPr>
            </a:lvl1pPr>
          </a:lstStyle>
          <a:p>
            <a:r>
              <a:rPr lang="en-US" dirty="0"/>
              <a:t>Click to add big statement text</a:t>
            </a:r>
          </a:p>
        </p:txBody>
      </p:sp>
      <p:sp>
        <p:nvSpPr>
          <p:cNvPr id="9"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89831565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4346" name="think-cell Slide" r:id="rId4" imgW="457" imgH="343" progId="TCLayout.ActiveDocument.1">
                  <p:embed/>
                </p:oleObj>
              </mc:Choice>
              <mc:Fallback>
                <p:oleObj name="think-cell Slide" r:id="rId4" imgW="457" imgH="343"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a:p>
        </p:txBody>
      </p:sp>
      <p:sp>
        <p:nvSpPr>
          <p:cNvPr id="7" name="TextBox 6"/>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accent5"/>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229950127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5372"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Arial" panose="020B0604020202020204" pitchFamily="34" charset="0"/>
                <a:sym typeface="Arial" panose="020B0604020202020204" pitchFamily="34" charset="0"/>
              </a:defRPr>
            </a:lvl1pPr>
          </a:lstStyle>
          <a:p>
            <a:r>
              <a:rPr lang="en-US" dirty="0"/>
              <a:t>Click to add title</a:t>
            </a:r>
          </a:p>
        </p:txBody>
      </p:sp>
      <p:sp>
        <p:nvSpPr>
          <p:cNvPr id="8"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9" name="TextBox 8"/>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3852562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6395"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Arial" panose="020B0604020202020204" pitchFamily="34" charset="0"/>
                <a:cs typeface="Arial" panose="020B0604020202020204" pitchFamily="34" charset="0"/>
                <a:sym typeface="Arial" panose="020B0604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1" name="TextBox 10"/>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769911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7419"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Arial" panose="020B0604020202020204" pitchFamily="34" charset="0"/>
                <a:sym typeface="Arial" panose="020B060402020202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8"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7" name="TextBox 6"/>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66935981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8443"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7" name="Date Placeholder 6"/>
          <p:cNvSpPr>
            <a:spLocks noGrp="1"/>
          </p:cNvSpPr>
          <p:nvPr>
            <p:ph type="dt" sz="half" idx="10"/>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6"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_End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11339214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6061" name="think-cell Slide" r:id="rId4" imgW="457" imgH="343" progId="TCLayout.ActiveDocument.1">
                  <p:embed/>
                </p:oleObj>
              </mc:Choice>
              <mc:Fallback>
                <p:oleObj name="think-cell Slide" r:id="rId4" imgW="457" imgH="343"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grpSp>
        <p:nvGrpSpPr>
          <p:cNvPr id="5" name="Group 4"/>
          <p:cNvGrpSpPr/>
          <p:nvPr userDrawn="1"/>
        </p:nvGrpSpPr>
        <p:grpSpPr>
          <a:xfrm>
            <a:off x="0" y="0"/>
            <a:ext cx="12192000" cy="6858000"/>
            <a:chOff x="0" y="0"/>
            <a:chExt cx="12192000" cy="6858000"/>
          </a:xfrm>
        </p:grpSpPr>
        <p:sp>
          <p:nvSpPr>
            <p:cNvPr id="8" name="Rectangle 7"/>
            <p:cNvSpPr/>
            <p:nvPr userDrawn="1"/>
          </p:nvSpPr>
          <p:spPr>
            <a:xfrm>
              <a:off x="0" y="0"/>
              <a:ext cx="12192000" cy="6858000"/>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9A9A9A"/>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dirty="0" err="1">
                <a:solidFill>
                  <a:srgbClr val="FFFFFF"/>
                </a:solidFill>
              </a:endParaRPr>
            </a:p>
          </p:txBody>
        </p:sp>
        <p:pic>
          <p:nvPicPr>
            <p:cNvPr id="7" name="Picture 2" descr="Image result for pttep logo"/>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061284" y="1572322"/>
              <a:ext cx="4069432" cy="371335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480388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58559125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1515"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Arial" panose="020B0604020202020204" pitchFamily="34" charset="0"/>
                <a:cs typeface="Arial" panose="020B0604020202020204" pitchFamily="34" charset="0"/>
                <a:sym typeface="Arial" panose="020B0604020202020204" pitchFamily="34" charset="0"/>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sym typeface="Arial" panose="020B0604020202020204" pitchFamily="34" charset="0"/>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1. </a:t>
              </a:r>
              <a:r>
                <a:rPr kumimoji="0" lang="en-US" sz="1000" b="0" i="0" u="none" strike="noStrike" kern="1200" cap="none" spc="0" normalizeH="0" baseline="0" noProof="0" dirty="0" err="1">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xxxx</a:t>
              </a:r>
              <a:r>
                <a:rPr kumimoji="0" lang="en-US" sz="10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  2. </a:t>
              </a:r>
              <a:r>
                <a:rPr kumimoji="0" lang="en-US" sz="1000" b="0" i="0" u="none" strike="noStrike" kern="1200" cap="none" spc="0" normalizeH="0" baseline="0" noProof="0" dirty="0" err="1">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xxxx</a:t>
              </a:r>
              <a:r>
                <a:rPr kumimoji="0" lang="en-US" sz="10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mn-ea"/>
                  <a:cs typeface="Arial" panose="020B0604020202020204" pitchFamily="34" charset="0"/>
                  <a:sym typeface="Arial" panose="020B0604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Arial" panose="020B0604020202020204" pitchFamily="34" charset="0"/>
                <a:sym typeface="Arial" panose="020B0604020202020204" pitchFamily="34" charset="0"/>
              </a:defRPr>
            </a:lvl1pPr>
          </a:lstStyle>
          <a:p>
            <a:endParaRPr lang="en-US" dirty="0"/>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55"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71254202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5999" name="think-cell Slide" r:id="rId5" imgW="270" imgH="270" progId="TCLayout.ActiveDocument.1">
                  <p:embed/>
                </p:oleObj>
              </mc:Choice>
              <mc:Fallback>
                <p:oleObj name="think-cell Slide" r:id="rId5" imgW="270" imgH="270" progId="TCLayout.ActiveDocument.1">
                  <p:embed/>
                  <p:pic>
                    <p:nvPicPr>
                      <p:cNvPr id="3" name="Objec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12" name="Rectangle 11"/>
          <p:cNvSpPr/>
          <p:nvPr userDrawn="1">
            <p:custDataLst>
              <p:tags r:id="rId3"/>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2" name="TextBox 1"/>
          <p:cNvSpPr txBox="1"/>
          <p:nvPr userDrawn="1"/>
        </p:nvSpPr>
        <p:spPr>
          <a:xfrm>
            <a:off x="630000" y="907198"/>
            <a:ext cx="3448800" cy="347472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0" name="TextBox 1"/>
          <p:cNvSpPr txBox="1"/>
          <p:nvPr userDrawn="1"/>
        </p:nvSpPr>
        <p:spPr>
          <a:xfrm>
            <a:off x="1069073" y="1115416"/>
            <a:ext cx="2569934" cy="881780"/>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Arial" panose="020B0604020202020204" pitchFamily="34" charset="0"/>
                <a:cs typeface="Arial" panose="020B0604020202020204" pitchFamily="34" charset="0"/>
                <a:sym typeface="Arial" panose="020B0604020202020204" pitchFamily="34" charset="0"/>
              </a:rPr>
              <a:t>Agenda</a:t>
            </a:r>
          </a:p>
        </p:txBody>
      </p:sp>
      <p:sp>
        <p:nvSpPr>
          <p:cNvPr id="13" name="TextBox 12"/>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32927087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7022"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8" name="TextBox 7"/>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2062088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8046"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latin typeface="Arial" panose="020B0604020202020204" pitchFamily="34" charset="0"/>
                <a:cs typeface="Arial" panose="020B0604020202020204" pitchFamily="34" charset="0"/>
                <a:sym typeface="Arial" panose="020B0604020202020204" pitchFamily="34" charset="0"/>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8" name="TextBox 7"/>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42277057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9072"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latin typeface="Arial" panose="020B0604020202020204" pitchFamily="34" charset="0"/>
                <a:cs typeface="Arial" panose="020B0604020202020204" pitchFamily="34" charset="0"/>
                <a:sym typeface="Arial" panose="020B0604020202020204" pitchFamily="34" charset="0"/>
              </a:rPr>
              <a:t>Agenda</a:t>
            </a:r>
          </a:p>
        </p:txBody>
      </p:sp>
      <p:sp>
        <p:nvSpPr>
          <p:cNvPr id="9" name="TextBox 8"/>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05883923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0095"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10" name="Rectangle 9"/>
          <p:cNvSpPr/>
          <p:nvPr userDrawn="1">
            <p:custDataLst>
              <p:tags r:id="rId3"/>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11" name="TextBox 10"/>
          <p:cNvSpPr txBox="1"/>
          <p:nvPr userDrawn="1"/>
        </p:nvSpPr>
        <p:spPr>
          <a:xfrm>
            <a:off x="630000" y="907197"/>
            <a:ext cx="3448800" cy="347472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latin typeface="Arial" panose="020B0604020202020204" pitchFamily="34" charset="0"/>
              <a:cs typeface="Arial" panose="020B0604020202020204" pitchFamily="34" charset="0"/>
              <a:sym typeface="Arial" panose="020B0604020202020204" pitchFamily="34" charset="0"/>
            </a:endParaRPr>
          </a:p>
        </p:txBody>
      </p:sp>
      <p:sp>
        <p:nvSpPr>
          <p:cNvPr id="9" name="TextBox 1"/>
          <p:cNvSpPr txBox="1"/>
          <p:nvPr userDrawn="1"/>
        </p:nvSpPr>
        <p:spPr>
          <a:xfrm>
            <a:off x="1069073" y="1115416"/>
            <a:ext cx="2569934" cy="881780"/>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latin typeface="Arial" panose="020B0604020202020204" pitchFamily="34" charset="0"/>
                <a:cs typeface="Arial" panose="020B0604020202020204" pitchFamily="34" charset="0"/>
                <a:sym typeface="Arial" panose="020B0604020202020204" pitchFamily="34" charset="0"/>
              </a:rPr>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90634248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1118"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9932977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2142"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latin typeface="Arial" panose="020B0604020202020204" pitchFamily="34" charset="0"/>
                <a:cs typeface="Arial" panose="020B0604020202020204" pitchFamily="34" charset="0"/>
                <a:sym typeface="Arial" panose="020B0604020202020204" pitchFamily="34" charset="0"/>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148748036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3168"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7">
            <a:duotone>
              <a:schemeClr val="accent1">
                <a:shade val="45000"/>
                <a:satMod val="135000"/>
              </a:schemeClr>
              <a:prstClr val="white"/>
            </a:duotone>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schemeClr val="bg1">
                    <a:lumMod val="50000"/>
                  </a:schemeClr>
                </a:solidFill>
                <a:latin typeface="Arial" panose="020B0604020202020204" pitchFamily="34" charset="0"/>
                <a:cs typeface="Arial" panose="020B0604020202020204" pitchFamily="34" charset="0"/>
                <a:sym typeface="Arial" panose="020B0604020202020204" pitchFamily="34" charset="0"/>
              </a:rPr>
              <a:t>Software_Engineering_Full_Stack_Test (003).pptx</a:t>
            </a:r>
            <a:endParaRPr lang="en-US" sz="700" dirty="0">
              <a:solidFill>
                <a:schemeClr val="bg1">
                  <a:lumMod val="50000"/>
                </a:schemeClr>
              </a:solidFill>
              <a:latin typeface="Arial" panose="020B0604020202020204" pitchFamily="34" charset="0"/>
              <a:cs typeface="Arial" panose="020B0604020202020204" pitchFamily="34" charset="0"/>
              <a:sym typeface="Arial" panose="020B0604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latin typeface="Arial" panose="020B0604020202020204" pitchFamily="34" charset="0"/>
                <a:cs typeface="Arial" panose="020B0604020202020204" pitchFamily="34" charset="0"/>
                <a:sym typeface="Arial" panose="020B0604020202020204" pitchFamily="34" charset="0"/>
              </a:rPr>
              <a:t>Agenda</a:t>
            </a:r>
          </a:p>
        </p:txBody>
      </p:sp>
      <p:sp>
        <p:nvSpPr>
          <p:cNvPr id="9" name="TextBox 8"/>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4837588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4190"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6">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Arial" panose="020B0604020202020204" pitchFamily="34" charset="0"/>
              <a:cs typeface="Arial" panose="020B0604020202020204" pitchFamily="34" charset="0"/>
              <a:sym typeface="Arial" panose="020B0604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Arial" panose="020B0604020202020204" pitchFamily="34" charset="0"/>
                <a:cs typeface="Arial" panose="020B0604020202020204" pitchFamily="34" charset="0"/>
                <a:sym typeface="Arial" panose="020B0604020202020204" pitchFamily="34" charset="0"/>
              </a:rPr>
              <a:t>Table of contents</a:t>
            </a:r>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SG" sz="700">
                <a:solidFill>
                  <a:schemeClr val="bg1"/>
                </a:solidFill>
                <a:latin typeface="Arial" panose="020B0604020202020204" pitchFamily="34" charset="0"/>
                <a:cs typeface="Arial" panose="020B0604020202020204" pitchFamily="34" charset="0"/>
                <a:sym typeface="Arial" panose="020B0604020202020204" pitchFamily="34" charset="0"/>
              </a:rPr>
              <a:t>Copyright © 2019 by The Boston Consulting Group, Inc. All rights reserved.</a:t>
            </a:r>
            <a:endParaRPr lang="en-US" sz="70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9" name="TextBox 8"/>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pic>
        <p:nvPicPr>
          <p:cNvPr id="18" name="Picture 17"/>
          <p:cNvPicPr>
            <a:picLocks noChangeAspect="1"/>
          </p:cNvPicPr>
          <p:nvPr userDrawn="1"/>
        </p:nvPicPr>
        <p:blipFill rotWithShape="1">
          <a:blip r:embed="rId3">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1"/>
            </p:custDataLst>
          </p:nvPr>
        </p:nvPicPr>
        <p:blipFill rotWithShape="1">
          <a:blip r:embed="rId4">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solidFill>
                <a:prstClr val="white"/>
              </a:solidFill>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957600"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grpSp>
        <p:nvGrpSpPr>
          <p:cNvPr id="23" name="Group 22"/>
          <p:cNvGrpSpPr/>
          <p:nvPr userDrawn="1"/>
        </p:nvGrpSpPr>
        <p:grpSpPr>
          <a:xfrm>
            <a:off x="957600" y="946936"/>
            <a:ext cx="2887436" cy="894745"/>
            <a:chOff x="848180" y="896938"/>
            <a:chExt cx="2178050" cy="674924"/>
          </a:xfrm>
          <a:solidFill>
            <a:schemeClr val="bg1"/>
          </a:solidFill>
        </p:grpSpPr>
        <p:sp>
          <p:nvSpPr>
            <p:cNvPr id="24" name="Freeform 5"/>
            <p:cNvSpPr>
              <a:spLocks noEditPoints="1"/>
            </p:cNvSpPr>
            <p:nvPr/>
          </p:nvSpPr>
          <p:spPr bwMode="auto">
            <a:xfrm>
              <a:off x="848180" y="896938"/>
              <a:ext cx="997552" cy="414102"/>
            </a:xfrm>
            <a:custGeom>
              <a:avLst/>
              <a:gdLst>
                <a:gd name="T0" fmla="*/ 39 w 340"/>
                <a:gd name="T1" fmla="*/ 10 h 140"/>
                <a:gd name="T2" fmla="*/ 54 w 340"/>
                <a:gd name="T3" fmla="*/ 8 h 140"/>
                <a:gd name="T4" fmla="*/ 47 w 340"/>
                <a:gd name="T5" fmla="*/ 64 h 140"/>
                <a:gd name="T6" fmla="*/ 60 w 340"/>
                <a:gd name="T7" fmla="*/ 132 h 140"/>
                <a:gd name="T8" fmla="*/ 39 w 340"/>
                <a:gd name="T9" fmla="*/ 69 h 140"/>
                <a:gd name="T10" fmla="*/ 92 w 340"/>
                <a:gd name="T11" fmla="*/ 100 h 140"/>
                <a:gd name="T12" fmla="*/ 285 w 340"/>
                <a:gd name="T13" fmla="*/ 78 h 140"/>
                <a:gd name="T14" fmla="*/ 286 w 340"/>
                <a:gd name="T15" fmla="*/ 82 h 140"/>
                <a:gd name="T16" fmla="*/ 306 w 340"/>
                <a:gd name="T17" fmla="*/ 113 h 140"/>
                <a:gd name="T18" fmla="*/ 238 w 340"/>
                <a:gd name="T19" fmla="*/ 71 h 140"/>
                <a:gd name="T20" fmla="*/ 315 w 340"/>
                <a:gd name="T21" fmla="*/ 40 h 140"/>
                <a:gd name="T22" fmla="*/ 318 w 340"/>
                <a:gd name="T23" fmla="*/ 41 h 140"/>
                <a:gd name="T24" fmla="*/ 317 w 340"/>
                <a:gd name="T25" fmla="*/ 1 h 140"/>
                <a:gd name="T26" fmla="*/ 313 w 340"/>
                <a:gd name="T27" fmla="*/ 12 h 140"/>
                <a:gd name="T28" fmla="*/ 278 w 340"/>
                <a:gd name="T29" fmla="*/ 0 h 140"/>
                <a:gd name="T30" fmla="*/ 216 w 340"/>
                <a:gd name="T31" fmla="*/ 90 h 140"/>
                <a:gd name="T32" fmla="*/ 177 w 340"/>
                <a:gd name="T33" fmla="*/ 135 h 140"/>
                <a:gd name="T34" fmla="*/ 174 w 340"/>
                <a:gd name="T35" fmla="*/ 5 h 140"/>
                <a:gd name="T36" fmla="*/ 210 w 340"/>
                <a:gd name="T37" fmla="*/ 34 h 140"/>
                <a:gd name="T38" fmla="*/ 211 w 340"/>
                <a:gd name="T39" fmla="*/ 1 h 140"/>
                <a:gd name="T40" fmla="*/ 208 w 340"/>
                <a:gd name="T41" fmla="*/ 2 h 140"/>
                <a:gd name="T42" fmla="*/ 206 w 340"/>
                <a:gd name="T43" fmla="*/ 12 h 140"/>
                <a:gd name="T44" fmla="*/ 110 w 340"/>
                <a:gd name="T45" fmla="*/ 71 h 140"/>
                <a:gd name="T46" fmla="*/ 110 w 340"/>
                <a:gd name="T47" fmla="*/ 82 h 140"/>
                <a:gd name="T48" fmla="*/ 69 w 340"/>
                <a:gd name="T49" fmla="*/ 65 h 140"/>
                <a:gd name="T50" fmla="*/ 53 w 340"/>
                <a:gd name="T51" fmla="*/ 2 h 140"/>
                <a:gd name="T52" fmla="*/ 0 w 340"/>
                <a:gd name="T53" fmla="*/ 2 h 140"/>
                <a:gd name="T54" fmla="*/ 1 w 340"/>
                <a:gd name="T55" fmla="*/ 6 h 140"/>
                <a:gd name="T56" fmla="*/ 18 w 340"/>
                <a:gd name="T57" fmla="*/ 106 h 140"/>
                <a:gd name="T58" fmla="*/ 0 w 340"/>
                <a:gd name="T59" fmla="*/ 135 h 140"/>
                <a:gd name="T60" fmla="*/ 28 w 340"/>
                <a:gd name="T61" fmla="*/ 137 h 140"/>
                <a:gd name="T62" fmla="*/ 115 w 340"/>
                <a:gd name="T63" fmla="*/ 101 h 140"/>
                <a:gd name="T64" fmla="*/ 177 w 340"/>
                <a:gd name="T65" fmla="*/ 140 h 140"/>
                <a:gd name="T66" fmla="*/ 214 w 340"/>
                <a:gd name="T67" fmla="*/ 127 h 140"/>
                <a:gd name="T68" fmla="*/ 218 w 340"/>
                <a:gd name="T69" fmla="*/ 138 h 140"/>
                <a:gd name="T70" fmla="*/ 219 w 340"/>
                <a:gd name="T71" fmla="*/ 101 h 140"/>
                <a:gd name="T72" fmla="*/ 279 w 340"/>
                <a:gd name="T73" fmla="*/ 140 h 140"/>
                <a:gd name="T74" fmla="*/ 328 w 340"/>
                <a:gd name="T75" fmla="*/ 121 h 140"/>
                <a:gd name="T76" fmla="*/ 327 w 340"/>
                <a:gd name="T77" fmla="*/ 101 h 140"/>
                <a:gd name="T78" fmla="*/ 340 w 340"/>
                <a:gd name="T79" fmla="*/ 80 h 140"/>
                <a:gd name="T80" fmla="*/ 315 w 340"/>
                <a:gd name="T81" fmla="*/ 7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0" h="140">
                  <a:moveTo>
                    <a:pt x="39" y="64"/>
                  </a:moveTo>
                  <a:cubicBezTo>
                    <a:pt x="39" y="10"/>
                    <a:pt x="39" y="10"/>
                    <a:pt x="39" y="10"/>
                  </a:cubicBezTo>
                  <a:cubicBezTo>
                    <a:pt x="39" y="9"/>
                    <a:pt x="39" y="8"/>
                    <a:pt x="41" y="8"/>
                  </a:cubicBezTo>
                  <a:cubicBezTo>
                    <a:pt x="44" y="8"/>
                    <a:pt x="51" y="8"/>
                    <a:pt x="54" y="8"/>
                  </a:cubicBezTo>
                  <a:cubicBezTo>
                    <a:pt x="70" y="8"/>
                    <a:pt x="81" y="17"/>
                    <a:pt x="81" y="36"/>
                  </a:cubicBezTo>
                  <a:cubicBezTo>
                    <a:pt x="81" y="57"/>
                    <a:pt x="68" y="64"/>
                    <a:pt x="47" y="64"/>
                  </a:cubicBezTo>
                  <a:lnTo>
                    <a:pt x="39" y="64"/>
                  </a:lnTo>
                  <a:close/>
                  <a:moveTo>
                    <a:pt x="60" y="132"/>
                  </a:moveTo>
                  <a:cubicBezTo>
                    <a:pt x="42" y="132"/>
                    <a:pt x="39" y="129"/>
                    <a:pt x="39" y="104"/>
                  </a:cubicBezTo>
                  <a:cubicBezTo>
                    <a:pt x="39" y="69"/>
                    <a:pt x="39" y="69"/>
                    <a:pt x="39" y="69"/>
                  </a:cubicBezTo>
                  <a:cubicBezTo>
                    <a:pt x="47" y="69"/>
                    <a:pt x="47" y="69"/>
                    <a:pt x="47" y="69"/>
                  </a:cubicBezTo>
                  <a:cubicBezTo>
                    <a:pt x="71" y="69"/>
                    <a:pt x="92" y="74"/>
                    <a:pt x="92" y="100"/>
                  </a:cubicBezTo>
                  <a:cubicBezTo>
                    <a:pt x="92" y="120"/>
                    <a:pt x="80" y="132"/>
                    <a:pt x="60" y="132"/>
                  </a:cubicBezTo>
                  <a:close/>
                  <a:moveTo>
                    <a:pt x="285" y="78"/>
                  </a:moveTo>
                  <a:cubicBezTo>
                    <a:pt x="285" y="80"/>
                    <a:pt x="285" y="80"/>
                    <a:pt x="285" y="80"/>
                  </a:cubicBezTo>
                  <a:cubicBezTo>
                    <a:pt x="285" y="81"/>
                    <a:pt x="285" y="82"/>
                    <a:pt x="286" y="82"/>
                  </a:cubicBezTo>
                  <a:cubicBezTo>
                    <a:pt x="306" y="82"/>
                    <a:pt x="306" y="84"/>
                    <a:pt x="306" y="100"/>
                  </a:cubicBezTo>
                  <a:cubicBezTo>
                    <a:pt x="306" y="113"/>
                    <a:pt x="306" y="113"/>
                    <a:pt x="306" y="113"/>
                  </a:cubicBezTo>
                  <a:cubicBezTo>
                    <a:pt x="306" y="126"/>
                    <a:pt x="298" y="135"/>
                    <a:pt x="280" y="135"/>
                  </a:cubicBezTo>
                  <a:cubicBezTo>
                    <a:pt x="251" y="135"/>
                    <a:pt x="238" y="106"/>
                    <a:pt x="238" y="71"/>
                  </a:cubicBezTo>
                  <a:cubicBezTo>
                    <a:pt x="238" y="37"/>
                    <a:pt x="247" y="5"/>
                    <a:pt x="280" y="5"/>
                  </a:cubicBezTo>
                  <a:cubicBezTo>
                    <a:pt x="298" y="5"/>
                    <a:pt x="313" y="17"/>
                    <a:pt x="315" y="40"/>
                  </a:cubicBezTo>
                  <a:cubicBezTo>
                    <a:pt x="315" y="41"/>
                    <a:pt x="315" y="41"/>
                    <a:pt x="316" y="41"/>
                  </a:cubicBezTo>
                  <a:cubicBezTo>
                    <a:pt x="318" y="41"/>
                    <a:pt x="318" y="41"/>
                    <a:pt x="318" y="41"/>
                  </a:cubicBezTo>
                  <a:cubicBezTo>
                    <a:pt x="318" y="32"/>
                    <a:pt x="318" y="10"/>
                    <a:pt x="318" y="1"/>
                  </a:cubicBezTo>
                  <a:cubicBezTo>
                    <a:pt x="317" y="1"/>
                    <a:pt x="317" y="1"/>
                    <a:pt x="317" y="1"/>
                  </a:cubicBezTo>
                  <a:cubicBezTo>
                    <a:pt x="315" y="1"/>
                    <a:pt x="315" y="1"/>
                    <a:pt x="315" y="2"/>
                  </a:cubicBezTo>
                  <a:cubicBezTo>
                    <a:pt x="313" y="12"/>
                    <a:pt x="313" y="12"/>
                    <a:pt x="313" y="12"/>
                  </a:cubicBezTo>
                  <a:cubicBezTo>
                    <a:pt x="313" y="12"/>
                    <a:pt x="313" y="12"/>
                    <a:pt x="313" y="12"/>
                  </a:cubicBezTo>
                  <a:cubicBezTo>
                    <a:pt x="303" y="3"/>
                    <a:pt x="290" y="0"/>
                    <a:pt x="278" y="0"/>
                  </a:cubicBezTo>
                  <a:cubicBezTo>
                    <a:pt x="239" y="0"/>
                    <a:pt x="214" y="32"/>
                    <a:pt x="214" y="71"/>
                  </a:cubicBezTo>
                  <a:cubicBezTo>
                    <a:pt x="214" y="78"/>
                    <a:pt x="215" y="84"/>
                    <a:pt x="216" y="90"/>
                  </a:cubicBezTo>
                  <a:cubicBezTo>
                    <a:pt x="216" y="95"/>
                    <a:pt x="216" y="95"/>
                    <a:pt x="216" y="95"/>
                  </a:cubicBezTo>
                  <a:cubicBezTo>
                    <a:pt x="213" y="125"/>
                    <a:pt x="196" y="135"/>
                    <a:pt x="177" y="135"/>
                  </a:cubicBezTo>
                  <a:cubicBezTo>
                    <a:pt x="148" y="135"/>
                    <a:pt x="134" y="108"/>
                    <a:pt x="134" y="71"/>
                  </a:cubicBezTo>
                  <a:cubicBezTo>
                    <a:pt x="134" y="37"/>
                    <a:pt x="142" y="5"/>
                    <a:pt x="174" y="5"/>
                  </a:cubicBezTo>
                  <a:cubicBezTo>
                    <a:pt x="191" y="5"/>
                    <a:pt x="205" y="15"/>
                    <a:pt x="208" y="33"/>
                  </a:cubicBezTo>
                  <a:cubicBezTo>
                    <a:pt x="208" y="34"/>
                    <a:pt x="209" y="34"/>
                    <a:pt x="210" y="34"/>
                  </a:cubicBezTo>
                  <a:cubicBezTo>
                    <a:pt x="212" y="34"/>
                    <a:pt x="212" y="34"/>
                    <a:pt x="212" y="34"/>
                  </a:cubicBezTo>
                  <a:cubicBezTo>
                    <a:pt x="212" y="25"/>
                    <a:pt x="211" y="10"/>
                    <a:pt x="211" y="1"/>
                  </a:cubicBezTo>
                  <a:cubicBezTo>
                    <a:pt x="210" y="1"/>
                    <a:pt x="210" y="1"/>
                    <a:pt x="210" y="1"/>
                  </a:cubicBezTo>
                  <a:cubicBezTo>
                    <a:pt x="209" y="1"/>
                    <a:pt x="208" y="1"/>
                    <a:pt x="208" y="2"/>
                  </a:cubicBezTo>
                  <a:cubicBezTo>
                    <a:pt x="206" y="12"/>
                    <a:pt x="206" y="12"/>
                    <a:pt x="206" y="12"/>
                  </a:cubicBezTo>
                  <a:cubicBezTo>
                    <a:pt x="206" y="12"/>
                    <a:pt x="206" y="12"/>
                    <a:pt x="206" y="12"/>
                  </a:cubicBezTo>
                  <a:cubicBezTo>
                    <a:pt x="197" y="3"/>
                    <a:pt x="184" y="0"/>
                    <a:pt x="172" y="0"/>
                  </a:cubicBezTo>
                  <a:cubicBezTo>
                    <a:pt x="135" y="0"/>
                    <a:pt x="110" y="32"/>
                    <a:pt x="110" y="71"/>
                  </a:cubicBezTo>
                  <a:cubicBezTo>
                    <a:pt x="110" y="75"/>
                    <a:pt x="110" y="78"/>
                    <a:pt x="110" y="82"/>
                  </a:cubicBezTo>
                  <a:cubicBezTo>
                    <a:pt x="110" y="82"/>
                    <a:pt x="110" y="82"/>
                    <a:pt x="110" y="82"/>
                  </a:cubicBezTo>
                  <a:cubicBezTo>
                    <a:pt x="102" y="71"/>
                    <a:pt x="87" y="66"/>
                    <a:pt x="69" y="65"/>
                  </a:cubicBezTo>
                  <a:cubicBezTo>
                    <a:pt x="69" y="65"/>
                    <a:pt x="69" y="65"/>
                    <a:pt x="69" y="65"/>
                  </a:cubicBezTo>
                  <a:cubicBezTo>
                    <a:pt x="89" y="61"/>
                    <a:pt x="102" y="51"/>
                    <a:pt x="102" y="34"/>
                  </a:cubicBezTo>
                  <a:cubicBezTo>
                    <a:pt x="102" y="9"/>
                    <a:pt x="75" y="2"/>
                    <a:pt x="53" y="2"/>
                  </a:cubicBezTo>
                  <a:cubicBezTo>
                    <a:pt x="47" y="2"/>
                    <a:pt x="34" y="3"/>
                    <a:pt x="29" y="3"/>
                  </a:cubicBezTo>
                  <a:cubicBezTo>
                    <a:pt x="20" y="3"/>
                    <a:pt x="9" y="3"/>
                    <a:pt x="0" y="2"/>
                  </a:cubicBezTo>
                  <a:cubicBezTo>
                    <a:pt x="0" y="5"/>
                    <a:pt x="0" y="5"/>
                    <a:pt x="0" y="5"/>
                  </a:cubicBezTo>
                  <a:cubicBezTo>
                    <a:pt x="0" y="6"/>
                    <a:pt x="0" y="6"/>
                    <a:pt x="1" y="6"/>
                  </a:cubicBezTo>
                  <a:cubicBezTo>
                    <a:pt x="18" y="7"/>
                    <a:pt x="18" y="9"/>
                    <a:pt x="18" y="34"/>
                  </a:cubicBezTo>
                  <a:cubicBezTo>
                    <a:pt x="18" y="106"/>
                    <a:pt x="18" y="106"/>
                    <a:pt x="18" y="106"/>
                  </a:cubicBezTo>
                  <a:cubicBezTo>
                    <a:pt x="18" y="130"/>
                    <a:pt x="18" y="133"/>
                    <a:pt x="2" y="133"/>
                  </a:cubicBezTo>
                  <a:cubicBezTo>
                    <a:pt x="0" y="133"/>
                    <a:pt x="0" y="134"/>
                    <a:pt x="0" y="135"/>
                  </a:cubicBezTo>
                  <a:cubicBezTo>
                    <a:pt x="0" y="137"/>
                    <a:pt x="0" y="137"/>
                    <a:pt x="0" y="137"/>
                  </a:cubicBezTo>
                  <a:cubicBezTo>
                    <a:pt x="9" y="137"/>
                    <a:pt x="18" y="137"/>
                    <a:pt x="28" y="137"/>
                  </a:cubicBezTo>
                  <a:cubicBezTo>
                    <a:pt x="40" y="137"/>
                    <a:pt x="45" y="137"/>
                    <a:pt x="60" y="137"/>
                  </a:cubicBezTo>
                  <a:cubicBezTo>
                    <a:pt x="93" y="137"/>
                    <a:pt x="114" y="121"/>
                    <a:pt x="115" y="101"/>
                  </a:cubicBezTo>
                  <a:cubicBezTo>
                    <a:pt x="116" y="101"/>
                    <a:pt x="116" y="101"/>
                    <a:pt x="116" y="101"/>
                  </a:cubicBezTo>
                  <a:cubicBezTo>
                    <a:pt x="126" y="125"/>
                    <a:pt x="148" y="140"/>
                    <a:pt x="177" y="140"/>
                  </a:cubicBezTo>
                  <a:cubicBezTo>
                    <a:pt x="190" y="140"/>
                    <a:pt x="203" y="136"/>
                    <a:pt x="213" y="127"/>
                  </a:cubicBezTo>
                  <a:cubicBezTo>
                    <a:pt x="214" y="127"/>
                    <a:pt x="214" y="127"/>
                    <a:pt x="214" y="127"/>
                  </a:cubicBezTo>
                  <a:cubicBezTo>
                    <a:pt x="215" y="137"/>
                    <a:pt x="215" y="137"/>
                    <a:pt x="215" y="137"/>
                  </a:cubicBezTo>
                  <a:cubicBezTo>
                    <a:pt x="216" y="138"/>
                    <a:pt x="216" y="138"/>
                    <a:pt x="218" y="138"/>
                  </a:cubicBezTo>
                  <a:cubicBezTo>
                    <a:pt x="219" y="138"/>
                    <a:pt x="219" y="138"/>
                    <a:pt x="219" y="138"/>
                  </a:cubicBezTo>
                  <a:cubicBezTo>
                    <a:pt x="219" y="132"/>
                    <a:pt x="219" y="114"/>
                    <a:pt x="219" y="101"/>
                  </a:cubicBezTo>
                  <a:cubicBezTo>
                    <a:pt x="220" y="101"/>
                    <a:pt x="220" y="101"/>
                    <a:pt x="220" y="101"/>
                  </a:cubicBezTo>
                  <a:cubicBezTo>
                    <a:pt x="229" y="125"/>
                    <a:pt x="252" y="140"/>
                    <a:pt x="279" y="140"/>
                  </a:cubicBezTo>
                  <a:cubicBezTo>
                    <a:pt x="305" y="140"/>
                    <a:pt x="315" y="123"/>
                    <a:pt x="326" y="123"/>
                  </a:cubicBezTo>
                  <a:cubicBezTo>
                    <a:pt x="327" y="123"/>
                    <a:pt x="328" y="123"/>
                    <a:pt x="328" y="121"/>
                  </a:cubicBezTo>
                  <a:cubicBezTo>
                    <a:pt x="328" y="119"/>
                    <a:pt x="327" y="114"/>
                    <a:pt x="327" y="110"/>
                  </a:cubicBezTo>
                  <a:cubicBezTo>
                    <a:pt x="327" y="101"/>
                    <a:pt x="327" y="101"/>
                    <a:pt x="327" y="101"/>
                  </a:cubicBezTo>
                  <a:cubicBezTo>
                    <a:pt x="327" y="84"/>
                    <a:pt x="327" y="82"/>
                    <a:pt x="339" y="82"/>
                  </a:cubicBezTo>
                  <a:cubicBezTo>
                    <a:pt x="340" y="82"/>
                    <a:pt x="340" y="81"/>
                    <a:pt x="340" y="80"/>
                  </a:cubicBezTo>
                  <a:cubicBezTo>
                    <a:pt x="340" y="78"/>
                    <a:pt x="340" y="78"/>
                    <a:pt x="340" y="78"/>
                  </a:cubicBezTo>
                  <a:cubicBezTo>
                    <a:pt x="331" y="78"/>
                    <a:pt x="325" y="78"/>
                    <a:pt x="315" y="78"/>
                  </a:cubicBezTo>
                  <a:cubicBezTo>
                    <a:pt x="306" y="78"/>
                    <a:pt x="294" y="78"/>
                    <a:pt x="285"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575757"/>
                </a:solidFill>
                <a:sym typeface="Trebuchet MS" panose="020B0603020202020204" pitchFamily="34" charset="0"/>
              </a:endParaRPr>
            </a:p>
          </p:txBody>
        </p:sp>
        <p:sp>
          <p:nvSpPr>
            <p:cNvPr id="25" name="Freeform 6"/>
            <p:cNvSpPr>
              <a:spLocks noEditPoints="1"/>
            </p:cNvSpPr>
            <p:nvPr/>
          </p:nvSpPr>
          <p:spPr bwMode="auto">
            <a:xfrm>
              <a:off x="1194295" y="1459375"/>
              <a:ext cx="1831935" cy="112487"/>
            </a:xfrm>
            <a:custGeom>
              <a:avLst/>
              <a:gdLst>
                <a:gd name="T0" fmla="*/ 32 w 625"/>
                <a:gd name="T1" fmla="*/ 10 h 38"/>
                <a:gd name="T2" fmla="*/ 14 w 625"/>
                <a:gd name="T3" fmla="*/ 4 h 38"/>
                <a:gd name="T4" fmla="*/ 112 w 625"/>
                <a:gd name="T5" fmla="*/ 9 h 38"/>
                <a:gd name="T6" fmla="*/ 87 w 625"/>
                <a:gd name="T7" fmla="*/ 37 h 38"/>
                <a:gd name="T8" fmla="*/ 107 w 625"/>
                <a:gd name="T9" fmla="*/ 10 h 38"/>
                <a:gd name="T10" fmla="*/ 274 w 625"/>
                <a:gd name="T11" fmla="*/ 26 h 38"/>
                <a:gd name="T12" fmla="*/ 271 w 625"/>
                <a:gd name="T13" fmla="*/ 2 h 38"/>
                <a:gd name="T14" fmla="*/ 48 w 625"/>
                <a:gd name="T15" fmla="*/ 37 h 38"/>
                <a:gd name="T16" fmla="*/ 38 w 625"/>
                <a:gd name="T17" fmla="*/ 37 h 38"/>
                <a:gd name="T18" fmla="*/ 33 w 625"/>
                <a:gd name="T19" fmla="*/ 12 h 38"/>
                <a:gd name="T20" fmla="*/ 43 w 625"/>
                <a:gd name="T21" fmla="*/ 12 h 38"/>
                <a:gd name="T22" fmla="*/ 48 w 625"/>
                <a:gd name="T23" fmla="*/ 37 h 38"/>
                <a:gd name="T24" fmla="*/ 56 w 625"/>
                <a:gd name="T25" fmla="*/ 12 h 38"/>
                <a:gd name="T26" fmla="*/ 64 w 625"/>
                <a:gd name="T27" fmla="*/ 23 h 38"/>
                <a:gd name="T28" fmla="*/ 64 w 625"/>
                <a:gd name="T29" fmla="*/ 25 h 38"/>
                <a:gd name="T30" fmla="*/ 118 w 625"/>
                <a:gd name="T31" fmla="*/ 25 h 38"/>
                <a:gd name="T32" fmla="*/ 145 w 625"/>
                <a:gd name="T33" fmla="*/ 37 h 38"/>
                <a:gd name="T34" fmla="*/ 157 w 625"/>
                <a:gd name="T35" fmla="*/ 13 h 38"/>
                <a:gd name="T36" fmla="*/ 152 w 625"/>
                <a:gd name="T37" fmla="*/ 38 h 38"/>
                <a:gd name="T38" fmla="*/ 163 w 625"/>
                <a:gd name="T39" fmla="*/ 19 h 38"/>
                <a:gd name="T40" fmla="*/ 177 w 625"/>
                <a:gd name="T41" fmla="*/ 14 h 38"/>
                <a:gd name="T42" fmla="*/ 196 w 625"/>
                <a:gd name="T43" fmla="*/ 11 h 38"/>
                <a:gd name="T44" fmla="*/ 215 w 625"/>
                <a:gd name="T45" fmla="*/ 17 h 38"/>
                <a:gd name="T46" fmla="*/ 213 w 625"/>
                <a:gd name="T47" fmla="*/ 27 h 38"/>
                <a:gd name="T48" fmla="*/ 226 w 625"/>
                <a:gd name="T49" fmla="*/ 14 h 38"/>
                <a:gd name="T50" fmla="*/ 290 w 625"/>
                <a:gd name="T51" fmla="*/ 38 h 38"/>
                <a:gd name="T52" fmla="*/ 324 w 625"/>
                <a:gd name="T53" fmla="*/ 38 h 38"/>
                <a:gd name="T54" fmla="*/ 303 w 625"/>
                <a:gd name="T55" fmla="*/ 36 h 38"/>
                <a:gd name="T56" fmla="*/ 324 w 625"/>
                <a:gd name="T57" fmla="*/ 30 h 38"/>
                <a:gd name="T58" fmla="*/ 327 w 625"/>
                <a:gd name="T59" fmla="*/ 38 h 38"/>
                <a:gd name="T60" fmla="*/ 345 w 625"/>
                <a:gd name="T61" fmla="*/ 32 h 38"/>
                <a:gd name="T62" fmla="*/ 340 w 625"/>
                <a:gd name="T63" fmla="*/ 14 h 38"/>
                <a:gd name="T64" fmla="*/ 350 w 625"/>
                <a:gd name="T65" fmla="*/ 12 h 38"/>
                <a:gd name="T66" fmla="*/ 366 w 625"/>
                <a:gd name="T67" fmla="*/ 14 h 38"/>
                <a:gd name="T68" fmla="*/ 392 w 625"/>
                <a:gd name="T69" fmla="*/ 37 h 38"/>
                <a:gd name="T70" fmla="*/ 383 w 625"/>
                <a:gd name="T71" fmla="*/ 12 h 38"/>
                <a:gd name="T72" fmla="*/ 397 w 625"/>
                <a:gd name="T73" fmla="*/ 29 h 38"/>
                <a:gd name="T74" fmla="*/ 402 w 625"/>
                <a:gd name="T75" fmla="*/ 14 h 38"/>
                <a:gd name="T76" fmla="*/ 416 w 625"/>
                <a:gd name="T77" fmla="*/ 19 h 38"/>
                <a:gd name="T78" fmla="*/ 419 w 625"/>
                <a:gd name="T79" fmla="*/ 37 h 38"/>
                <a:gd name="T80" fmla="*/ 430 w 625"/>
                <a:gd name="T81" fmla="*/ 13 h 38"/>
                <a:gd name="T82" fmla="*/ 438 w 625"/>
                <a:gd name="T83" fmla="*/ 17 h 38"/>
                <a:gd name="T84" fmla="*/ 436 w 625"/>
                <a:gd name="T85" fmla="*/ 27 h 38"/>
                <a:gd name="T86" fmla="*/ 449 w 625"/>
                <a:gd name="T87" fmla="*/ 13 h 38"/>
                <a:gd name="T88" fmla="*/ 484 w 625"/>
                <a:gd name="T89" fmla="*/ 28 h 38"/>
                <a:gd name="T90" fmla="*/ 479 w 625"/>
                <a:gd name="T91" fmla="*/ 12 h 38"/>
                <a:gd name="T92" fmla="*/ 473 w 625"/>
                <a:gd name="T93" fmla="*/ 28 h 38"/>
                <a:gd name="T94" fmla="*/ 522 w 625"/>
                <a:gd name="T95" fmla="*/ 33 h 38"/>
                <a:gd name="T96" fmla="*/ 520 w 625"/>
                <a:gd name="T97" fmla="*/ 11 h 38"/>
                <a:gd name="T98" fmla="*/ 512 w 625"/>
                <a:gd name="T99" fmla="*/ 21 h 38"/>
                <a:gd name="T100" fmla="*/ 551 w 625"/>
                <a:gd name="T101" fmla="*/ 35 h 38"/>
                <a:gd name="T102" fmla="*/ 527 w 625"/>
                <a:gd name="T103" fmla="*/ 37 h 38"/>
                <a:gd name="T104" fmla="*/ 547 w 625"/>
                <a:gd name="T105" fmla="*/ 18 h 38"/>
                <a:gd name="T106" fmla="*/ 563 w 625"/>
                <a:gd name="T107" fmla="*/ 11 h 38"/>
                <a:gd name="T108" fmla="*/ 580 w 625"/>
                <a:gd name="T109" fmla="*/ 19 h 38"/>
                <a:gd name="T110" fmla="*/ 590 w 625"/>
                <a:gd name="T111" fmla="*/ 35 h 38"/>
                <a:gd name="T112" fmla="*/ 599 w 625"/>
                <a:gd name="T113" fmla="*/ 22 h 38"/>
                <a:gd name="T114" fmla="*/ 604 w 625"/>
                <a:gd name="T115" fmla="*/ 37 h 38"/>
                <a:gd name="T116" fmla="*/ 625 w 625"/>
                <a:gd name="T117"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25" h="38">
                  <a:moveTo>
                    <a:pt x="23" y="37"/>
                  </a:moveTo>
                  <a:cubicBezTo>
                    <a:pt x="23" y="36"/>
                    <a:pt x="23" y="36"/>
                    <a:pt x="23" y="36"/>
                  </a:cubicBezTo>
                  <a:cubicBezTo>
                    <a:pt x="23" y="35"/>
                    <a:pt x="23" y="35"/>
                    <a:pt x="23" y="35"/>
                  </a:cubicBezTo>
                  <a:cubicBezTo>
                    <a:pt x="19" y="34"/>
                    <a:pt x="19" y="34"/>
                    <a:pt x="19" y="28"/>
                  </a:cubicBezTo>
                  <a:cubicBezTo>
                    <a:pt x="19" y="4"/>
                    <a:pt x="19" y="4"/>
                    <a:pt x="19" y="4"/>
                  </a:cubicBezTo>
                  <a:cubicBezTo>
                    <a:pt x="19" y="3"/>
                    <a:pt x="19" y="3"/>
                    <a:pt x="19" y="3"/>
                  </a:cubicBezTo>
                  <a:cubicBezTo>
                    <a:pt x="23" y="3"/>
                    <a:pt x="23" y="3"/>
                    <a:pt x="23" y="3"/>
                  </a:cubicBezTo>
                  <a:cubicBezTo>
                    <a:pt x="27" y="3"/>
                    <a:pt x="30" y="4"/>
                    <a:pt x="30" y="10"/>
                  </a:cubicBezTo>
                  <a:cubicBezTo>
                    <a:pt x="30" y="10"/>
                    <a:pt x="31" y="10"/>
                    <a:pt x="31" y="10"/>
                  </a:cubicBezTo>
                  <a:cubicBezTo>
                    <a:pt x="32" y="10"/>
                    <a:pt x="32" y="10"/>
                    <a:pt x="32" y="10"/>
                  </a:cubicBezTo>
                  <a:cubicBezTo>
                    <a:pt x="32" y="8"/>
                    <a:pt x="32" y="3"/>
                    <a:pt x="32" y="1"/>
                  </a:cubicBezTo>
                  <a:cubicBezTo>
                    <a:pt x="30" y="1"/>
                    <a:pt x="27" y="1"/>
                    <a:pt x="23" y="1"/>
                  </a:cubicBezTo>
                  <a:cubicBezTo>
                    <a:pt x="10" y="1"/>
                    <a:pt x="10" y="1"/>
                    <a:pt x="10" y="1"/>
                  </a:cubicBezTo>
                  <a:cubicBezTo>
                    <a:pt x="6" y="1"/>
                    <a:pt x="3" y="1"/>
                    <a:pt x="0" y="1"/>
                  </a:cubicBezTo>
                  <a:cubicBezTo>
                    <a:pt x="0" y="3"/>
                    <a:pt x="0" y="9"/>
                    <a:pt x="0" y="11"/>
                  </a:cubicBezTo>
                  <a:cubicBezTo>
                    <a:pt x="2" y="11"/>
                    <a:pt x="2" y="11"/>
                    <a:pt x="2" y="11"/>
                  </a:cubicBezTo>
                  <a:cubicBezTo>
                    <a:pt x="2" y="11"/>
                    <a:pt x="2" y="11"/>
                    <a:pt x="2" y="11"/>
                  </a:cubicBezTo>
                  <a:cubicBezTo>
                    <a:pt x="3" y="4"/>
                    <a:pt x="5" y="3"/>
                    <a:pt x="10" y="3"/>
                  </a:cubicBezTo>
                  <a:cubicBezTo>
                    <a:pt x="13" y="3"/>
                    <a:pt x="13" y="3"/>
                    <a:pt x="13" y="3"/>
                  </a:cubicBezTo>
                  <a:cubicBezTo>
                    <a:pt x="14" y="3"/>
                    <a:pt x="14" y="3"/>
                    <a:pt x="14" y="4"/>
                  </a:cubicBezTo>
                  <a:cubicBezTo>
                    <a:pt x="14" y="28"/>
                    <a:pt x="14" y="28"/>
                    <a:pt x="14" y="28"/>
                  </a:cubicBezTo>
                  <a:cubicBezTo>
                    <a:pt x="14" y="34"/>
                    <a:pt x="14" y="34"/>
                    <a:pt x="10" y="35"/>
                  </a:cubicBezTo>
                  <a:cubicBezTo>
                    <a:pt x="9" y="35"/>
                    <a:pt x="9" y="35"/>
                    <a:pt x="9" y="36"/>
                  </a:cubicBezTo>
                  <a:cubicBezTo>
                    <a:pt x="9" y="37"/>
                    <a:pt x="9" y="37"/>
                    <a:pt x="9" y="37"/>
                  </a:cubicBezTo>
                  <a:cubicBezTo>
                    <a:pt x="12" y="37"/>
                    <a:pt x="14" y="37"/>
                    <a:pt x="16" y="37"/>
                  </a:cubicBezTo>
                  <a:cubicBezTo>
                    <a:pt x="19" y="37"/>
                    <a:pt x="21" y="37"/>
                    <a:pt x="23" y="37"/>
                  </a:cubicBezTo>
                  <a:close/>
                  <a:moveTo>
                    <a:pt x="116" y="27"/>
                  </a:moveTo>
                  <a:cubicBezTo>
                    <a:pt x="116" y="21"/>
                    <a:pt x="110" y="18"/>
                    <a:pt x="104" y="18"/>
                  </a:cubicBezTo>
                  <a:cubicBezTo>
                    <a:pt x="104" y="18"/>
                    <a:pt x="104" y="18"/>
                    <a:pt x="104" y="18"/>
                  </a:cubicBezTo>
                  <a:cubicBezTo>
                    <a:pt x="109" y="17"/>
                    <a:pt x="112" y="14"/>
                    <a:pt x="112" y="9"/>
                  </a:cubicBezTo>
                  <a:cubicBezTo>
                    <a:pt x="112" y="3"/>
                    <a:pt x="105" y="1"/>
                    <a:pt x="99" y="1"/>
                  </a:cubicBezTo>
                  <a:cubicBezTo>
                    <a:pt x="97" y="1"/>
                    <a:pt x="96" y="1"/>
                    <a:pt x="94" y="1"/>
                  </a:cubicBezTo>
                  <a:cubicBezTo>
                    <a:pt x="91" y="1"/>
                    <a:pt x="89" y="1"/>
                    <a:pt x="87" y="1"/>
                  </a:cubicBezTo>
                  <a:cubicBezTo>
                    <a:pt x="87" y="2"/>
                    <a:pt x="87" y="2"/>
                    <a:pt x="87" y="2"/>
                  </a:cubicBezTo>
                  <a:cubicBezTo>
                    <a:pt x="87" y="3"/>
                    <a:pt x="87" y="3"/>
                    <a:pt x="87" y="3"/>
                  </a:cubicBezTo>
                  <a:cubicBezTo>
                    <a:pt x="91" y="3"/>
                    <a:pt x="91" y="3"/>
                    <a:pt x="91" y="10"/>
                  </a:cubicBezTo>
                  <a:cubicBezTo>
                    <a:pt x="91" y="28"/>
                    <a:pt x="91" y="28"/>
                    <a:pt x="91" y="28"/>
                  </a:cubicBezTo>
                  <a:cubicBezTo>
                    <a:pt x="91" y="34"/>
                    <a:pt x="91" y="34"/>
                    <a:pt x="87" y="35"/>
                  </a:cubicBezTo>
                  <a:cubicBezTo>
                    <a:pt x="87" y="35"/>
                    <a:pt x="87" y="35"/>
                    <a:pt x="87" y="36"/>
                  </a:cubicBezTo>
                  <a:cubicBezTo>
                    <a:pt x="87" y="37"/>
                    <a:pt x="87" y="37"/>
                    <a:pt x="87" y="37"/>
                  </a:cubicBezTo>
                  <a:cubicBezTo>
                    <a:pt x="89" y="37"/>
                    <a:pt x="91" y="37"/>
                    <a:pt x="94" y="37"/>
                  </a:cubicBezTo>
                  <a:cubicBezTo>
                    <a:pt x="97" y="37"/>
                    <a:pt x="98" y="37"/>
                    <a:pt x="101" y="37"/>
                  </a:cubicBezTo>
                  <a:cubicBezTo>
                    <a:pt x="110" y="37"/>
                    <a:pt x="116" y="32"/>
                    <a:pt x="116" y="27"/>
                  </a:cubicBezTo>
                  <a:close/>
                  <a:moveTo>
                    <a:pt x="110" y="27"/>
                  </a:moveTo>
                  <a:cubicBezTo>
                    <a:pt x="110" y="32"/>
                    <a:pt x="107" y="35"/>
                    <a:pt x="101" y="35"/>
                  </a:cubicBezTo>
                  <a:cubicBezTo>
                    <a:pt x="96" y="35"/>
                    <a:pt x="96" y="34"/>
                    <a:pt x="96" y="27"/>
                  </a:cubicBezTo>
                  <a:cubicBezTo>
                    <a:pt x="96" y="19"/>
                    <a:pt x="96" y="19"/>
                    <a:pt x="96" y="19"/>
                  </a:cubicBezTo>
                  <a:cubicBezTo>
                    <a:pt x="98" y="19"/>
                    <a:pt x="98" y="19"/>
                    <a:pt x="98" y="19"/>
                  </a:cubicBezTo>
                  <a:cubicBezTo>
                    <a:pt x="106" y="19"/>
                    <a:pt x="110" y="21"/>
                    <a:pt x="110" y="27"/>
                  </a:cubicBezTo>
                  <a:close/>
                  <a:moveTo>
                    <a:pt x="107" y="10"/>
                  </a:moveTo>
                  <a:cubicBezTo>
                    <a:pt x="107" y="15"/>
                    <a:pt x="104" y="17"/>
                    <a:pt x="98" y="17"/>
                  </a:cubicBezTo>
                  <a:cubicBezTo>
                    <a:pt x="96" y="17"/>
                    <a:pt x="96" y="17"/>
                    <a:pt x="96" y="17"/>
                  </a:cubicBezTo>
                  <a:cubicBezTo>
                    <a:pt x="96" y="4"/>
                    <a:pt x="96" y="4"/>
                    <a:pt x="96" y="4"/>
                  </a:cubicBezTo>
                  <a:cubicBezTo>
                    <a:pt x="96" y="3"/>
                    <a:pt x="96" y="3"/>
                    <a:pt x="97" y="3"/>
                  </a:cubicBezTo>
                  <a:cubicBezTo>
                    <a:pt x="97" y="3"/>
                    <a:pt x="99" y="3"/>
                    <a:pt x="100" y="3"/>
                  </a:cubicBezTo>
                  <a:cubicBezTo>
                    <a:pt x="104" y="3"/>
                    <a:pt x="107" y="5"/>
                    <a:pt x="107" y="10"/>
                  </a:cubicBezTo>
                  <a:close/>
                  <a:moveTo>
                    <a:pt x="276" y="37"/>
                  </a:moveTo>
                  <a:cubicBezTo>
                    <a:pt x="276" y="35"/>
                    <a:pt x="276" y="28"/>
                    <a:pt x="276" y="26"/>
                  </a:cubicBezTo>
                  <a:cubicBezTo>
                    <a:pt x="274" y="26"/>
                    <a:pt x="274" y="26"/>
                    <a:pt x="274" y="26"/>
                  </a:cubicBezTo>
                  <a:cubicBezTo>
                    <a:pt x="274" y="26"/>
                    <a:pt x="274" y="26"/>
                    <a:pt x="274" y="26"/>
                  </a:cubicBezTo>
                  <a:cubicBezTo>
                    <a:pt x="273" y="33"/>
                    <a:pt x="270" y="35"/>
                    <a:pt x="264" y="35"/>
                  </a:cubicBezTo>
                  <a:cubicBezTo>
                    <a:pt x="257" y="35"/>
                    <a:pt x="253" y="29"/>
                    <a:pt x="253" y="19"/>
                  </a:cubicBezTo>
                  <a:cubicBezTo>
                    <a:pt x="253" y="11"/>
                    <a:pt x="254" y="2"/>
                    <a:pt x="263" y="2"/>
                  </a:cubicBezTo>
                  <a:cubicBezTo>
                    <a:pt x="268" y="2"/>
                    <a:pt x="271" y="5"/>
                    <a:pt x="272" y="11"/>
                  </a:cubicBezTo>
                  <a:cubicBezTo>
                    <a:pt x="272" y="11"/>
                    <a:pt x="272" y="11"/>
                    <a:pt x="272" y="11"/>
                  </a:cubicBezTo>
                  <a:cubicBezTo>
                    <a:pt x="274" y="11"/>
                    <a:pt x="274" y="11"/>
                    <a:pt x="274" y="11"/>
                  </a:cubicBezTo>
                  <a:cubicBezTo>
                    <a:pt x="274" y="9"/>
                    <a:pt x="274" y="3"/>
                    <a:pt x="274" y="0"/>
                  </a:cubicBezTo>
                  <a:cubicBezTo>
                    <a:pt x="273" y="0"/>
                    <a:pt x="273" y="0"/>
                    <a:pt x="273" y="0"/>
                  </a:cubicBezTo>
                  <a:cubicBezTo>
                    <a:pt x="272" y="0"/>
                    <a:pt x="272" y="0"/>
                    <a:pt x="272" y="1"/>
                  </a:cubicBezTo>
                  <a:cubicBezTo>
                    <a:pt x="271" y="2"/>
                    <a:pt x="271" y="2"/>
                    <a:pt x="271" y="2"/>
                  </a:cubicBezTo>
                  <a:cubicBezTo>
                    <a:pt x="271" y="2"/>
                    <a:pt x="271" y="2"/>
                    <a:pt x="271" y="2"/>
                  </a:cubicBezTo>
                  <a:cubicBezTo>
                    <a:pt x="269" y="1"/>
                    <a:pt x="266" y="0"/>
                    <a:pt x="263" y="0"/>
                  </a:cubicBezTo>
                  <a:cubicBezTo>
                    <a:pt x="253" y="0"/>
                    <a:pt x="247" y="8"/>
                    <a:pt x="247" y="19"/>
                  </a:cubicBezTo>
                  <a:cubicBezTo>
                    <a:pt x="247" y="31"/>
                    <a:pt x="254" y="38"/>
                    <a:pt x="264" y="38"/>
                  </a:cubicBezTo>
                  <a:cubicBezTo>
                    <a:pt x="269" y="38"/>
                    <a:pt x="272" y="36"/>
                    <a:pt x="273" y="36"/>
                  </a:cubicBezTo>
                  <a:cubicBezTo>
                    <a:pt x="273" y="36"/>
                    <a:pt x="273" y="36"/>
                    <a:pt x="273" y="36"/>
                  </a:cubicBezTo>
                  <a:cubicBezTo>
                    <a:pt x="274" y="37"/>
                    <a:pt x="274" y="37"/>
                    <a:pt x="274" y="37"/>
                  </a:cubicBezTo>
                  <a:cubicBezTo>
                    <a:pt x="274" y="37"/>
                    <a:pt x="274" y="37"/>
                    <a:pt x="275" y="37"/>
                  </a:cubicBezTo>
                  <a:lnTo>
                    <a:pt x="276" y="37"/>
                  </a:lnTo>
                  <a:close/>
                  <a:moveTo>
                    <a:pt x="48" y="37"/>
                  </a:moveTo>
                  <a:cubicBezTo>
                    <a:pt x="47" y="37"/>
                    <a:pt x="45" y="37"/>
                    <a:pt x="43" y="37"/>
                  </a:cubicBezTo>
                  <a:cubicBezTo>
                    <a:pt x="43" y="36"/>
                    <a:pt x="43" y="36"/>
                    <a:pt x="43" y="36"/>
                  </a:cubicBezTo>
                  <a:cubicBezTo>
                    <a:pt x="43" y="36"/>
                    <a:pt x="43" y="35"/>
                    <a:pt x="43" y="35"/>
                  </a:cubicBezTo>
                  <a:cubicBezTo>
                    <a:pt x="46" y="35"/>
                    <a:pt x="46" y="35"/>
                    <a:pt x="46" y="30"/>
                  </a:cubicBezTo>
                  <a:cubicBezTo>
                    <a:pt x="46" y="25"/>
                    <a:pt x="46" y="25"/>
                    <a:pt x="46" y="25"/>
                  </a:cubicBezTo>
                  <a:cubicBezTo>
                    <a:pt x="35" y="25"/>
                    <a:pt x="35" y="25"/>
                    <a:pt x="35" y="25"/>
                  </a:cubicBezTo>
                  <a:cubicBezTo>
                    <a:pt x="35" y="30"/>
                    <a:pt x="35" y="30"/>
                    <a:pt x="35" y="30"/>
                  </a:cubicBezTo>
                  <a:cubicBezTo>
                    <a:pt x="35" y="35"/>
                    <a:pt x="35" y="35"/>
                    <a:pt x="38" y="35"/>
                  </a:cubicBezTo>
                  <a:cubicBezTo>
                    <a:pt x="38" y="35"/>
                    <a:pt x="38" y="36"/>
                    <a:pt x="38" y="36"/>
                  </a:cubicBezTo>
                  <a:cubicBezTo>
                    <a:pt x="38" y="37"/>
                    <a:pt x="38" y="37"/>
                    <a:pt x="38" y="37"/>
                  </a:cubicBezTo>
                  <a:cubicBezTo>
                    <a:pt x="37" y="37"/>
                    <a:pt x="35" y="37"/>
                    <a:pt x="33" y="37"/>
                  </a:cubicBezTo>
                  <a:cubicBezTo>
                    <a:pt x="31" y="37"/>
                    <a:pt x="29" y="37"/>
                    <a:pt x="27" y="37"/>
                  </a:cubicBezTo>
                  <a:cubicBezTo>
                    <a:pt x="27" y="36"/>
                    <a:pt x="27" y="36"/>
                    <a:pt x="27" y="36"/>
                  </a:cubicBezTo>
                  <a:cubicBezTo>
                    <a:pt x="27" y="36"/>
                    <a:pt x="27" y="35"/>
                    <a:pt x="28" y="35"/>
                  </a:cubicBezTo>
                  <a:cubicBezTo>
                    <a:pt x="31" y="35"/>
                    <a:pt x="31" y="35"/>
                    <a:pt x="31" y="30"/>
                  </a:cubicBezTo>
                  <a:cubicBezTo>
                    <a:pt x="31" y="19"/>
                    <a:pt x="31" y="19"/>
                    <a:pt x="31" y="19"/>
                  </a:cubicBezTo>
                  <a:cubicBezTo>
                    <a:pt x="31" y="14"/>
                    <a:pt x="31" y="14"/>
                    <a:pt x="28" y="14"/>
                  </a:cubicBezTo>
                  <a:cubicBezTo>
                    <a:pt x="27" y="14"/>
                    <a:pt x="27" y="14"/>
                    <a:pt x="27" y="13"/>
                  </a:cubicBezTo>
                  <a:cubicBezTo>
                    <a:pt x="27" y="12"/>
                    <a:pt x="27" y="12"/>
                    <a:pt x="27" y="12"/>
                  </a:cubicBezTo>
                  <a:cubicBezTo>
                    <a:pt x="29" y="12"/>
                    <a:pt x="31" y="12"/>
                    <a:pt x="33" y="12"/>
                  </a:cubicBezTo>
                  <a:cubicBezTo>
                    <a:pt x="35" y="12"/>
                    <a:pt x="37" y="12"/>
                    <a:pt x="38" y="12"/>
                  </a:cubicBezTo>
                  <a:cubicBezTo>
                    <a:pt x="38" y="13"/>
                    <a:pt x="38" y="13"/>
                    <a:pt x="38" y="13"/>
                  </a:cubicBezTo>
                  <a:cubicBezTo>
                    <a:pt x="38" y="14"/>
                    <a:pt x="38" y="14"/>
                    <a:pt x="38" y="14"/>
                  </a:cubicBezTo>
                  <a:cubicBezTo>
                    <a:pt x="35" y="14"/>
                    <a:pt x="35" y="14"/>
                    <a:pt x="35" y="19"/>
                  </a:cubicBezTo>
                  <a:cubicBezTo>
                    <a:pt x="35" y="23"/>
                    <a:pt x="35" y="23"/>
                    <a:pt x="35" y="23"/>
                  </a:cubicBezTo>
                  <a:cubicBezTo>
                    <a:pt x="46" y="23"/>
                    <a:pt x="46" y="23"/>
                    <a:pt x="46" y="23"/>
                  </a:cubicBezTo>
                  <a:cubicBezTo>
                    <a:pt x="46" y="19"/>
                    <a:pt x="46" y="19"/>
                    <a:pt x="46" y="19"/>
                  </a:cubicBezTo>
                  <a:cubicBezTo>
                    <a:pt x="46" y="14"/>
                    <a:pt x="46" y="14"/>
                    <a:pt x="43" y="14"/>
                  </a:cubicBezTo>
                  <a:cubicBezTo>
                    <a:pt x="43" y="14"/>
                    <a:pt x="43" y="14"/>
                    <a:pt x="43" y="13"/>
                  </a:cubicBezTo>
                  <a:cubicBezTo>
                    <a:pt x="43" y="12"/>
                    <a:pt x="43" y="12"/>
                    <a:pt x="43" y="12"/>
                  </a:cubicBezTo>
                  <a:cubicBezTo>
                    <a:pt x="45" y="12"/>
                    <a:pt x="47" y="12"/>
                    <a:pt x="48" y="12"/>
                  </a:cubicBezTo>
                  <a:cubicBezTo>
                    <a:pt x="50" y="12"/>
                    <a:pt x="52" y="12"/>
                    <a:pt x="54" y="12"/>
                  </a:cubicBezTo>
                  <a:cubicBezTo>
                    <a:pt x="54" y="13"/>
                    <a:pt x="54" y="13"/>
                    <a:pt x="54" y="13"/>
                  </a:cubicBezTo>
                  <a:cubicBezTo>
                    <a:pt x="54" y="14"/>
                    <a:pt x="54" y="14"/>
                    <a:pt x="54" y="14"/>
                  </a:cubicBezTo>
                  <a:cubicBezTo>
                    <a:pt x="51" y="14"/>
                    <a:pt x="51" y="14"/>
                    <a:pt x="51" y="19"/>
                  </a:cubicBezTo>
                  <a:cubicBezTo>
                    <a:pt x="51" y="30"/>
                    <a:pt x="51" y="30"/>
                    <a:pt x="51" y="30"/>
                  </a:cubicBezTo>
                  <a:cubicBezTo>
                    <a:pt x="51" y="35"/>
                    <a:pt x="51" y="35"/>
                    <a:pt x="54" y="35"/>
                  </a:cubicBezTo>
                  <a:cubicBezTo>
                    <a:pt x="54" y="35"/>
                    <a:pt x="54" y="36"/>
                    <a:pt x="54" y="36"/>
                  </a:cubicBezTo>
                  <a:cubicBezTo>
                    <a:pt x="54" y="37"/>
                    <a:pt x="54" y="37"/>
                    <a:pt x="54" y="37"/>
                  </a:cubicBezTo>
                  <a:cubicBezTo>
                    <a:pt x="52" y="37"/>
                    <a:pt x="50" y="37"/>
                    <a:pt x="48" y="37"/>
                  </a:cubicBezTo>
                  <a:close/>
                  <a:moveTo>
                    <a:pt x="69" y="37"/>
                  </a:moveTo>
                  <a:cubicBezTo>
                    <a:pt x="62" y="37"/>
                    <a:pt x="62" y="37"/>
                    <a:pt x="62" y="37"/>
                  </a:cubicBezTo>
                  <a:cubicBezTo>
                    <a:pt x="60" y="37"/>
                    <a:pt x="58" y="37"/>
                    <a:pt x="56" y="37"/>
                  </a:cubicBezTo>
                  <a:cubicBezTo>
                    <a:pt x="56" y="36"/>
                    <a:pt x="56" y="36"/>
                    <a:pt x="56" y="36"/>
                  </a:cubicBezTo>
                  <a:cubicBezTo>
                    <a:pt x="56" y="36"/>
                    <a:pt x="56" y="35"/>
                    <a:pt x="56" y="35"/>
                  </a:cubicBezTo>
                  <a:cubicBezTo>
                    <a:pt x="59" y="35"/>
                    <a:pt x="59" y="35"/>
                    <a:pt x="59" y="30"/>
                  </a:cubicBezTo>
                  <a:cubicBezTo>
                    <a:pt x="59" y="19"/>
                    <a:pt x="59" y="19"/>
                    <a:pt x="59" y="19"/>
                  </a:cubicBezTo>
                  <a:cubicBezTo>
                    <a:pt x="59" y="14"/>
                    <a:pt x="59" y="14"/>
                    <a:pt x="56" y="14"/>
                  </a:cubicBezTo>
                  <a:cubicBezTo>
                    <a:pt x="56" y="14"/>
                    <a:pt x="56" y="14"/>
                    <a:pt x="56" y="13"/>
                  </a:cubicBezTo>
                  <a:cubicBezTo>
                    <a:pt x="56" y="12"/>
                    <a:pt x="56" y="12"/>
                    <a:pt x="56" y="12"/>
                  </a:cubicBezTo>
                  <a:cubicBezTo>
                    <a:pt x="58" y="12"/>
                    <a:pt x="60" y="12"/>
                    <a:pt x="62" y="12"/>
                  </a:cubicBezTo>
                  <a:cubicBezTo>
                    <a:pt x="67" y="12"/>
                    <a:pt x="67" y="12"/>
                    <a:pt x="67" y="12"/>
                  </a:cubicBezTo>
                  <a:cubicBezTo>
                    <a:pt x="71" y="12"/>
                    <a:pt x="73" y="12"/>
                    <a:pt x="74" y="12"/>
                  </a:cubicBezTo>
                  <a:cubicBezTo>
                    <a:pt x="74" y="14"/>
                    <a:pt x="74" y="17"/>
                    <a:pt x="74" y="19"/>
                  </a:cubicBezTo>
                  <a:cubicBezTo>
                    <a:pt x="73" y="19"/>
                    <a:pt x="73" y="19"/>
                    <a:pt x="73" y="19"/>
                  </a:cubicBezTo>
                  <a:cubicBezTo>
                    <a:pt x="73" y="19"/>
                    <a:pt x="73" y="19"/>
                    <a:pt x="73" y="19"/>
                  </a:cubicBezTo>
                  <a:cubicBezTo>
                    <a:pt x="72" y="15"/>
                    <a:pt x="71" y="14"/>
                    <a:pt x="68" y="14"/>
                  </a:cubicBezTo>
                  <a:cubicBezTo>
                    <a:pt x="64" y="14"/>
                    <a:pt x="64" y="14"/>
                    <a:pt x="64" y="14"/>
                  </a:cubicBezTo>
                  <a:cubicBezTo>
                    <a:pt x="64" y="14"/>
                    <a:pt x="64" y="14"/>
                    <a:pt x="64" y="15"/>
                  </a:cubicBezTo>
                  <a:cubicBezTo>
                    <a:pt x="64" y="23"/>
                    <a:pt x="64" y="23"/>
                    <a:pt x="64" y="23"/>
                  </a:cubicBezTo>
                  <a:cubicBezTo>
                    <a:pt x="64" y="23"/>
                    <a:pt x="64" y="23"/>
                    <a:pt x="64" y="23"/>
                  </a:cubicBezTo>
                  <a:cubicBezTo>
                    <a:pt x="67" y="23"/>
                    <a:pt x="68" y="23"/>
                    <a:pt x="68" y="20"/>
                  </a:cubicBezTo>
                  <a:cubicBezTo>
                    <a:pt x="68" y="20"/>
                    <a:pt x="68" y="20"/>
                    <a:pt x="69" y="20"/>
                  </a:cubicBezTo>
                  <a:cubicBezTo>
                    <a:pt x="70" y="20"/>
                    <a:pt x="70" y="20"/>
                    <a:pt x="70" y="20"/>
                  </a:cubicBezTo>
                  <a:cubicBezTo>
                    <a:pt x="70" y="21"/>
                    <a:pt x="70" y="23"/>
                    <a:pt x="70" y="24"/>
                  </a:cubicBezTo>
                  <a:cubicBezTo>
                    <a:pt x="70" y="26"/>
                    <a:pt x="70" y="27"/>
                    <a:pt x="70" y="28"/>
                  </a:cubicBezTo>
                  <a:cubicBezTo>
                    <a:pt x="69" y="28"/>
                    <a:pt x="69" y="28"/>
                    <a:pt x="69" y="28"/>
                  </a:cubicBezTo>
                  <a:cubicBezTo>
                    <a:pt x="68" y="28"/>
                    <a:pt x="68" y="28"/>
                    <a:pt x="68" y="28"/>
                  </a:cubicBezTo>
                  <a:cubicBezTo>
                    <a:pt x="68" y="25"/>
                    <a:pt x="67" y="25"/>
                    <a:pt x="64" y="25"/>
                  </a:cubicBezTo>
                  <a:cubicBezTo>
                    <a:pt x="64" y="25"/>
                    <a:pt x="64" y="25"/>
                    <a:pt x="64" y="25"/>
                  </a:cubicBezTo>
                  <a:cubicBezTo>
                    <a:pt x="64" y="30"/>
                    <a:pt x="64" y="30"/>
                    <a:pt x="64" y="30"/>
                  </a:cubicBezTo>
                  <a:cubicBezTo>
                    <a:pt x="64" y="35"/>
                    <a:pt x="64" y="35"/>
                    <a:pt x="67" y="35"/>
                  </a:cubicBezTo>
                  <a:cubicBezTo>
                    <a:pt x="69" y="35"/>
                    <a:pt x="69" y="35"/>
                    <a:pt x="69" y="35"/>
                  </a:cubicBezTo>
                  <a:cubicBezTo>
                    <a:pt x="72" y="35"/>
                    <a:pt x="74" y="34"/>
                    <a:pt x="75" y="30"/>
                  </a:cubicBezTo>
                  <a:cubicBezTo>
                    <a:pt x="75" y="30"/>
                    <a:pt x="75" y="30"/>
                    <a:pt x="75" y="30"/>
                  </a:cubicBezTo>
                  <a:cubicBezTo>
                    <a:pt x="76" y="30"/>
                    <a:pt x="76" y="30"/>
                    <a:pt x="76" y="30"/>
                  </a:cubicBezTo>
                  <a:cubicBezTo>
                    <a:pt x="76" y="31"/>
                    <a:pt x="76" y="35"/>
                    <a:pt x="76" y="37"/>
                  </a:cubicBezTo>
                  <a:cubicBezTo>
                    <a:pt x="74" y="37"/>
                    <a:pt x="72" y="37"/>
                    <a:pt x="69" y="37"/>
                  </a:cubicBezTo>
                  <a:close/>
                  <a:moveTo>
                    <a:pt x="130" y="38"/>
                  </a:moveTo>
                  <a:cubicBezTo>
                    <a:pt x="123" y="38"/>
                    <a:pt x="118" y="33"/>
                    <a:pt x="118" y="25"/>
                  </a:cubicBezTo>
                  <a:cubicBezTo>
                    <a:pt x="118" y="16"/>
                    <a:pt x="124" y="11"/>
                    <a:pt x="130" y="11"/>
                  </a:cubicBezTo>
                  <a:cubicBezTo>
                    <a:pt x="137" y="11"/>
                    <a:pt x="142" y="16"/>
                    <a:pt x="142" y="24"/>
                  </a:cubicBezTo>
                  <a:cubicBezTo>
                    <a:pt x="142" y="33"/>
                    <a:pt x="137" y="38"/>
                    <a:pt x="130" y="38"/>
                  </a:cubicBezTo>
                  <a:close/>
                  <a:moveTo>
                    <a:pt x="130" y="14"/>
                  </a:moveTo>
                  <a:cubicBezTo>
                    <a:pt x="125" y="14"/>
                    <a:pt x="123" y="17"/>
                    <a:pt x="123" y="25"/>
                  </a:cubicBezTo>
                  <a:cubicBezTo>
                    <a:pt x="123" y="32"/>
                    <a:pt x="126" y="36"/>
                    <a:pt x="130" y="36"/>
                  </a:cubicBezTo>
                  <a:cubicBezTo>
                    <a:pt x="135" y="36"/>
                    <a:pt x="137" y="32"/>
                    <a:pt x="137" y="24"/>
                  </a:cubicBezTo>
                  <a:cubicBezTo>
                    <a:pt x="137" y="17"/>
                    <a:pt x="134" y="14"/>
                    <a:pt x="130" y="14"/>
                  </a:cubicBezTo>
                  <a:close/>
                  <a:moveTo>
                    <a:pt x="146" y="36"/>
                  </a:moveTo>
                  <a:cubicBezTo>
                    <a:pt x="145" y="37"/>
                    <a:pt x="145" y="37"/>
                    <a:pt x="145" y="37"/>
                  </a:cubicBezTo>
                  <a:cubicBezTo>
                    <a:pt x="145" y="37"/>
                    <a:pt x="145" y="37"/>
                    <a:pt x="145" y="37"/>
                  </a:cubicBezTo>
                  <a:cubicBezTo>
                    <a:pt x="144" y="37"/>
                    <a:pt x="144" y="37"/>
                    <a:pt x="144" y="37"/>
                  </a:cubicBezTo>
                  <a:cubicBezTo>
                    <a:pt x="144" y="36"/>
                    <a:pt x="144" y="31"/>
                    <a:pt x="144" y="29"/>
                  </a:cubicBezTo>
                  <a:cubicBezTo>
                    <a:pt x="145" y="29"/>
                    <a:pt x="145" y="29"/>
                    <a:pt x="145" y="29"/>
                  </a:cubicBezTo>
                  <a:cubicBezTo>
                    <a:pt x="145" y="29"/>
                    <a:pt x="146" y="29"/>
                    <a:pt x="146" y="30"/>
                  </a:cubicBezTo>
                  <a:cubicBezTo>
                    <a:pt x="146" y="33"/>
                    <a:pt x="148" y="36"/>
                    <a:pt x="152" y="36"/>
                  </a:cubicBezTo>
                  <a:cubicBezTo>
                    <a:pt x="155" y="36"/>
                    <a:pt x="157" y="34"/>
                    <a:pt x="157" y="32"/>
                  </a:cubicBezTo>
                  <a:cubicBezTo>
                    <a:pt x="157" y="25"/>
                    <a:pt x="144" y="27"/>
                    <a:pt x="144" y="19"/>
                  </a:cubicBezTo>
                  <a:cubicBezTo>
                    <a:pt x="144" y="14"/>
                    <a:pt x="147" y="11"/>
                    <a:pt x="152" y="11"/>
                  </a:cubicBezTo>
                  <a:cubicBezTo>
                    <a:pt x="153" y="11"/>
                    <a:pt x="155" y="12"/>
                    <a:pt x="157" y="13"/>
                  </a:cubicBezTo>
                  <a:cubicBezTo>
                    <a:pt x="157" y="12"/>
                    <a:pt x="157" y="12"/>
                    <a:pt x="157" y="12"/>
                  </a:cubicBezTo>
                  <a:cubicBezTo>
                    <a:pt x="157" y="12"/>
                    <a:pt x="158" y="12"/>
                    <a:pt x="158" y="12"/>
                  </a:cubicBezTo>
                  <a:cubicBezTo>
                    <a:pt x="159" y="12"/>
                    <a:pt x="159" y="12"/>
                    <a:pt x="159" y="12"/>
                  </a:cubicBezTo>
                  <a:cubicBezTo>
                    <a:pt x="159" y="14"/>
                    <a:pt x="159" y="18"/>
                    <a:pt x="159" y="19"/>
                  </a:cubicBezTo>
                  <a:cubicBezTo>
                    <a:pt x="158" y="19"/>
                    <a:pt x="158" y="19"/>
                    <a:pt x="158" y="19"/>
                  </a:cubicBezTo>
                  <a:cubicBezTo>
                    <a:pt x="157" y="19"/>
                    <a:pt x="157" y="19"/>
                    <a:pt x="157" y="19"/>
                  </a:cubicBezTo>
                  <a:cubicBezTo>
                    <a:pt x="156" y="16"/>
                    <a:pt x="155" y="14"/>
                    <a:pt x="152" y="14"/>
                  </a:cubicBezTo>
                  <a:cubicBezTo>
                    <a:pt x="149" y="14"/>
                    <a:pt x="148" y="15"/>
                    <a:pt x="148" y="17"/>
                  </a:cubicBezTo>
                  <a:cubicBezTo>
                    <a:pt x="148" y="23"/>
                    <a:pt x="161" y="21"/>
                    <a:pt x="161" y="30"/>
                  </a:cubicBezTo>
                  <a:cubicBezTo>
                    <a:pt x="161" y="35"/>
                    <a:pt x="156" y="38"/>
                    <a:pt x="152" y="38"/>
                  </a:cubicBezTo>
                  <a:cubicBezTo>
                    <a:pt x="149" y="38"/>
                    <a:pt x="147" y="37"/>
                    <a:pt x="146" y="36"/>
                  </a:cubicBezTo>
                  <a:close/>
                  <a:moveTo>
                    <a:pt x="172" y="37"/>
                  </a:moveTo>
                  <a:cubicBezTo>
                    <a:pt x="171" y="37"/>
                    <a:pt x="168" y="37"/>
                    <a:pt x="167" y="37"/>
                  </a:cubicBezTo>
                  <a:cubicBezTo>
                    <a:pt x="167" y="36"/>
                    <a:pt x="167" y="36"/>
                    <a:pt x="167" y="36"/>
                  </a:cubicBezTo>
                  <a:cubicBezTo>
                    <a:pt x="167" y="36"/>
                    <a:pt x="167" y="35"/>
                    <a:pt x="167" y="35"/>
                  </a:cubicBezTo>
                  <a:cubicBezTo>
                    <a:pt x="170" y="35"/>
                    <a:pt x="170" y="35"/>
                    <a:pt x="170" y="30"/>
                  </a:cubicBezTo>
                  <a:cubicBezTo>
                    <a:pt x="170" y="15"/>
                    <a:pt x="170" y="15"/>
                    <a:pt x="170" y="15"/>
                  </a:cubicBezTo>
                  <a:cubicBezTo>
                    <a:pt x="170" y="14"/>
                    <a:pt x="170" y="14"/>
                    <a:pt x="170" y="14"/>
                  </a:cubicBezTo>
                  <a:cubicBezTo>
                    <a:pt x="168" y="14"/>
                    <a:pt x="168" y="14"/>
                    <a:pt x="168" y="14"/>
                  </a:cubicBezTo>
                  <a:cubicBezTo>
                    <a:pt x="165" y="14"/>
                    <a:pt x="163" y="14"/>
                    <a:pt x="163" y="19"/>
                  </a:cubicBezTo>
                  <a:cubicBezTo>
                    <a:pt x="162" y="19"/>
                    <a:pt x="162" y="19"/>
                    <a:pt x="162" y="19"/>
                  </a:cubicBezTo>
                  <a:cubicBezTo>
                    <a:pt x="161" y="19"/>
                    <a:pt x="161" y="19"/>
                    <a:pt x="161" y="19"/>
                  </a:cubicBezTo>
                  <a:cubicBezTo>
                    <a:pt x="161" y="18"/>
                    <a:pt x="161" y="14"/>
                    <a:pt x="161" y="12"/>
                  </a:cubicBezTo>
                  <a:cubicBezTo>
                    <a:pt x="163" y="12"/>
                    <a:pt x="165" y="12"/>
                    <a:pt x="168" y="12"/>
                  </a:cubicBezTo>
                  <a:cubicBezTo>
                    <a:pt x="177" y="12"/>
                    <a:pt x="177" y="12"/>
                    <a:pt x="177" y="12"/>
                  </a:cubicBezTo>
                  <a:cubicBezTo>
                    <a:pt x="180" y="12"/>
                    <a:pt x="182" y="12"/>
                    <a:pt x="184" y="12"/>
                  </a:cubicBezTo>
                  <a:cubicBezTo>
                    <a:pt x="184" y="14"/>
                    <a:pt x="184" y="18"/>
                    <a:pt x="184" y="19"/>
                  </a:cubicBezTo>
                  <a:cubicBezTo>
                    <a:pt x="183" y="19"/>
                    <a:pt x="183" y="19"/>
                    <a:pt x="183" y="19"/>
                  </a:cubicBezTo>
                  <a:cubicBezTo>
                    <a:pt x="182" y="19"/>
                    <a:pt x="182" y="19"/>
                    <a:pt x="182" y="19"/>
                  </a:cubicBezTo>
                  <a:cubicBezTo>
                    <a:pt x="182" y="14"/>
                    <a:pt x="180" y="14"/>
                    <a:pt x="177" y="14"/>
                  </a:cubicBezTo>
                  <a:cubicBezTo>
                    <a:pt x="175" y="14"/>
                    <a:pt x="175" y="14"/>
                    <a:pt x="175" y="14"/>
                  </a:cubicBezTo>
                  <a:cubicBezTo>
                    <a:pt x="175" y="14"/>
                    <a:pt x="175" y="14"/>
                    <a:pt x="175" y="15"/>
                  </a:cubicBezTo>
                  <a:cubicBezTo>
                    <a:pt x="175" y="30"/>
                    <a:pt x="175" y="30"/>
                    <a:pt x="175" y="30"/>
                  </a:cubicBezTo>
                  <a:cubicBezTo>
                    <a:pt x="175" y="35"/>
                    <a:pt x="175" y="35"/>
                    <a:pt x="178" y="35"/>
                  </a:cubicBezTo>
                  <a:cubicBezTo>
                    <a:pt x="178" y="35"/>
                    <a:pt x="178" y="36"/>
                    <a:pt x="178" y="36"/>
                  </a:cubicBezTo>
                  <a:cubicBezTo>
                    <a:pt x="178" y="37"/>
                    <a:pt x="178" y="37"/>
                    <a:pt x="178" y="37"/>
                  </a:cubicBezTo>
                  <a:cubicBezTo>
                    <a:pt x="176" y="37"/>
                    <a:pt x="174" y="37"/>
                    <a:pt x="172" y="37"/>
                  </a:cubicBezTo>
                  <a:close/>
                  <a:moveTo>
                    <a:pt x="196" y="38"/>
                  </a:moveTo>
                  <a:cubicBezTo>
                    <a:pt x="189" y="38"/>
                    <a:pt x="184" y="33"/>
                    <a:pt x="184" y="25"/>
                  </a:cubicBezTo>
                  <a:cubicBezTo>
                    <a:pt x="184" y="16"/>
                    <a:pt x="190" y="11"/>
                    <a:pt x="196" y="11"/>
                  </a:cubicBezTo>
                  <a:cubicBezTo>
                    <a:pt x="203" y="11"/>
                    <a:pt x="208" y="16"/>
                    <a:pt x="208" y="24"/>
                  </a:cubicBezTo>
                  <a:cubicBezTo>
                    <a:pt x="208" y="33"/>
                    <a:pt x="203" y="38"/>
                    <a:pt x="196" y="38"/>
                  </a:cubicBezTo>
                  <a:close/>
                  <a:moveTo>
                    <a:pt x="196" y="14"/>
                  </a:moveTo>
                  <a:cubicBezTo>
                    <a:pt x="191" y="14"/>
                    <a:pt x="189" y="17"/>
                    <a:pt x="189" y="25"/>
                  </a:cubicBezTo>
                  <a:cubicBezTo>
                    <a:pt x="189" y="32"/>
                    <a:pt x="192" y="36"/>
                    <a:pt x="197" y="36"/>
                  </a:cubicBezTo>
                  <a:cubicBezTo>
                    <a:pt x="201" y="36"/>
                    <a:pt x="203" y="32"/>
                    <a:pt x="203" y="24"/>
                  </a:cubicBezTo>
                  <a:cubicBezTo>
                    <a:pt x="203" y="17"/>
                    <a:pt x="200" y="14"/>
                    <a:pt x="196" y="14"/>
                  </a:cubicBezTo>
                  <a:close/>
                  <a:moveTo>
                    <a:pt x="230" y="38"/>
                  </a:moveTo>
                  <a:cubicBezTo>
                    <a:pt x="229" y="36"/>
                    <a:pt x="228" y="35"/>
                    <a:pt x="227" y="34"/>
                  </a:cubicBezTo>
                  <a:cubicBezTo>
                    <a:pt x="215" y="17"/>
                    <a:pt x="215" y="17"/>
                    <a:pt x="215" y="17"/>
                  </a:cubicBezTo>
                  <a:cubicBezTo>
                    <a:pt x="215" y="17"/>
                    <a:pt x="215" y="17"/>
                    <a:pt x="215" y="17"/>
                  </a:cubicBezTo>
                  <a:cubicBezTo>
                    <a:pt x="215" y="27"/>
                    <a:pt x="215" y="27"/>
                    <a:pt x="215" y="27"/>
                  </a:cubicBezTo>
                  <a:cubicBezTo>
                    <a:pt x="215" y="34"/>
                    <a:pt x="215" y="35"/>
                    <a:pt x="220" y="35"/>
                  </a:cubicBezTo>
                  <a:cubicBezTo>
                    <a:pt x="220" y="35"/>
                    <a:pt x="220" y="36"/>
                    <a:pt x="220" y="36"/>
                  </a:cubicBezTo>
                  <a:cubicBezTo>
                    <a:pt x="220" y="37"/>
                    <a:pt x="220" y="37"/>
                    <a:pt x="220" y="37"/>
                  </a:cubicBezTo>
                  <a:cubicBezTo>
                    <a:pt x="218" y="37"/>
                    <a:pt x="216" y="37"/>
                    <a:pt x="214" y="37"/>
                  </a:cubicBezTo>
                  <a:cubicBezTo>
                    <a:pt x="212" y="37"/>
                    <a:pt x="211" y="37"/>
                    <a:pt x="209" y="37"/>
                  </a:cubicBezTo>
                  <a:cubicBezTo>
                    <a:pt x="209" y="36"/>
                    <a:pt x="209" y="36"/>
                    <a:pt x="209" y="36"/>
                  </a:cubicBezTo>
                  <a:cubicBezTo>
                    <a:pt x="209" y="36"/>
                    <a:pt x="209" y="35"/>
                    <a:pt x="210" y="35"/>
                  </a:cubicBezTo>
                  <a:cubicBezTo>
                    <a:pt x="213" y="35"/>
                    <a:pt x="213" y="34"/>
                    <a:pt x="213" y="27"/>
                  </a:cubicBezTo>
                  <a:cubicBezTo>
                    <a:pt x="213" y="19"/>
                    <a:pt x="213" y="19"/>
                    <a:pt x="213" y="19"/>
                  </a:cubicBezTo>
                  <a:cubicBezTo>
                    <a:pt x="213" y="14"/>
                    <a:pt x="213" y="14"/>
                    <a:pt x="210" y="14"/>
                  </a:cubicBezTo>
                  <a:cubicBezTo>
                    <a:pt x="209" y="14"/>
                    <a:pt x="209" y="14"/>
                    <a:pt x="209" y="13"/>
                  </a:cubicBezTo>
                  <a:cubicBezTo>
                    <a:pt x="209" y="12"/>
                    <a:pt x="209" y="12"/>
                    <a:pt x="209" y="12"/>
                  </a:cubicBezTo>
                  <a:cubicBezTo>
                    <a:pt x="211" y="12"/>
                    <a:pt x="213" y="12"/>
                    <a:pt x="214" y="12"/>
                  </a:cubicBezTo>
                  <a:cubicBezTo>
                    <a:pt x="215" y="12"/>
                    <a:pt x="217" y="12"/>
                    <a:pt x="218" y="12"/>
                  </a:cubicBezTo>
                  <a:cubicBezTo>
                    <a:pt x="230" y="30"/>
                    <a:pt x="230" y="30"/>
                    <a:pt x="230" y="30"/>
                  </a:cubicBezTo>
                  <a:cubicBezTo>
                    <a:pt x="230" y="30"/>
                    <a:pt x="230" y="30"/>
                    <a:pt x="230" y="30"/>
                  </a:cubicBezTo>
                  <a:cubicBezTo>
                    <a:pt x="230" y="22"/>
                    <a:pt x="230" y="22"/>
                    <a:pt x="230" y="22"/>
                  </a:cubicBezTo>
                  <a:cubicBezTo>
                    <a:pt x="230" y="15"/>
                    <a:pt x="230" y="14"/>
                    <a:pt x="226" y="14"/>
                  </a:cubicBezTo>
                  <a:cubicBezTo>
                    <a:pt x="226" y="14"/>
                    <a:pt x="226" y="14"/>
                    <a:pt x="226" y="13"/>
                  </a:cubicBezTo>
                  <a:cubicBezTo>
                    <a:pt x="226" y="12"/>
                    <a:pt x="226" y="12"/>
                    <a:pt x="226" y="12"/>
                  </a:cubicBezTo>
                  <a:cubicBezTo>
                    <a:pt x="227" y="12"/>
                    <a:pt x="230" y="12"/>
                    <a:pt x="232" y="12"/>
                  </a:cubicBezTo>
                  <a:cubicBezTo>
                    <a:pt x="233" y="12"/>
                    <a:pt x="235" y="12"/>
                    <a:pt x="236" y="12"/>
                  </a:cubicBezTo>
                  <a:cubicBezTo>
                    <a:pt x="236" y="13"/>
                    <a:pt x="236" y="13"/>
                    <a:pt x="236" y="13"/>
                  </a:cubicBezTo>
                  <a:cubicBezTo>
                    <a:pt x="236" y="14"/>
                    <a:pt x="236" y="14"/>
                    <a:pt x="236" y="14"/>
                  </a:cubicBezTo>
                  <a:cubicBezTo>
                    <a:pt x="233" y="14"/>
                    <a:pt x="233" y="15"/>
                    <a:pt x="233" y="22"/>
                  </a:cubicBezTo>
                  <a:cubicBezTo>
                    <a:pt x="233" y="38"/>
                    <a:pt x="233" y="38"/>
                    <a:pt x="233" y="38"/>
                  </a:cubicBezTo>
                  <a:lnTo>
                    <a:pt x="230" y="38"/>
                  </a:lnTo>
                  <a:close/>
                  <a:moveTo>
                    <a:pt x="290" y="38"/>
                  </a:moveTo>
                  <a:cubicBezTo>
                    <a:pt x="284" y="38"/>
                    <a:pt x="278" y="33"/>
                    <a:pt x="278" y="25"/>
                  </a:cubicBezTo>
                  <a:cubicBezTo>
                    <a:pt x="278" y="16"/>
                    <a:pt x="284" y="11"/>
                    <a:pt x="290" y="11"/>
                  </a:cubicBezTo>
                  <a:cubicBezTo>
                    <a:pt x="297" y="11"/>
                    <a:pt x="302" y="16"/>
                    <a:pt x="302" y="24"/>
                  </a:cubicBezTo>
                  <a:cubicBezTo>
                    <a:pt x="302" y="33"/>
                    <a:pt x="297" y="38"/>
                    <a:pt x="290" y="38"/>
                  </a:cubicBezTo>
                  <a:close/>
                  <a:moveTo>
                    <a:pt x="290" y="14"/>
                  </a:moveTo>
                  <a:cubicBezTo>
                    <a:pt x="285" y="14"/>
                    <a:pt x="283" y="17"/>
                    <a:pt x="283" y="25"/>
                  </a:cubicBezTo>
                  <a:cubicBezTo>
                    <a:pt x="283" y="32"/>
                    <a:pt x="286" y="36"/>
                    <a:pt x="291" y="36"/>
                  </a:cubicBezTo>
                  <a:cubicBezTo>
                    <a:pt x="295" y="36"/>
                    <a:pt x="298" y="32"/>
                    <a:pt x="298" y="24"/>
                  </a:cubicBezTo>
                  <a:cubicBezTo>
                    <a:pt x="298" y="17"/>
                    <a:pt x="294" y="14"/>
                    <a:pt x="290" y="14"/>
                  </a:cubicBezTo>
                  <a:close/>
                  <a:moveTo>
                    <a:pt x="324" y="38"/>
                  </a:moveTo>
                  <a:cubicBezTo>
                    <a:pt x="323" y="36"/>
                    <a:pt x="322" y="35"/>
                    <a:pt x="321" y="34"/>
                  </a:cubicBezTo>
                  <a:cubicBezTo>
                    <a:pt x="310" y="17"/>
                    <a:pt x="310" y="17"/>
                    <a:pt x="310" y="17"/>
                  </a:cubicBezTo>
                  <a:cubicBezTo>
                    <a:pt x="310" y="17"/>
                    <a:pt x="310" y="17"/>
                    <a:pt x="310" y="17"/>
                  </a:cubicBezTo>
                  <a:cubicBezTo>
                    <a:pt x="310" y="27"/>
                    <a:pt x="310" y="27"/>
                    <a:pt x="310" y="27"/>
                  </a:cubicBezTo>
                  <a:cubicBezTo>
                    <a:pt x="310" y="34"/>
                    <a:pt x="310" y="35"/>
                    <a:pt x="314" y="35"/>
                  </a:cubicBezTo>
                  <a:cubicBezTo>
                    <a:pt x="314" y="35"/>
                    <a:pt x="314" y="36"/>
                    <a:pt x="314" y="36"/>
                  </a:cubicBezTo>
                  <a:cubicBezTo>
                    <a:pt x="314" y="37"/>
                    <a:pt x="314" y="37"/>
                    <a:pt x="314" y="37"/>
                  </a:cubicBezTo>
                  <a:cubicBezTo>
                    <a:pt x="313" y="37"/>
                    <a:pt x="310" y="37"/>
                    <a:pt x="308" y="37"/>
                  </a:cubicBezTo>
                  <a:cubicBezTo>
                    <a:pt x="306" y="37"/>
                    <a:pt x="305" y="37"/>
                    <a:pt x="303" y="37"/>
                  </a:cubicBezTo>
                  <a:cubicBezTo>
                    <a:pt x="303" y="36"/>
                    <a:pt x="303" y="36"/>
                    <a:pt x="303" y="36"/>
                  </a:cubicBezTo>
                  <a:cubicBezTo>
                    <a:pt x="303" y="36"/>
                    <a:pt x="304" y="35"/>
                    <a:pt x="304" y="35"/>
                  </a:cubicBezTo>
                  <a:cubicBezTo>
                    <a:pt x="307" y="35"/>
                    <a:pt x="307" y="34"/>
                    <a:pt x="307" y="27"/>
                  </a:cubicBezTo>
                  <a:cubicBezTo>
                    <a:pt x="307" y="19"/>
                    <a:pt x="307" y="19"/>
                    <a:pt x="307" y="19"/>
                  </a:cubicBezTo>
                  <a:cubicBezTo>
                    <a:pt x="307" y="14"/>
                    <a:pt x="307" y="14"/>
                    <a:pt x="304" y="14"/>
                  </a:cubicBezTo>
                  <a:cubicBezTo>
                    <a:pt x="304" y="14"/>
                    <a:pt x="303" y="14"/>
                    <a:pt x="303" y="13"/>
                  </a:cubicBezTo>
                  <a:cubicBezTo>
                    <a:pt x="303" y="12"/>
                    <a:pt x="303" y="12"/>
                    <a:pt x="303" y="12"/>
                  </a:cubicBezTo>
                  <a:cubicBezTo>
                    <a:pt x="305" y="12"/>
                    <a:pt x="307" y="12"/>
                    <a:pt x="308" y="12"/>
                  </a:cubicBezTo>
                  <a:cubicBezTo>
                    <a:pt x="309" y="12"/>
                    <a:pt x="311" y="12"/>
                    <a:pt x="312" y="12"/>
                  </a:cubicBezTo>
                  <a:cubicBezTo>
                    <a:pt x="324" y="30"/>
                    <a:pt x="324" y="30"/>
                    <a:pt x="324" y="30"/>
                  </a:cubicBezTo>
                  <a:cubicBezTo>
                    <a:pt x="324" y="30"/>
                    <a:pt x="324" y="30"/>
                    <a:pt x="324" y="30"/>
                  </a:cubicBezTo>
                  <a:cubicBezTo>
                    <a:pt x="324" y="22"/>
                    <a:pt x="324" y="22"/>
                    <a:pt x="324" y="22"/>
                  </a:cubicBezTo>
                  <a:cubicBezTo>
                    <a:pt x="324" y="15"/>
                    <a:pt x="324" y="14"/>
                    <a:pt x="320" y="14"/>
                  </a:cubicBezTo>
                  <a:cubicBezTo>
                    <a:pt x="320" y="14"/>
                    <a:pt x="320" y="14"/>
                    <a:pt x="320" y="13"/>
                  </a:cubicBezTo>
                  <a:cubicBezTo>
                    <a:pt x="320" y="12"/>
                    <a:pt x="320" y="12"/>
                    <a:pt x="320" y="12"/>
                  </a:cubicBezTo>
                  <a:cubicBezTo>
                    <a:pt x="321" y="12"/>
                    <a:pt x="324" y="12"/>
                    <a:pt x="326" y="12"/>
                  </a:cubicBezTo>
                  <a:cubicBezTo>
                    <a:pt x="328" y="12"/>
                    <a:pt x="329" y="12"/>
                    <a:pt x="330" y="12"/>
                  </a:cubicBezTo>
                  <a:cubicBezTo>
                    <a:pt x="330" y="13"/>
                    <a:pt x="330" y="13"/>
                    <a:pt x="330" y="13"/>
                  </a:cubicBezTo>
                  <a:cubicBezTo>
                    <a:pt x="330" y="14"/>
                    <a:pt x="330" y="14"/>
                    <a:pt x="330" y="14"/>
                  </a:cubicBezTo>
                  <a:cubicBezTo>
                    <a:pt x="327" y="14"/>
                    <a:pt x="327" y="15"/>
                    <a:pt x="327" y="22"/>
                  </a:cubicBezTo>
                  <a:cubicBezTo>
                    <a:pt x="327" y="38"/>
                    <a:pt x="327" y="38"/>
                    <a:pt x="327" y="38"/>
                  </a:cubicBezTo>
                  <a:lnTo>
                    <a:pt x="324" y="38"/>
                  </a:lnTo>
                  <a:close/>
                  <a:moveTo>
                    <a:pt x="335" y="36"/>
                  </a:moveTo>
                  <a:cubicBezTo>
                    <a:pt x="334" y="37"/>
                    <a:pt x="334" y="37"/>
                    <a:pt x="334" y="37"/>
                  </a:cubicBezTo>
                  <a:cubicBezTo>
                    <a:pt x="334" y="37"/>
                    <a:pt x="334" y="37"/>
                    <a:pt x="333" y="37"/>
                  </a:cubicBezTo>
                  <a:cubicBezTo>
                    <a:pt x="333" y="37"/>
                    <a:pt x="333" y="37"/>
                    <a:pt x="333" y="37"/>
                  </a:cubicBezTo>
                  <a:cubicBezTo>
                    <a:pt x="333" y="36"/>
                    <a:pt x="333" y="31"/>
                    <a:pt x="333" y="29"/>
                  </a:cubicBezTo>
                  <a:cubicBezTo>
                    <a:pt x="334" y="29"/>
                    <a:pt x="334" y="29"/>
                    <a:pt x="334" y="29"/>
                  </a:cubicBezTo>
                  <a:cubicBezTo>
                    <a:pt x="334" y="29"/>
                    <a:pt x="334" y="29"/>
                    <a:pt x="334" y="30"/>
                  </a:cubicBezTo>
                  <a:cubicBezTo>
                    <a:pt x="335" y="33"/>
                    <a:pt x="337" y="36"/>
                    <a:pt x="340" y="36"/>
                  </a:cubicBezTo>
                  <a:cubicBezTo>
                    <a:pt x="343" y="36"/>
                    <a:pt x="345" y="34"/>
                    <a:pt x="345" y="32"/>
                  </a:cubicBezTo>
                  <a:cubicBezTo>
                    <a:pt x="345" y="25"/>
                    <a:pt x="333" y="27"/>
                    <a:pt x="333" y="19"/>
                  </a:cubicBezTo>
                  <a:cubicBezTo>
                    <a:pt x="333" y="14"/>
                    <a:pt x="336" y="11"/>
                    <a:pt x="340" y="11"/>
                  </a:cubicBezTo>
                  <a:cubicBezTo>
                    <a:pt x="342" y="11"/>
                    <a:pt x="344" y="12"/>
                    <a:pt x="345" y="13"/>
                  </a:cubicBezTo>
                  <a:cubicBezTo>
                    <a:pt x="346" y="12"/>
                    <a:pt x="346" y="12"/>
                    <a:pt x="346" y="12"/>
                  </a:cubicBezTo>
                  <a:cubicBezTo>
                    <a:pt x="346" y="12"/>
                    <a:pt x="346" y="12"/>
                    <a:pt x="346" y="12"/>
                  </a:cubicBezTo>
                  <a:cubicBezTo>
                    <a:pt x="347" y="12"/>
                    <a:pt x="347" y="12"/>
                    <a:pt x="347" y="12"/>
                  </a:cubicBezTo>
                  <a:cubicBezTo>
                    <a:pt x="347" y="13"/>
                    <a:pt x="347" y="17"/>
                    <a:pt x="347" y="19"/>
                  </a:cubicBezTo>
                  <a:cubicBezTo>
                    <a:pt x="346" y="19"/>
                    <a:pt x="346" y="19"/>
                    <a:pt x="346" y="19"/>
                  </a:cubicBezTo>
                  <a:cubicBezTo>
                    <a:pt x="346" y="19"/>
                    <a:pt x="346" y="19"/>
                    <a:pt x="346" y="19"/>
                  </a:cubicBezTo>
                  <a:cubicBezTo>
                    <a:pt x="345" y="16"/>
                    <a:pt x="343" y="14"/>
                    <a:pt x="340" y="14"/>
                  </a:cubicBezTo>
                  <a:cubicBezTo>
                    <a:pt x="337" y="14"/>
                    <a:pt x="336" y="15"/>
                    <a:pt x="336" y="17"/>
                  </a:cubicBezTo>
                  <a:cubicBezTo>
                    <a:pt x="336" y="23"/>
                    <a:pt x="349" y="21"/>
                    <a:pt x="349" y="30"/>
                  </a:cubicBezTo>
                  <a:cubicBezTo>
                    <a:pt x="349" y="35"/>
                    <a:pt x="345" y="38"/>
                    <a:pt x="340" y="38"/>
                  </a:cubicBezTo>
                  <a:cubicBezTo>
                    <a:pt x="338" y="38"/>
                    <a:pt x="336" y="37"/>
                    <a:pt x="335" y="36"/>
                  </a:cubicBezTo>
                  <a:close/>
                  <a:moveTo>
                    <a:pt x="364" y="38"/>
                  </a:moveTo>
                  <a:cubicBezTo>
                    <a:pt x="357" y="38"/>
                    <a:pt x="354" y="35"/>
                    <a:pt x="354" y="28"/>
                  </a:cubicBezTo>
                  <a:cubicBezTo>
                    <a:pt x="354" y="19"/>
                    <a:pt x="354" y="19"/>
                    <a:pt x="354" y="19"/>
                  </a:cubicBezTo>
                  <a:cubicBezTo>
                    <a:pt x="354" y="14"/>
                    <a:pt x="354" y="14"/>
                    <a:pt x="350" y="14"/>
                  </a:cubicBezTo>
                  <a:cubicBezTo>
                    <a:pt x="350" y="14"/>
                    <a:pt x="350" y="14"/>
                    <a:pt x="350" y="13"/>
                  </a:cubicBezTo>
                  <a:cubicBezTo>
                    <a:pt x="350" y="12"/>
                    <a:pt x="350" y="12"/>
                    <a:pt x="350" y="12"/>
                  </a:cubicBezTo>
                  <a:cubicBezTo>
                    <a:pt x="352" y="12"/>
                    <a:pt x="354" y="12"/>
                    <a:pt x="356" y="12"/>
                  </a:cubicBezTo>
                  <a:cubicBezTo>
                    <a:pt x="357" y="12"/>
                    <a:pt x="360" y="12"/>
                    <a:pt x="361" y="12"/>
                  </a:cubicBezTo>
                  <a:cubicBezTo>
                    <a:pt x="361" y="13"/>
                    <a:pt x="361" y="13"/>
                    <a:pt x="361" y="13"/>
                  </a:cubicBezTo>
                  <a:cubicBezTo>
                    <a:pt x="361" y="14"/>
                    <a:pt x="361" y="14"/>
                    <a:pt x="361" y="14"/>
                  </a:cubicBezTo>
                  <a:cubicBezTo>
                    <a:pt x="358" y="14"/>
                    <a:pt x="358" y="14"/>
                    <a:pt x="358" y="19"/>
                  </a:cubicBezTo>
                  <a:cubicBezTo>
                    <a:pt x="358" y="29"/>
                    <a:pt x="358" y="29"/>
                    <a:pt x="358" y="29"/>
                  </a:cubicBezTo>
                  <a:cubicBezTo>
                    <a:pt x="358" y="33"/>
                    <a:pt x="360" y="35"/>
                    <a:pt x="364" y="35"/>
                  </a:cubicBezTo>
                  <a:cubicBezTo>
                    <a:pt x="369" y="35"/>
                    <a:pt x="371" y="33"/>
                    <a:pt x="371" y="28"/>
                  </a:cubicBezTo>
                  <a:cubicBezTo>
                    <a:pt x="371" y="22"/>
                    <a:pt x="371" y="22"/>
                    <a:pt x="371" y="22"/>
                  </a:cubicBezTo>
                  <a:cubicBezTo>
                    <a:pt x="371" y="15"/>
                    <a:pt x="371" y="14"/>
                    <a:pt x="366" y="14"/>
                  </a:cubicBezTo>
                  <a:cubicBezTo>
                    <a:pt x="366" y="14"/>
                    <a:pt x="366" y="14"/>
                    <a:pt x="366" y="13"/>
                  </a:cubicBezTo>
                  <a:cubicBezTo>
                    <a:pt x="366" y="12"/>
                    <a:pt x="366" y="12"/>
                    <a:pt x="366" y="12"/>
                  </a:cubicBezTo>
                  <a:cubicBezTo>
                    <a:pt x="368" y="12"/>
                    <a:pt x="370" y="12"/>
                    <a:pt x="372" y="12"/>
                  </a:cubicBezTo>
                  <a:cubicBezTo>
                    <a:pt x="374" y="12"/>
                    <a:pt x="374" y="12"/>
                    <a:pt x="376" y="12"/>
                  </a:cubicBezTo>
                  <a:cubicBezTo>
                    <a:pt x="376" y="13"/>
                    <a:pt x="376" y="13"/>
                    <a:pt x="376" y="13"/>
                  </a:cubicBezTo>
                  <a:cubicBezTo>
                    <a:pt x="376" y="14"/>
                    <a:pt x="376" y="14"/>
                    <a:pt x="376" y="14"/>
                  </a:cubicBezTo>
                  <a:cubicBezTo>
                    <a:pt x="373" y="14"/>
                    <a:pt x="373" y="15"/>
                    <a:pt x="373" y="22"/>
                  </a:cubicBezTo>
                  <a:cubicBezTo>
                    <a:pt x="373" y="28"/>
                    <a:pt x="373" y="28"/>
                    <a:pt x="373" y="28"/>
                  </a:cubicBezTo>
                  <a:cubicBezTo>
                    <a:pt x="373" y="35"/>
                    <a:pt x="370" y="38"/>
                    <a:pt x="364" y="38"/>
                  </a:cubicBezTo>
                  <a:close/>
                  <a:moveTo>
                    <a:pt x="392" y="37"/>
                  </a:moveTo>
                  <a:cubicBezTo>
                    <a:pt x="383" y="37"/>
                    <a:pt x="383" y="37"/>
                    <a:pt x="383" y="37"/>
                  </a:cubicBezTo>
                  <a:cubicBezTo>
                    <a:pt x="381" y="37"/>
                    <a:pt x="379" y="37"/>
                    <a:pt x="378" y="37"/>
                  </a:cubicBezTo>
                  <a:cubicBezTo>
                    <a:pt x="378" y="36"/>
                    <a:pt x="378" y="36"/>
                    <a:pt x="378" y="36"/>
                  </a:cubicBezTo>
                  <a:cubicBezTo>
                    <a:pt x="378" y="36"/>
                    <a:pt x="378" y="35"/>
                    <a:pt x="378" y="35"/>
                  </a:cubicBezTo>
                  <a:cubicBezTo>
                    <a:pt x="381" y="35"/>
                    <a:pt x="381" y="35"/>
                    <a:pt x="381" y="30"/>
                  </a:cubicBezTo>
                  <a:cubicBezTo>
                    <a:pt x="381" y="19"/>
                    <a:pt x="381" y="19"/>
                    <a:pt x="381" y="19"/>
                  </a:cubicBezTo>
                  <a:cubicBezTo>
                    <a:pt x="381" y="14"/>
                    <a:pt x="381" y="14"/>
                    <a:pt x="378" y="14"/>
                  </a:cubicBezTo>
                  <a:cubicBezTo>
                    <a:pt x="378" y="14"/>
                    <a:pt x="378" y="14"/>
                    <a:pt x="378" y="13"/>
                  </a:cubicBezTo>
                  <a:cubicBezTo>
                    <a:pt x="378" y="12"/>
                    <a:pt x="378" y="12"/>
                    <a:pt x="378" y="12"/>
                  </a:cubicBezTo>
                  <a:cubicBezTo>
                    <a:pt x="379" y="12"/>
                    <a:pt x="382" y="12"/>
                    <a:pt x="383" y="12"/>
                  </a:cubicBezTo>
                  <a:cubicBezTo>
                    <a:pt x="385" y="12"/>
                    <a:pt x="388" y="12"/>
                    <a:pt x="390" y="12"/>
                  </a:cubicBezTo>
                  <a:cubicBezTo>
                    <a:pt x="390" y="13"/>
                    <a:pt x="390" y="13"/>
                    <a:pt x="390" y="13"/>
                  </a:cubicBezTo>
                  <a:cubicBezTo>
                    <a:pt x="390" y="14"/>
                    <a:pt x="390" y="14"/>
                    <a:pt x="389" y="14"/>
                  </a:cubicBezTo>
                  <a:cubicBezTo>
                    <a:pt x="386" y="14"/>
                    <a:pt x="386" y="14"/>
                    <a:pt x="386" y="19"/>
                  </a:cubicBezTo>
                  <a:cubicBezTo>
                    <a:pt x="386" y="30"/>
                    <a:pt x="386" y="30"/>
                    <a:pt x="386" y="30"/>
                  </a:cubicBezTo>
                  <a:cubicBezTo>
                    <a:pt x="386" y="35"/>
                    <a:pt x="386" y="35"/>
                    <a:pt x="389" y="35"/>
                  </a:cubicBezTo>
                  <a:cubicBezTo>
                    <a:pt x="391" y="35"/>
                    <a:pt x="391" y="35"/>
                    <a:pt x="391" y="35"/>
                  </a:cubicBezTo>
                  <a:cubicBezTo>
                    <a:pt x="394" y="35"/>
                    <a:pt x="395" y="34"/>
                    <a:pt x="396" y="29"/>
                  </a:cubicBezTo>
                  <a:cubicBezTo>
                    <a:pt x="396" y="29"/>
                    <a:pt x="396" y="29"/>
                    <a:pt x="396" y="29"/>
                  </a:cubicBezTo>
                  <a:cubicBezTo>
                    <a:pt x="397" y="29"/>
                    <a:pt x="397" y="29"/>
                    <a:pt x="397" y="29"/>
                  </a:cubicBezTo>
                  <a:cubicBezTo>
                    <a:pt x="397" y="31"/>
                    <a:pt x="397" y="35"/>
                    <a:pt x="397" y="37"/>
                  </a:cubicBezTo>
                  <a:cubicBezTo>
                    <a:pt x="396" y="37"/>
                    <a:pt x="395" y="37"/>
                    <a:pt x="392" y="37"/>
                  </a:cubicBezTo>
                  <a:close/>
                  <a:moveTo>
                    <a:pt x="407" y="37"/>
                  </a:moveTo>
                  <a:cubicBezTo>
                    <a:pt x="405" y="37"/>
                    <a:pt x="403" y="37"/>
                    <a:pt x="401" y="37"/>
                  </a:cubicBezTo>
                  <a:cubicBezTo>
                    <a:pt x="401" y="36"/>
                    <a:pt x="401" y="36"/>
                    <a:pt x="401" y="36"/>
                  </a:cubicBezTo>
                  <a:cubicBezTo>
                    <a:pt x="401" y="36"/>
                    <a:pt x="401" y="35"/>
                    <a:pt x="401" y="35"/>
                  </a:cubicBezTo>
                  <a:cubicBezTo>
                    <a:pt x="404" y="35"/>
                    <a:pt x="404" y="35"/>
                    <a:pt x="404" y="30"/>
                  </a:cubicBezTo>
                  <a:cubicBezTo>
                    <a:pt x="404" y="15"/>
                    <a:pt x="404" y="15"/>
                    <a:pt x="404" y="15"/>
                  </a:cubicBezTo>
                  <a:cubicBezTo>
                    <a:pt x="404" y="14"/>
                    <a:pt x="404" y="14"/>
                    <a:pt x="404" y="14"/>
                  </a:cubicBezTo>
                  <a:cubicBezTo>
                    <a:pt x="402" y="14"/>
                    <a:pt x="402" y="14"/>
                    <a:pt x="402" y="14"/>
                  </a:cubicBezTo>
                  <a:cubicBezTo>
                    <a:pt x="399" y="14"/>
                    <a:pt x="397" y="14"/>
                    <a:pt x="397" y="19"/>
                  </a:cubicBezTo>
                  <a:cubicBezTo>
                    <a:pt x="397" y="19"/>
                    <a:pt x="397" y="19"/>
                    <a:pt x="396" y="19"/>
                  </a:cubicBezTo>
                  <a:cubicBezTo>
                    <a:pt x="395" y="19"/>
                    <a:pt x="395" y="19"/>
                    <a:pt x="395" y="19"/>
                  </a:cubicBezTo>
                  <a:cubicBezTo>
                    <a:pt x="395" y="18"/>
                    <a:pt x="395" y="14"/>
                    <a:pt x="395" y="12"/>
                  </a:cubicBezTo>
                  <a:cubicBezTo>
                    <a:pt x="397" y="12"/>
                    <a:pt x="399" y="12"/>
                    <a:pt x="402" y="12"/>
                  </a:cubicBezTo>
                  <a:cubicBezTo>
                    <a:pt x="411" y="12"/>
                    <a:pt x="411" y="12"/>
                    <a:pt x="411" y="12"/>
                  </a:cubicBezTo>
                  <a:cubicBezTo>
                    <a:pt x="414" y="12"/>
                    <a:pt x="416" y="12"/>
                    <a:pt x="418" y="12"/>
                  </a:cubicBezTo>
                  <a:cubicBezTo>
                    <a:pt x="418" y="14"/>
                    <a:pt x="418" y="18"/>
                    <a:pt x="418" y="19"/>
                  </a:cubicBezTo>
                  <a:cubicBezTo>
                    <a:pt x="417" y="19"/>
                    <a:pt x="417" y="19"/>
                    <a:pt x="417" y="19"/>
                  </a:cubicBezTo>
                  <a:cubicBezTo>
                    <a:pt x="417" y="19"/>
                    <a:pt x="416" y="19"/>
                    <a:pt x="416" y="19"/>
                  </a:cubicBezTo>
                  <a:cubicBezTo>
                    <a:pt x="416" y="14"/>
                    <a:pt x="414" y="14"/>
                    <a:pt x="411" y="14"/>
                  </a:cubicBezTo>
                  <a:cubicBezTo>
                    <a:pt x="409" y="14"/>
                    <a:pt x="409" y="14"/>
                    <a:pt x="409" y="14"/>
                  </a:cubicBezTo>
                  <a:cubicBezTo>
                    <a:pt x="409" y="14"/>
                    <a:pt x="409" y="14"/>
                    <a:pt x="409" y="15"/>
                  </a:cubicBezTo>
                  <a:cubicBezTo>
                    <a:pt x="409" y="30"/>
                    <a:pt x="409" y="30"/>
                    <a:pt x="409" y="30"/>
                  </a:cubicBezTo>
                  <a:cubicBezTo>
                    <a:pt x="409" y="35"/>
                    <a:pt x="409" y="35"/>
                    <a:pt x="412" y="35"/>
                  </a:cubicBezTo>
                  <a:cubicBezTo>
                    <a:pt x="412" y="35"/>
                    <a:pt x="412" y="36"/>
                    <a:pt x="412" y="36"/>
                  </a:cubicBezTo>
                  <a:cubicBezTo>
                    <a:pt x="412" y="37"/>
                    <a:pt x="412" y="37"/>
                    <a:pt x="412" y="37"/>
                  </a:cubicBezTo>
                  <a:cubicBezTo>
                    <a:pt x="410" y="37"/>
                    <a:pt x="408" y="37"/>
                    <a:pt x="407" y="37"/>
                  </a:cubicBezTo>
                  <a:close/>
                  <a:moveTo>
                    <a:pt x="425" y="37"/>
                  </a:moveTo>
                  <a:cubicBezTo>
                    <a:pt x="423" y="37"/>
                    <a:pt x="421" y="37"/>
                    <a:pt x="419" y="37"/>
                  </a:cubicBezTo>
                  <a:cubicBezTo>
                    <a:pt x="419" y="36"/>
                    <a:pt x="419" y="36"/>
                    <a:pt x="419" y="36"/>
                  </a:cubicBezTo>
                  <a:cubicBezTo>
                    <a:pt x="419" y="36"/>
                    <a:pt x="419" y="35"/>
                    <a:pt x="420" y="35"/>
                  </a:cubicBezTo>
                  <a:cubicBezTo>
                    <a:pt x="423" y="35"/>
                    <a:pt x="423" y="35"/>
                    <a:pt x="423" y="30"/>
                  </a:cubicBezTo>
                  <a:cubicBezTo>
                    <a:pt x="423" y="19"/>
                    <a:pt x="423" y="19"/>
                    <a:pt x="423" y="19"/>
                  </a:cubicBezTo>
                  <a:cubicBezTo>
                    <a:pt x="423" y="14"/>
                    <a:pt x="423" y="14"/>
                    <a:pt x="420" y="14"/>
                  </a:cubicBezTo>
                  <a:cubicBezTo>
                    <a:pt x="419" y="14"/>
                    <a:pt x="419" y="14"/>
                    <a:pt x="419" y="13"/>
                  </a:cubicBezTo>
                  <a:cubicBezTo>
                    <a:pt x="419" y="12"/>
                    <a:pt x="419" y="12"/>
                    <a:pt x="419" y="12"/>
                  </a:cubicBezTo>
                  <a:cubicBezTo>
                    <a:pt x="421" y="12"/>
                    <a:pt x="423" y="12"/>
                    <a:pt x="425" y="12"/>
                  </a:cubicBezTo>
                  <a:cubicBezTo>
                    <a:pt x="427" y="12"/>
                    <a:pt x="429" y="12"/>
                    <a:pt x="430" y="12"/>
                  </a:cubicBezTo>
                  <a:cubicBezTo>
                    <a:pt x="430" y="13"/>
                    <a:pt x="430" y="13"/>
                    <a:pt x="430" y="13"/>
                  </a:cubicBezTo>
                  <a:cubicBezTo>
                    <a:pt x="430" y="14"/>
                    <a:pt x="430" y="14"/>
                    <a:pt x="430" y="14"/>
                  </a:cubicBezTo>
                  <a:cubicBezTo>
                    <a:pt x="427" y="14"/>
                    <a:pt x="427" y="14"/>
                    <a:pt x="427" y="19"/>
                  </a:cubicBezTo>
                  <a:cubicBezTo>
                    <a:pt x="427" y="30"/>
                    <a:pt x="427" y="30"/>
                    <a:pt x="427" y="30"/>
                  </a:cubicBezTo>
                  <a:cubicBezTo>
                    <a:pt x="427" y="35"/>
                    <a:pt x="427" y="35"/>
                    <a:pt x="430" y="35"/>
                  </a:cubicBezTo>
                  <a:cubicBezTo>
                    <a:pt x="430" y="35"/>
                    <a:pt x="430" y="36"/>
                    <a:pt x="430" y="36"/>
                  </a:cubicBezTo>
                  <a:cubicBezTo>
                    <a:pt x="430" y="37"/>
                    <a:pt x="430" y="37"/>
                    <a:pt x="430" y="37"/>
                  </a:cubicBezTo>
                  <a:cubicBezTo>
                    <a:pt x="429" y="37"/>
                    <a:pt x="427" y="37"/>
                    <a:pt x="425" y="37"/>
                  </a:cubicBezTo>
                  <a:close/>
                  <a:moveTo>
                    <a:pt x="453" y="38"/>
                  </a:moveTo>
                  <a:cubicBezTo>
                    <a:pt x="452" y="36"/>
                    <a:pt x="451" y="35"/>
                    <a:pt x="450" y="34"/>
                  </a:cubicBezTo>
                  <a:cubicBezTo>
                    <a:pt x="438" y="17"/>
                    <a:pt x="438" y="17"/>
                    <a:pt x="438" y="17"/>
                  </a:cubicBezTo>
                  <a:cubicBezTo>
                    <a:pt x="438" y="17"/>
                    <a:pt x="438" y="17"/>
                    <a:pt x="438" y="17"/>
                  </a:cubicBezTo>
                  <a:cubicBezTo>
                    <a:pt x="438" y="27"/>
                    <a:pt x="438" y="27"/>
                    <a:pt x="438" y="27"/>
                  </a:cubicBezTo>
                  <a:cubicBezTo>
                    <a:pt x="438" y="34"/>
                    <a:pt x="438" y="35"/>
                    <a:pt x="443" y="35"/>
                  </a:cubicBezTo>
                  <a:cubicBezTo>
                    <a:pt x="443" y="35"/>
                    <a:pt x="443" y="36"/>
                    <a:pt x="443" y="36"/>
                  </a:cubicBezTo>
                  <a:cubicBezTo>
                    <a:pt x="443" y="37"/>
                    <a:pt x="443" y="37"/>
                    <a:pt x="443" y="37"/>
                  </a:cubicBezTo>
                  <a:cubicBezTo>
                    <a:pt x="441" y="37"/>
                    <a:pt x="439" y="37"/>
                    <a:pt x="437" y="37"/>
                  </a:cubicBezTo>
                  <a:cubicBezTo>
                    <a:pt x="435" y="37"/>
                    <a:pt x="434" y="37"/>
                    <a:pt x="432" y="37"/>
                  </a:cubicBezTo>
                  <a:cubicBezTo>
                    <a:pt x="432" y="36"/>
                    <a:pt x="432" y="36"/>
                    <a:pt x="432" y="36"/>
                  </a:cubicBezTo>
                  <a:cubicBezTo>
                    <a:pt x="432" y="36"/>
                    <a:pt x="432" y="35"/>
                    <a:pt x="433" y="35"/>
                  </a:cubicBezTo>
                  <a:cubicBezTo>
                    <a:pt x="436" y="35"/>
                    <a:pt x="436" y="34"/>
                    <a:pt x="436" y="27"/>
                  </a:cubicBezTo>
                  <a:cubicBezTo>
                    <a:pt x="436" y="19"/>
                    <a:pt x="436" y="19"/>
                    <a:pt x="436" y="19"/>
                  </a:cubicBezTo>
                  <a:cubicBezTo>
                    <a:pt x="436" y="14"/>
                    <a:pt x="436" y="14"/>
                    <a:pt x="433" y="14"/>
                  </a:cubicBezTo>
                  <a:cubicBezTo>
                    <a:pt x="432" y="14"/>
                    <a:pt x="432" y="14"/>
                    <a:pt x="432" y="13"/>
                  </a:cubicBezTo>
                  <a:cubicBezTo>
                    <a:pt x="432" y="12"/>
                    <a:pt x="432" y="12"/>
                    <a:pt x="432" y="12"/>
                  </a:cubicBezTo>
                  <a:cubicBezTo>
                    <a:pt x="434" y="12"/>
                    <a:pt x="436" y="12"/>
                    <a:pt x="437" y="12"/>
                  </a:cubicBezTo>
                  <a:cubicBezTo>
                    <a:pt x="438" y="12"/>
                    <a:pt x="439" y="12"/>
                    <a:pt x="440" y="12"/>
                  </a:cubicBezTo>
                  <a:cubicBezTo>
                    <a:pt x="453" y="30"/>
                    <a:pt x="453" y="30"/>
                    <a:pt x="453" y="30"/>
                  </a:cubicBezTo>
                  <a:cubicBezTo>
                    <a:pt x="453" y="22"/>
                    <a:pt x="453" y="22"/>
                    <a:pt x="453" y="22"/>
                  </a:cubicBezTo>
                  <a:cubicBezTo>
                    <a:pt x="453" y="15"/>
                    <a:pt x="453" y="14"/>
                    <a:pt x="449" y="14"/>
                  </a:cubicBezTo>
                  <a:cubicBezTo>
                    <a:pt x="449" y="14"/>
                    <a:pt x="449" y="14"/>
                    <a:pt x="449" y="13"/>
                  </a:cubicBezTo>
                  <a:cubicBezTo>
                    <a:pt x="449" y="12"/>
                    <a:pt x="449" y="12"/>
                    <a:pt x="449" y="12"/>
                  </a:cubicBezTo>
                  <a:cubicBezTo>
                    <a:pt x="450" y="12"/>
                    <a:pt x="453" y="12"/>
                    <a:pt x="455" y="12"/>
                  </a:cubicBezTo>
                  <a:cubicBezTo>
                    <a:pt x="456" y="12"/>
                    <a:pt x="458" y="12"/>
                    <a:pt x="459" y="12"/>
                  </a:cubicBezTo>
                  <a:cubicBezTo>
                    <a:pt x="459" y="13"/>
                    <a:pt x="459" y="13"/>
                    <a:pt x="459" y="13"/>
                  </a:cubicBezTo>
                  <a:cubicBezTo>
                    <a:pt x="459" y="14"/>
                    <a:pt x="459" y="14"/>
                    <a:pt x="459" y="14"/>
                  </a:cubicBezTo>
                  <a:cubicBezTo>
                    <a:pt x="456" y="14"/>
                    <a:pt x="456" y="15"/>
                    <a:pt x="456" y="22"/>
                  </a:cubicBezTo>
                  <a:cubicBezTo>
                    <a:pt x="456" y="38"/>
                    <a:pt x="456" y="38"/>
                    <a:pt x="456" y="38"/>
                  </a:cubicBezTo>
                  <a:lnTo>
                    <a:pt x="453" y="38"/>
                  </a:lnTo>
                  <a:close/>
                  <a:moveTo>
                    <a:pt x="484" y="27"/>
                  </a:moveTo>
                  <a:cubicBezTo>
                    <a:pt x="484" y="28"/>
                    <a:pt x="484" y="28"/>
                    <a:pt x="484" y="28"/>
                  </a:cubicBezTo>
                  <a:cubicBezTo>
                    <a:pt x="481" y="28"/>
                    <a:pt x="481" y="28"/>
                    <a:pt x="481" y="31"/>
                  </a:cubicBezTo>
                  <a:cubicBezTo>
                    <a:pt x="481" y="32"/>
                    <a:pt x="481" y="32"/>
                    <a:pt x="481" y="32"/>
                  </a:cubicBezTo>
                  <a:cubicBezTo>
                    <a:pt x="481" y="33"/>
                    <a:pt x="482" y="34"/>
                    <a:pt x="482" y="34"/>
                  </a:cubicBezTo>
                  <a:cubicBezTo>
                    <a:pt x="482" y="35"/>
                    <a:pt x="481" y="35"/>
                    <a:pt x="481" y="35"/>
                  </a:cubicBezTo>
                  <a:cubicBezTo>
                    <a:pt x="479" y="35"/>
                    <a:pt x="478" y="38"/>
                    <a:pt x="472" y="38"/>
                  </a:cubicBezTo>
                  <a:cubicBezTo>
                    <a:pt x="465" y="38"/>
                    <a:pt x="460" y="33"/>
                    <a:pt x="460" y="24"/>
                  </a:cubicBezTo>
                  <a:cubicBezTo>
                    <a:pt x="460" y="17"/>
                    <a:pt x="464" y="11"/>
                    <a:pt x="472" y="11"/>
                  </a:cubicBezTo>
                  <a:cubicBezTo>
                    <a:pt x="475" y="11"/>
                    <a:pt x="477" y="12"/>
                    <a:pt x="478" y="13"/>
                  </a:cubicBezTo>
                  <a:cubicBezTo>
                    <a:pt x="479" y="12"/>
                    <a:pt x="479" y="12"/>
                    <a:pt x="479" y="12"/>
                  </a:cubicBezTo>
                  <a:cubicBezTo>
                    <a:pt x="479" y="12"/>
                    <a:pt x="479" y="12"/>
                    <a:pt x="479" y="12"/>
                  </a:cubicBezTo>
                  <a:cubicBezTo>
                    <a:pt x="480" y="12"/>
                    <a:pt x="480" y="12"/>
                    <a:pt x="480" y="12"/>
                  </a:cubicBezTo>
                  <a:cubicBezTo>
                    <a:pt x="480" y="13"/>
                    <a:pt x="480" y="18"/>
                    <a:pt x="480" y="19"/>
                  </a:cubicBezTo>
                  <a:cubicBezTo>
                    <a:pt x="479" y="19"/>
                    <a:pt x="479" y="19"/>
                    <a:pt x="479" y="19"/>
                  </a:cubicBezTo>
                  <a:cubicBezTo>
                    <a:pt x="479" y="19"/>
                    <a:pt x="478" y="19"/>
                    <a:pt x="478" y="19"/>
                  </a:cubicBezTo>
                  <a:cubicBezTo>
                    <a:pt x="478" y="15"/>
                    <a:pt x="476" y="14"/>
                    <a:pt x="472" y="14"/>
                  </a:cubicBezTo>
                  <a:cubicBezTo>
                    <a:pt x="466" y="14"/>
                    <a:pt x="465" y="19"/>
                    <a:pt x="465" y="24"/>
                  </a:cubicBezTo>
                  <a:cubicBezTo>
                    <a:pt x="465" y="30"/>
                    <a:pt x="467" y="36"/>
                    <a:pt x="473" y="36"/>
                  </a:cubicBezTo>
                  <a:cubicBezTo>
                    <a:pt x="476" y="36"/>
                    <a:pt x="477" y="34"/>
                    <a:pt x="477" y="32"/>
                  </a:cubicBezTo>
                  <a:cubicBezTo>
                    <a:pt x="477" y="31"/>
                    <a:pt x="477" y="31"/>
                    <a:pt x="477" y="31"/>
                  </a:cubicBezTo>
                  <a:cubicBezTo>
                    <a:pt x="477" y="28"/>
                    <a:pt x="477" y="28"/>
                    <a:pt x="473" y="28"/>
                  </a:cubicBezTo>
                  <a:cubicBezTo>
                    <a:pt x="473" y="28"/>
                    <a:pt x="473" y="28"/>
                    <a:pt x="473" y="27"/>
                  </a:cubicBezTo>
                  <a:cubicBezTo>
                    <a:pt x="473" y="26"/>
                    <a:pt x="473" y="26"/>
                    <a:pt x="473" y="26"/>
                  </a:cubicBezTo>
                  <a:cubicBezTo>
                    <a:pt x="475" y="26"/>
                    <a:pt x="477" y="26"/>
                    <a:pt x="479" y="26"/>
                  </a:cubicBezTo>
                  <a:cubicBezTo>
                    <a:pt x="481" y="26"/>
                    <a:pt x="482" y="26"/>
                    <a:pt x="484" y="26"/>
                  </a:cubicBezTo>
                  <a:lnTo>
                    <a:pt x="484" y="27"/>
                  </a:lnTo>
                  <a:close/>
                  <a:moveTo>
                    <a:pt x="526" y="23"/>
                  </a:moveTo>
                  <a:cubicBezTo>
                    <a:pt x="526" y="23"/>
                    <a:pt x="526" y="23"/>
                    <a:pt x="525" y="23"/>
                  </a:cubicBezTo>
                  <a:cubicBezTo>
                    <a:pt x="522" y="24"/>
                    <a:pt x="522" y="24"/>
                    <a:pt x="522" y="28"/>
                  </a:cubicBezTo>
                  <a:cubicBezTo>
                    <a:pt x="522" y="30"/>
                    <a:pt x="522" y="30"/>
                    <a:pt x="522" y="30"/>
                  </a:cubicBezTo>
                  <a:cubicBezTo>
                    <a:pt x="522" y="31"/>
                    <a:pt x="522" y="32"/>
                    <a:pt x="522" y="33"/>
                  </a:cubicBezTo>
                  <a:cubicBezTo>
                    <a:pt x="522" y="33"/>
                    <a:pt x="522" y="33"/>
                    <a:pt x="522" y="33"/>
                  </a:cubicBezTo>
                  <a:cubicBezTo>
                    <a:pt x="519" y="33"/>
                    <a:pt x="517" y="38"/>
                    <a:pt x="510" y="38"/>
                  </a:cubicBezTo>
                  <a:cubicBezTo>
                    <a:pt x="500" y="38"/>
                    <a:pt x="493" y="31"/>
                    <a:pt x="493" y="19"/>
                  </a:cubicBezTo>
                  <a:cubicBezTo>
                    <a:pt x="493" y="8"/>
                    <a:pt x="499" y="0"/>
                    <a:pt x="510" y="0"/>
                  </a:cubicBezTo>
                  <a:cubicBezTo>
                    <a:pt x="513" y="0"/>
                    <a:pt x="516" y="1"/>
                    <a:pt x="518" y="2"/>
                  </a:cubicBezTo>
                  <a:cubicBezTo>
                    <a:pt x="518" y="2"/>
                    <a:pt x="518" y="2"/>
                    <a:pt x="518" y="2"/>
                  </a:cubicBezTo>
                  <a:cubicBezTo>
                    <a:pt x="519" y="1"/>
                    <a:pt x="519" y="1"/>
                    <a:pt x="519" y="1"/>
                  </a:cubicBezTo>
                  <a:cubicBezTo>
                    <a:pt x="519" y="0"/>
                    <a:pt x="519" y="0"/>
                    <a:pt x="520" y="0"/>
                  </a:cubicBezTo>
                  <a:cubicBezTo>
                    <a:pt x="520" y="0"/>
                    <a:pt x="520" y="0"/>
                    <a:pt x="520" y="0"/>
                  </a:cubicBezTo>
                  <a:cubicBezTo>
                    <a:pt x="520" y="3"/>
                    <a:pt x="520" y="8"/>
                    <a:pt x="520" y="11"/>
                  </a:cubicBezTo>
                  <a:cubicBezTo>
                    <a:pt x="519" y="11"/>
                    <a:pt x="519" y="11"/>
                    <a:pt x="519" y="11"/>
                  </a:cubicBezTo>
                  <a:cubicBezTo>
                    <a:pt x="519" y="11"/>
                    <a:pt x="519" y="11"/>
                    <a:pt x="519" y="10"/>
                  </a:cubicBezTo>
                  <a:cubicBezTo>
                    <a:pt x="517" y="5"/>
                    <a:pt x="515" y="2"/>
                    <a:pt x="510" y="2"/>
                  </a:cubicBezTo>
                  <a:cubicBezTo>
                    <a:pt x="501" y="2"/>
                    <a:pt x="499" y="11"/>
                    <a:pt x="499" y="19"/>
                  </a:cubicBezTo>
                  <a:cubicBezTo>
                    <a:pt x="499" y="27"/>
                    <a:pt x="501" y="35"/>
                    <a:pt x="510" y="35"/>
                  </a:cubicBezTo>
                  <a:cubicBezTo>
                    <a:pt x="515" y="35"/>
                    <a:pt x="518" y="33"/>
                    <a:pt x="518" y="30"/>
                  </a:cubicBezTo>
                  <a:cubicBezTo>
                    <a:pt x="518" y="28"/>
                    <a:pt x="518" y="28"/>
                    <a:pt x="518" y="28"/>
                  </a:cubicBezTo>
                  <a:cubicBezTo>
                    <a:pt x="518" y="24"/>
                    <a:pt x="518" y="24"/>
                    <a:pt x="512" y="23"/>
                  </a:cubicBezTo>
                  <a:cubicBezTo>
                    <a:pt x="512" y="23"/>
                    <a:pt x="512" y="23"/>
                    <a:pt x="512" y="23"/>
                  </a:cubicBezTo>
                  <a:cubicBezTo>
                    <a:pt x="512" y="21"/>
                    <a:pt x="512" y="21"/>
                    <a:pt x="512" y="21"/>
                  </a:cubicBezTo>
                  <a:cubicBezTo>
                    <a:pt x="514" y="21"/>
                    <a:pt x="517" y="21"/>
                    <a:pt x="519" y="21"/>
                  </a:cubicBezTo>
                  <a:cubicBezTo>
                    <a:pt x="522" y="21"/>
                    <a:pt x="523" y="21"/>
                    <a:pt x="526" y="21"/>
                  </a:cubicBezTo>
                  <a:lnTo>
                    <a:pt x="526" y="23"/>
                  </a:lnTo>
                  <a:close/>
                  <a:moveTo>
                    <a:pt x="540" y="24"/>
                  </a:moveTo>
                  <a:cubicBezTo>
                    <a:pt x="540" y="24"/>
                    <a:pt x="540" y="24"/>
                    <a:pt x="540" y="24"/>
                  </a:cubicBezTo>
                  <a:cubicBezTo>
                    <a:pt x="548" y="25"/>
                    <a:pt x="546" y="35"/>
                    <a:pt x="549" y="35"/>
                  </a:cubicBezTo>
                  <a:cubicBezTo>
                    <a:pt x="549" y="35"/>
                    <a:pt x="550" y="34"/>
                    <a:pt x="550" y="34"/>
                  </a:cubicBezTo>
                  <a:cubicBezTo>
                    <a:pt x="551" y="35"/>
                    <a:pt x="551" y="35"/>
                    <a:pt x="551" y="35"/>
                  </a:cubicBezTo>
                  <a:cubicBezTo>
                    <a:pt x="551" y="35"/>
                    <a:pt x="551" y="35"/>
                    <a:pt x="551" y="35"/>
                  </a:cubicBezTo>
                  <a:cubicBezTo>
                    <a:pt x="551" y="35"/>
                    <a:pt x="551" y="35"/>
                    <a:pt x="551" y="35"/>
                  </a:cubicBezTo>
                  <a:cubicBezTo>
                    <a:pt x="550" y="36"/>
                    <a:pt x="549" y="37"/>
                    <a:pt x="547" y="37"/>
                  </a:cubicBezTo>
                  <a:cubicBezTo>
                    <a:pt x="543" y="37"/>
                    <a:pt x="543" y="34"/>
                    <a:pt x="542" y="30"/>
                  </a:cubicBezTo>
                  <a:cubicBezTo>
                    <a:pt x="541" y="27"/>
                    <a:pt x="540" y="25"/>
                    <a:pt x="537" y="25"/>
                  </a:cubicBezTo>
                  <a:cubicBezTo>
                    <a:pt x="534" y="25"/>
                    <a:pt x="534" y="25"/>
                    <a:pt x="534" y="25"/>
                  </a:cubicBezTo>
                  <a:cubicBezTo>
                    <a:pt x="534" y="30"/>
                    <a:pt x="534" y="30"/>
                    <a:pt x="534" y="30"/>
                  </a:cubicBezTo>
                  <a:cubicBezTo>
                    <a:pt x="534" y="35"/>
                    <a:pt x="534" y="35"/>
                    <a:pt x="537" y="35"/>
                  </a:cubicBezTo>
                  <a:cubicBezTo>
                    <a:pt x="538" y="35"/>
                    <a:pt x="538" y="36"/>
                    <a:pt x="538" y="36"/>
                  </a:cubicBezTo>
                  <a:cubicBezTo>
                    <a:pt x="538" y="37"/>
                    <a:pt x="538" y="37"/>
                    <a:pt x="538" y="37"/>
                  </a:cubicBezTo>
                  <a:cubicBezTo>
                    <a:pt x="536" y="37"/>
                    <a:pt x="534" y="37"/>
                    <a:pt x="532" y="37"/>
                  </a:cubicBezTo>
                  <a:cubicBezTo>
                    <a:pt x="530" y="37"/>
                    <a:pt x="528" y="37"/>
                    <a:pt x="527" y="37"/>
                  </a:cubicBezTo>
                  <a:cubicBezTo>
                    <a:pt x="527" y="36"/>
                    <a:pt x="527" y="36"/>
                    <a:pt x="527" y="36"/>
                  </a:cubicBezTo>
                  <a:cubicBezTo>
                    <a:pt x="527" y="36"/>
                    <a:pt x="527" y="35"/>
                    <a:pt x="527" y="35"/>
                  </a:cubicBezTo>
                  <a:cubicBezTo>
                    <a:pt x="530" y="35"/>
                    <a:pt x="530" y="35"/>
                    <a:pt x="530" y="30"/>
                  </a:cubicBezTo>
                  <a:cubicBezTo>
                    <a:pt x="530" y="19"/>
                    <a:pt x="530" y="19"/>
                    <a:pt x="530" y="19"/>
                  </a:cubicBezTo>
                  <a:cubicBezTo>
                    <a:pt x="530" y="14"/>
                    <a:pt x="530" y="14"/>
                    <a:pt x="527" y="14"/>
                  </a:cubicBezTo>
                  <a:cubicBezTo>
                    <a:pt x="527" y="14"/>
                    <a:pt x="527" y="14"/>
                    <a:pt x="527" y="13"/>
                  </a:cubicBezTo>
                  <a:cubicBezTo>
                    <a:pt x="527" y="12"/>
                    <a:pt x="527" y="12"/>
                    <a:pt x="527" y="12"/>
                  </a:cubicBezTo>
                  <a:cubicBezTo>
                    <a:pt x="528" y="12"/>
                    <a:pt x="530" y="12"/>
                    <a:pt x="532" y="12"/>
                  </a:cubicBezTo>
                  <a:cubicBezTo>
                    <a:pt x="534" y="12"/>
                    <a:pt x="536" y="12"/>
                    <a:pt x="538" y="12"/>
                  </a:cubicBezTo>
                  <a:cubicBezTo>
                    <a:pt x="543" y="12"/>
                    <a:pt x="547" y="14"/>
                    <a:pt x="547" y="18"/>
                  </a:cubicBezTo>
                  <a:cubicBezTo>
                    <a:pt x="547" y="21"/>
                    <a:pt x="546" y="23"/>
                    <a:pt x="540" y="24"/>
                  </a:cubicBezTo>
                  <a:close/>
                  <a:moveTo>
                    <a:pt x="538" y="14"/>
                  </a:moveTo>
                  <a:cubicBezTo>
                    <a:pt x="537" y="14"/>
                    <a:pt x="534" y="14"/>
                    <a:pt x="534" y="14"/>
                  </a:cubicBezTo>
                  <a:cubicBezTo>
                    <a:pt x="534" y="23"/>
                    <a:pt x="534" y="23"/>
                    <a:pt x="534" y="23"/>
                  </a:cubicBezTo>
                  <a:cubicBezTo>
                    <a:pt x="537" y="23"/>
                    <a:pt x="537" y="23"/>
                    <a:pt x="537" y="23"/>
                  </a:cubicBezTo>
                  <a:cubicBezTo>
                    <a:pt x="540" y="23"/>
                    <a:pt x="543" y="22"/>
                    <a:pt x="543" y="18"/>
                  </a:cubicBezTo>
                  <a:cubicBezTo>
                    <a:pt x="543" y="15"/>
                    <a:pt x="540" y="14"/>
                    <a:pt x="538" y="14"/>
                  </a:cubicBezTo>
                  <a:close/>
                  <a:moveTo>
                    <a:pt x="563" y="38"/>
                  </a:moveTo>
                  <a:cubicBezTo>
                    <a:pt x="556" y="38"/>
                    <a:pt x="551" y="33"/>
                    <a:pt x="551" y="25"/>
                  </a:cubicBezTo>
                  <a:cubicBezTo>
                    <a:pt x="551" y="16"/>
                    <a:pt x="557" y="11"/>
                    <a:pt x="563" y="11"/>
                  </a:cubicBezTo>
                  <a:cubicBezTo>
                    <a:pt x="570" y="11"/>
                    <a:pt x="575" y="16"/>
                    <a:pt x="575" y="24"/>
                  </a:cubicBezTo>
                  <a:cubicBezTo>
                    <a:pt x="575" y="33"/>
                    <a:pt x="570" y="38"/>
                    <a:pt x="563" y="38"/>
                  </a:cubicBezTo>
                  <a:close/>
                  <a:moveTo>
                    <a:pt x="563" y="14"/>
                  </a:moveTo>
                  <a:cubicBezTo>
                    <a:pt x="558" y="14"/>
                    <a:pt x="556" y="17"/>
                    <a:pt x="556" y="25"/>
                  </a:cubicBezTo>
                  <a:cubicBezTo>
                    <a:pt x="556" y="32"/>
                    <a:pt x="559" y="36"/>
                    <a:pt x="563" y="36"/>
                  </a:cubicBezTo>
                  <a:cubicBezTo>
                    <a:pt x="568" y="36"/>
                    <a:pt x="570" y="32"/>
                    <a:pt x="570" y="24"/>
                  </a:cubicBezTo>
                  <a:cubicBezTo>
                    <a:pt x="570" y="17"/>
                    <a:pt x="567" y="14"/>
                    <a:pt x="563" y="14"/>
                  </a:cubicBezTo>
                  <a:close/>
                  <a:moveTo>
                    <a:pt x="590" y="38"/>
                  </a:moveTo>
                  <a:cubicBezTo>
                    <a:pt x="583" y="38"/>
                    <a:pt x="580" y="35"/>
                    <a:pt x="580" y="28"/>
                  </a:cubicBezTo>
                  <a:cubicBezTo>
                    <a:pt x="580" y="19"/>
                    <a:pt x="580" y="19"/>
                    <a:pt x="580" y="19"/>
                  </a:cubicBezTo>
                  <a:cubicBezTo>
                    <a:pt x="580" y="14"/>
                    <a:pt x="580" y="14"/>
                    <a:pt x="577" y="14"/>
                  </a:cubicBezTo>
                  <a:cubicBezTo>
                    <a:pt x="576" y="14"/>
                    <a:pt x="576" y="14"/>
                    <a:pt x="576" y="13"/>
                  </a:cubicBezTo>
                  <a:cubicBezTo>
                    <a:pt x="576" y="12"/>
                    <a:pt x="576" y="12"/>
                    <a:pt x="576" y="12"/>
                  </a:cubicBezTo>
                  <a:cubicBezTo>
                    <a:pt x="578" y="12"/>
                    <a:pt x="580" y="12"/>
                    <a:pt x="582" y="12"/>
                  </a:cubicBezTo>
                  <a:cubicBezTo>
                    <a:pt x="584" y="12"/>
                    <a:pt x="586" y="12"/>
                    <a:pt x="587" y="12"/>
                  </a:cubicBezTo>
                  <a:cubicBezTo>
                    <a:pt x="587" y="13"/>
                    <a:pt x="587" y="13"/>
                    <a:pt x="587" y="13"/>
                  </a:cubicBezTo>
                  <a:cubicBezTo>
                    <a:pt x="587" y="14"/>
                    <a:pt x="587" y="14"/>
                    <a:pt x="587" y="14"/>
                  </a:cubicBezTo>
                  <a:cubicBezTo>
                    <a:pt x="584" y="14"/>
                    <a:pt x="584" y="14"/>
                    <a:pt x="584" y="19"/>
                  </a:cubicBezTo>
                  <a:cubicBezTo>
                    <a:pt x="584" y="29"/>
                    <a:pt x="584" y="29"/>
                    <a:pt x="584" y="29"/>
                  </a:cubicBezTo>
                  <a:cubicBezTo>
                    <a:pt x="584" y="33"/>
                    <a:pt x="586" y="35"/>
                    <a:pt x="590" y="35"/>
                  </a:cubicBezTo>
                  <a:cubicBezTo>
                    <a:pt x="595" y="35"/>
                    <a:pt x="597" y="33"/>
                    <a:pt x="597" y="28"/>
                  </a:cubicBezTo>
                  <a:cubicBezTo>
                    <a:pt x="597" y="22"/>
                    <a:pt x="597" y="22"/>
                    <a:pt x="597" y="22"/>
                  </a:cubicBezTo>
                  <a:cubicBezTo>
                    <a:pt x="597" y="15"/>
                    <a:pt x="597" y="14"/>
                    <a:pt x="592" y="14"/>
                  </a:cubicBezTo>
                  <a:cubicBezTo>
                    <a:pt x="592" y="14"/>
                    <a:pt x="592" y="14"/>
                    <a:pt x="592" y="13"/>
                  </a:cubicBezTo>
                  <a:cubicBezTo>
                    <a:pt x="592" y="12"/>
                    <a:pt x="592" y="12"/>
                    <a:pt x="592" y="12"/>
                  </a:cubicBezTo>
                  <a:cubicBezTo>
                    <a:pt x="594" y="12"/>
                    <a:pt x="596" y="12"/>
                    <a:pt x="598" y="12"/>
                  </a:cubicBezTo>
                  <a:cubicBezTo>
                    <a:pt x="600" y="12"/>
                    <a:pt x="601" y="12"/>
                    <a:pt x="602" y="12"/>
                  </a:cubicBezTo>
                  <a:cubicBezTo>
                    <a:pt x="602" y="13"/>
                    <a:pt x="602" y="13"/>
                    <a:pt x="602" y="13"/>
                  </a:cubicBezTo>
                  <a:cubicBezTo>
                    <a:pt x="602" y="14"/>
                    <a:pt x="602" y="14"/>
                    <a:pt x="602" y="14"/>
                  </a:cubicBezTo>
                  <a:cubicBezTo>
                    <a:pt x="599" y="14"/>
                    <a:pt x="599" y="15"/>
                    <a:pt x="599" y="22"/>
                  </a:cubicBezTo>
                  <a:cubicBezTo>
                    <a:pt x="599" y="28"/>
                    <a:pt x="599" y="28"/>
                    <a:pt x="599" y="28"/>
                  </a:cubicBezTo>
                  <a:cubicBezTo>
                    <a:pt x="599" y="35"/>
                    <a:pt x="596" y="38"/>
                    <a:pt x="590" y="38"/>
                  </a:cubicBezTo>
                  <a:close/>
                  <a:moveTo>
                    <a:pt x="614" y="27"/>
                  </a:moveTo>
                  <a:cubicBezTo>
                    <a:pt x="612" y="27"/>
                    <a:pt x="612" y="27"/>
                    <a:pt x="612" y="27"/>
                  </a:cubicBezTo>
                  <a:cubicBezTo>
                    <a:pt x="612" y="30"/>
                    <a:pt x="612" y="30"/>
                    <a:pt x="612" y="30"/>
                  </a:cubicBezTo>
                  <a:cubicBezTo>
                    <a:pt x="612" y="35"/>
                    <a:pt x="612" y="35"/>
                    <a:pt x="615" y="35"/>
                  </a:cubicBezTo>
                  <a:cubicBezTo>
                    <a:pt x="616" y="35"/>
                    <a:pt x="616" y="36"/>
                    <a:pt x="616" y="36"/>
                  </a:cubicBezTo>
                  <a:cubicBezTo>
                    <a:pt x="616" y="37"/>
                    <a:pt x="616" y="37"/>
                    <a:pt x="616" y="37"/>
                  </a:cubicBezTo>
                  <a:cubicBezTo>
                    <a:pt x="614" y="37"/>
                    <a:pt x="611" y="37"/>
                    <a:pt x="610" y="37"/>
                  </a:cubicBezTo>
                  <a:cubicBezTo>
                    <a:pt x="608" y="37"/>
                    <a:pt x="606" y="37"/>
                    <a:pt x="604" y="37"/>
                  </a:cubicBezTo>
                  <a:cubicBezTo>
                    <a:pt x="604" y="36"/>
                    <a:pt x="604" y="36"/>
                    <a:pt x="604" y="36"/>
                  </a:cubicBezTo>
                  <a:cubicBezTo>
                    <a:pt x="604" y="36"/>
                    <a:pt x="604" y="35"/>
                    <a:pt x="604" y="35"/>
                  </a:cubicBezTo>
                  <a:cubicBezTo>
                    <a:pt x="607" y="35"/>
                    <a:pt x="607" y="35"/>
                    <a:pt x="607" y="30"/>
                  </a:cubicBezTo>
                  <a:cubicBezTo>
                    <a:pt x="607" y="19"/>
                    <a:pt x="607" y="19"/>
                    <a:pt x="607" y="19"/>
                  </a:cubicBezTo>
                  <a:cubicBezTo>
                    <a:pt x="607" y="14"/>
                    <a:pt x="607" y="14"/>
                    <a:pt x="604" y="14"/>
                  </a:cubicBezTo>
                  <a:cubicBezTo>
                    <a:pt x="604" y="14"/>
                    <a:pt x="604" y="14"/>
                    <a:pt x="604" y="13"/>
                  </a:cubicBezTo>
                  <a:cubicBezTo>
                    <a:pt x="604" y="12"/>
                    <a:pt x="604" y="12"/>
                    <a:pt x="604" y="12"/>
                  </a:cubicBezTo>
                  <a:cubicBezTo>
                    <a:pt x="606" y="12"/>
                    <a:pt x="608" y="12"/>
                    <a:pt x="610" y="12"/>
                  </a:cubicBezTo>
                  <a:cubicBezTo>
                    <a:pt x="611" y="12"/>
                    <a:pt x="613" y="12"/>
                    <a:pt x="614" y="12"/>
                  </a:cubicBezTo>
                  <a:cubicBezTo>
                    <a:pt x="619" y="12"/>
                    <a:pt x="625" y="13"/>
                    <a:pt x="625" y="19"/>
                  </a:cubicBezTo>
                  <a:cubicBezTo>
                    <a:pt x="625" y="22"/>
                    <a:pt x="623" y="27"/>
                    <a:pt x="614" y="27"/>
                  </a:cubicBezTo>
                  <a:close/>
                  <a:moveTo>
                    <a:pt x="615" y="14"/>
                  </a:moveTo>
                  <a:cubicBezTo>
                    <a:pt x="614" y="14"/>
                    <a:pt x="612" y="14"/>
                    <a:pt x="612" y="14"/>
                  </a:cubicBezTo>
                  <a:cubicBezTo>
                    <a:pt x="612" y="25"/>
                    <a:pt x="612" y="25"/>
                    <a:pt x="612" y="25"/>
                  </a:cubicBezTo>
                  <a:cubicBezTo>
                    <a:pt x="614" y="25"/>
                    <a:pt x="614" y="25"/>
                    <a:pt x="614" y="25"/>
                  </a:cubicBezTo>
                  <a:cubicBezTo>
                    <a:pt x="618" y="25"/>
                    <a:pt x="620" y="23"/>
                    <a:pt x="620" y="19"/>
                  </a:cubicBezTo>
                  <a:cubicBezTo>
                    <a:pt x="620" y="16"/>
                    <a:pt x="618" y="14"/>
                    <a:pt x="6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575757"/>
                </a:solidFill>
                <a:sym typeface="Trebuchet MS" panose="020B0603020202020204" pitchFamily="34" charset="0"/>
              </a:endParaRPr>
            </a:p>
          </p:txBody>
        </p:sp>
      </p:grpSp>
      <p:sp>
        <p:nvSpPr>
          <p:cNvPr id="26" name="Subtitle 2"/>
          <p:cNvSpPr>
            <a:spLocks noGrp="1"/>
          </p:cNvSpPr>
          <p:nvPr>
            <p:ph type="subTitle" idx="1" hasCustomPrompt="1"/>
          </p:nvPr>
        </p:nvSpPr>
        <p:spPr bwMode="white">
          <a:xfrm>
            <a:off x="957600"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957600"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Tree>
    <p:extLst>
      <p:ext uri="{BB962C8B-B14F-4D97-AF65-F5344CB8AC3E}">
        <p14:creationId xmlns:p14="http://schemas.microsoft.com/office/powerpoint/2010/main" val="1625916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solidFill>
                <a:prstClr val="white">
                  <a:lumMod val="50000"/>
                </a:prstClr>
              </a:solidFill>
            </a:endParaRPr>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41490305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1000"/>
              </a:spcAft>
            </a:pPr>
            <a:endParaRPr lang="en-US" sz="1200">
              <a:solidFill>
                <a:prstClr val="white"/>
              </a:solidFill>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solidFill>
                <a:prstClr val="white">
                  <a:lumMod val="50000"/>
                </a:prstClr>
              </a:solidFill>
            </a:endParaRPr>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5070882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40024550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2049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2676713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1231364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4233718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800" dirty="0">
              <a:solidFill>
                <a:prstClr val="white">
                  <a:lumMod val="50000"/>
                </a:prstClr>
              </a:solidFill>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37942662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800" dirty="0">
              <a:solidFill>
                <a:prstClr val="white">
                  <a:lumMod val="50000"/>
                </a:prstClr>
              </a:solidFill>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2464071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5"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10845462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pic>
        <p:nvPicPr>
          <p:cNvPr id="4" name="Picture 3"/>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881139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800" dirty="0">
              <a:solidFill>
                <a:prstClr val="white"/>
              </a:solidFill>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pic>
        <p:nvPicPr>
          <p:cNvPr id="11"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33900" y="33956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7630151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pic>
        <p:nvPicPr>
          <p:cNvPr id="20" name="Picture 19"/>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27222159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pic>
        <p:nvPicPr>
          <p:cNvPr id="13"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78758"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27469382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pic>
        <p:nvPicPr>
          <p:cNvPr id="17" name="Picture 16"/>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2644500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41"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5346304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pic>
        <p:nvPicPr>
          <p:cNvPr id="13" name="Picture 12"/>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spTree>
    <p:extLst>
      <p:ext uri="{BB962C8B-B14F-4D97-AF65-F5344CB8AC3E}">
        <p14:creationId xmlns:p14="http://schemas.microsoft.com/office/powerpoint/2010/main" val="27701525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26440227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20259686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solidFill>
                <a:srgbClr val="575757"/>
              </a:solidFill>
              <a:sym typeface="Trebuchet MS" panose="020B060302020202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2537850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3524691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839688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16890869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r>
              <a:rPr lang="en-US" sz="900" dirty="0">
                <a:solidFill>
                  <a:srgbClr val="575757"/>
                </a:solidFill>
                <a:sym typeface="Trebuchet MS" panose="020B0603020202020204" pitchFamily="34" charset="0"/>
              </a:rPr>
              <a:t>The services and materials provided by The Boston Consulting Group (BCG) are subject to BCG's Standard Terms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to update these materials after the date hereof, notwithstanding that such information may become outdated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or inaccurate.</a:t>
            </a:r>
          </a:p>
          <a:p>
            <a:r>
              <a:rPr lang="en-US" sz="900" dirty="0">
                <a:solidFill>
                  <a:srgbClr val="575757"/>
                </a:solidFill>
                <a:sym typeface="Trebuchet MS" panose="020B0603020202020204" pitchFamily="34" charset="0"/>
              </a:rPr>
              <a:t> </a:t>
            </a:r>
          </a:p>
          <a:p>
            <a:r>
              <a:rPr lang="en-US" sz="900" dirty="0">
                <a:solidFill>
                  <a:srgbClr val="575757"/>
                </a:solidFill>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endParaRPr lang="en-US" sz="900" dirty="0">
              <a:solidFill>
                <a:srgbClr val="575757"/>
              </a:solidFill>
              <a:sym typeface="Trebuchet MS" panose="020B0603020202020204" pitchFamily="34" charset="0"/>
            </a:endParaRPr>
          </a:p>
          <a:p>
            <a:pPr>
              <a:defRPr/>
            </a:pPr>
            <a:r>
              <a:rPr lang="en-US" sz="900" dirty="0">
                <a:solidFill>
                  <a:srgbClr val="575757"/>
                </a:solidFill>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rgbClr val="29BA74"/>
                    </a:gs>
                    <a:gs pos="2000">
                      <a:srgbClr val="197A56"/>
                    </a:gs>
                  </a:gsLst>
                  <a:lin ang="2700000" scaled="0"/>
                </a:gradFill>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20254882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pic>
        <p:nvPicPr>
          <p:cNvPr id="9" name="TitleAndEndImages"/>
          <p:cNvPicPr>
            <a:picLocks noChangeAspect="1"/>
          </p:cNvPicPr>
          <p:nvPr userDrawn="1">
            <p:custDataLst>
              <p:tags r:id="rId1"/>
            </p:custDataLst>
          </p:nvPr>
        </p:nvPicPr>
        <p:blipFill>
          <a:blip r:embed="rId3">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11" name="Rectangle 10"/>
          <p:cNvSpPr/>
          <p:nvPr/>
        </p:nvSpPr>
        <p:spPr bwMode="black">
          <a:xfrm>
            <a:off x="626289" y="626321"/>
            <a:ext cx="5610517" cy="5532504"/>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solidFill>
                <a:prstClr val="white"/>
              </a:solidFill>
              <a:sym typeface="Trebuchet MS" panose="020B0603020202020204" pitchFamily="34" charset="0"/>
            </a:endParaRPr>
          </a:p>
        </p:txBody>
      </p:sp>
      <p:grpSp>
        <p:nvGrpSpPr>
          <p:cNvPr id="12" name="Group 4"/>
          <p:cNvGrpSpPr>
            <a:grpSpLocks noChangeAspect="1"/>
          </p:cNvGrpSpPr>
          <p:nvPr userDrawn="1"/>
        </p:nvGrpSpPr>
        <p:grpSpPr bwMode="auto">
          <a:xfrm>
            <a:off x="926090" y="2722052"/>
            <a:ext cx="4371144" cy="1344304"/>
            <a:chOff x="585" y="2014"/>
            <a:chExt cx="5583" cy="1717"/>
          </a:xfrm>
          <a:solidFill>
            <a:schemeClr val="bg1"/>
          </a:solidFill>
        </p:grpSpPr>
        <p:sp>
          <p:nvSpPr>
            <p:cNvPr id="13" name="Freeform 5"/>
            <p:cNvSpPr>
              <a:spLocks noEditPoints="1"/>
            </p:cNvSpPr>
            <p:nvPr/>
          </p:nvSpPr>
          <p:spPr bwMode="auto">
            <a:xfrm>
              <a:off x="585" y="2014"/>
              <a:ext cx="2558" cy="1055"/>
            </a:xfrm>
            <a:custGeom>
              <a:avLst/>
              <a:gdLst>
                <a:gd name="T0" fmla="*/ 123 w 1081"/>
                <a:gd name="T1" fmla="*/ 32 h 445"/>
                <a:gd name="T2" fmla="*/ 171 w 1081"/>
                <a:gd name="T3" fmla="*/ 25 h 445"/>
                <a:gd name="T4" fmla="*/ 150 w 1081"/>
                <a:gd name="T5" fmla="*/ 204 h 445"/>
                <a:gd name="T6" fmla="*/ 189 w 1081"/>
                <a:gd name="T7" fmla="*/ 420 h 445"/>
                <a:gd name="T8" fmla="*/ 123 w 1081"/>
                <a:gd name="T9" fmla="*/ 219 h 445"/>
                <a:gd name="T10" fmla="*/ 293 w 1081"/>
                <a:gd name="T11" fmla="*/ 318 h 445"/>
                <a:gd name="T12" fmla="*/ 905 w 1081"/>
                <a:gd name="T13" fmla="*/ 248 h 445"/>
                <a:gd name="T14" fmla="*/ 910 w 1081"/>
                <a:gd name="T15" fmla="*/ 260 h 445"/>
                <a:gd name="T16" fmla="*/ 974 w 1081"/>
                <a:gd name="T17" fmla="*/ 360 h 445"/>
                <a:gd name="T18" fmla="*/ 756 w 1081"/>
                <a:gd name="T19" fmla="*/ 226 h 445"/>
                <a:gd name="T20" fmla="*/ 1000 w 1081"/>
                <a:gd name="T21" fmla="*/ 127 h 445"/>
                <a:gd name="T22" fmla="*/ 1011 w 1081"/>
                <a:gd name="T23" fmla="*/ 132 h 445"/>
                <a:gd name="T24" fmla="*/ 1006 w 1081"/>
                <a:gd name="T25" fmla="*/ 4 h 445"/>
                <a:gd name="T26" fmla="*/ 994 w 1081"/>
                <a:gd name="T27" fmla="*/ 39 h 445"/>
                <a:gd name="T28" fmla="*/ 882 w 1081"/>
                <a:gd name="T29" fmla="*/ 0 h 445"/>
                <a:gd name="T30" fmla="*/ 686 w 1081"/>
                <a:gd name="T31" fmla="*/ 286 h 445"/>
                <a:gd name="T32" fmla="*/ 563 w 1081"/>
                <a:gd name="T33" fmla="*/ 429 h 445"/>
                <a:gd name="T34" fmla="*/ 554 w 1081"/>
                <a:gd name="T35" fmla="*/ 16 h 445"/>
                <a:gd name="T36" fmla="*/ 667 w 1081"/>
                <a:gd name="T37" fmla="*/ 109 h 445"/>
                <a:gd name="T38" fmla="*/ 672 w 1081"/>
                <a:gd name="T39" fmla="*/ 4 h 445"/>
                <a:gd name="T40" fmla="*/ 661 w 1081"/>
                <a:gd name="T41" fmla="*/ 7 h 445"/>
                <a:gd name="T42" fmla="*/ 655 w 1081"/>
                <a:gd name="T43" fmla="*/ 38 h 445"/>
                <a:gd name="T44" fmla="*/ 348 w 1081"/>
                <a:gd name="T45" fmla="*/ 227 h 445"/>
                <a:gd name="T46" fmla="*/ 349 w 1081"/>
                <a:gd name="T47" fmla="*/ 261 h 445"/>
                <a:gd name="T48" fmla="*/ 220 w 1081"/>
                <a:gd name="T49" fmla="*/ 206 h 445"/>
                <a:gd name="T50" fmla="*/ 168 w 1081"/>
                <a:gd name="T51" fmla="*/ 8 h 445"/>
                <a:gd name="T52" fmla="*/ 0 w 1081"/>
                <a:gd name="T53" fmla="*/ 8 h 445"/>
                <a:gd name="T54" fmla="*/ 4 w 1081"/>
                <a:gd name="T55" fmla="*/ 21 h 445"/>
                <a:gd name="T56" fmla="*/ 55 w 1081"/>
                <a:gd name="T57" fmla="*/ 336 h 445"/>
                <a:gd name="T58" fmla="*/ 0 w 1081"/>
                <a:gd name="T59" fmla="*/ 430 h 445"/>
                <a:gd name="T60" fmla="*/ 88 w 1081"/>
                <a:gd name="T61" fmla="*/ 435 h 445"/>
                <a:gd name="T62" fmla="*/ 366 w 1081"/>
                <a:gd name="T63" fmla="*/ 323 h 445"/>
                <a:gd name="T64" fmla="*/ 561 w 1081"/>
                <a:gd name="T65" fmla="*/ 445 h 445"/>
                <a:gd name="T66" fmla="*/ 679 w 1081"/>
                <a:gd name="T67" fmla="*/ 405 h 445"/>
                <a:gd name="T68" fmla="*/ 691 w 1081"/>
                <a:gd name="T69" fmla="*/ 441 h 445"/>
                <a:gd name="T70" fmla="*/ 696 w 1081"/>
                <a:gd name="T71" fmla="*/ 321 h 445"/>
                <a:gd name="T72" fmla="*/ 886 w 1081"/>
                <a:gd name="T73" fmla="*/ 445 h 445"/>
                <a:gd name="T74" fmla="*/ 1041 w 1081"/>
                <a:gd name="T75" fmla="*/ 387 h 445"/>
                <a:gd name="T76" fmla="*/ 1040 w 1081"/>
                <a:gd name="T77" fmla="*/ 323 h 445"/>
                <a:gd name="T78" fmla="*/ 1081 w 1081"/>
                <a:gd name="T79" fmla="*/ 255 h 445"/>
                <a:gd name="T80" fmla="*/ 1002 w 1081"/>
                <a:gd name="T81" fmla="*/ 249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81" h="445">
                  <a:moveTo>
                    <a:pt x="123" y="204"/>
                  </a:moveTo>
                  <a:cubicBezTo>
                    <a:pt x="123" y="32"/>
                    <a:pt x="123" y="32"/>
                    <a:pt x="123" y="32"/>
                  </a:cubicBezTo>
                  <a:cubicBezTo>
                    <a:pt x="123" y="28"/>
                    <a:pt x="124" y="27"/>
                    <a:pt x="130" y="26"/>
                  </a:cubicBezTo>
                  <a:cubicBezTo>
                    <a:pt x="139" y="25"/>
                    <a:pt x="161" y="25"/>
                    <a:pt x="171" y="25"/>
                  </a:cubicBezTo>
                  <a:cubicBezTo>
                    <a:pt x="223" y="25"/>
                    <a:pt x="257" y="56"/>
                    <a:pt x="257" y="115"/>
                  </a:cubicBezTo>
                  <a:cubicBezTo>
                    <a:pt x="257" y="180"/>
                    <a:pt x="217" y="204"/>
                    <a:pt x="150" y="204"/>
                  </a:cubicBezTo>
                  <a:lnTo>
                    <a:pt x="123" y="204"/>
                  </a:lnTo>
                  <a:close/>
                  <a:moveTo>
                    <a:pt x="189" y="420"/>
                  </a:moveTo>
                  <a:cubicBezTo>
                    <a:pt x="132" y="420"/>
                    <a:pt x="123" y="411"/>
                    <a:pt x="123" y="332"/>
                  </a:cubicBezTo>
                  <a:cubicBezTo>
                    <a:pt x="123" y="219"/>
                    <a:pt x="123" y="219"/>
                    <a:pt x="123" y="219"/>
                  </a:cubicBezTo>
                  <a:cubicBezTo>
                    <a:pt x="149" y="219"/>
                    <a:pt x="149" y="219"/>
                    <a:pt x="149" y="219"/>
                  </a:cubicBezTo>
                  <a:cubicBezTo>
                    <a:pt x="224" y="219"/>
                    <a:pt x="293" y="237"/>
                    <a:pt x="293" y="318"/>
                  </a:cubicBezTo>
                  <a:cubicBezTo>
                    <a:pt x="293" y="382"/>
                    <a:pt x="255" y="420"/>
                    <a:pt x="189" y="420"/>
                  </a:cubicBezTo>
                  <a:close/>
                  <a:moveTo>
                    <a:pt x="905" y="248"/>
                  </a:moveTo>
                  <a:cubicBezTo>
                    <a:pt x="905" y="255"/>
                    <a:pt x="905" y="255"/>
                    <a:pt x="905" y="255"/>
                  </a:cubicBezTo>
                  <a:cubicBezTo>
                    <a:pt x="905" y="258"/>
                    <a:pt x="906" y="260"/>
                    <a:pt x="910" y="260"/>
                  </a:cubicBezTo>
                  <a:cubicBezTo>
                    <a:pt x="974" y="262"/>
                    <a:pt x="974" y="269"/>
                    <a:pt x="974" y="319"/>
                  </a:cubicBezTo>
                  <a:cubicBezTo>
                    <a:pt x="974" y="360"/>
                    <a:pt x="974" y="360"/>
                    <a:pt x="974" y="360"/>
                  </a:cubicBezTo>
                  <a:cubicBezTo>
                    <a:pt x="974" y="402"/>
                    <a:pt x="946" y="429"/>
                    <a:pt x="890" y="429"/>
                  </a:cubicBezTo>
                  <a:cubicBezTo>
                    <a:pt x="796" y="429"/>
                    <a:pt x="756" y="339"/>
                    <a:pt x="756" y="226"/>
                  </a:cubicBezTo>
                  <a:cubicBezTo>
                    <a:pt x="756" y="119"/>
                    <a:pt x="785" y="16"/>
                    <a:pt x="888" y="16"/>
                  </a:cubicBezTo>
                  <a:cubicBezTo>
                    <a:pt x="947" y="16"/>
                    <a:pt x="996" y="56"/>
                    <a:pt x="1000" y="127"/>
                  </a:cubicBezTo>
                  <a:cubicBezTo>
                    <a:pt x="1000" y="132"/>
                    <a:pt x="1002" y="132"/>
                    <a:pt x="1005" y="132"/>
                  </a:cubicBezTo>
                  <a:cubicBezTo>
                    <a:pt x="1011" y="132"/>
                    <a:pt x="1011" y="132"/>
                    <a:pt x="1011" y="132"/>
                  </a:cubicBezTo>
                  <a:cubicBezTo>
                    <a:pt x="1011" y="103"/>
                    <a:pt x="1010" y="34"/>
                    <a:pt x="1010" y="4"/>
                  </a:cubicBezTo>
                  <a:cubicBezTo>
                    <a:pt x="1006" y="4"/>
                    <a:pt x="1006" y="4"/>
                    <a:pt x="1006" y="4"/>
                  </a:cubicBezTo>
                  <a:cubicBezTo>
                    <a:pt x="1002" y="4"/>
                    <a:pt x="1000" y="5"/>
                    <a:pt x="1000" y="7"/>
                  </a:cubicBezTo>
                  <a:cubicBezTo>
                    <a:pt x="994" y="39"/>
                    <a:pt x="994" y="39"/>
                    <a:pt x="994" y="39"/>
                  </a:cubicBezTo>
                  <a:cubicBezTo>
                    <a:pt x="993" y="39"/>
                    <a:pt x="993" y="39"/>
                    <a:pt x="993" y="39"/>
                  </a:cubicBezTo>
                  <a:cubicBezTo>
                    <a:pt x="964" y="12"/>
                    <a:pt x="921" y="0"/>
                    <a:pt x="882" y="0"/>
                  </a:cubicBezTo>
                  <a:cubicBezTo>
                    <a:pt x="760" y="0"/>
                    <a:pt x="680" y="103"/>
                    <a:pt x="680" y="227"/>
                  </a:cubicBezTo>
                  <a:cubicBezTo>
                    <a:pt x="680" y="248"/>
                    <a:pt x="682" y="268"/>
                    <a:pt x="686" y="286"/>
                  </a:cubicBezTo>
                  <a:cubicBezTo>
                    <a:pt x="685" y="304"/>
                    <a:pt x="685" y="304"/>
                    <a:pt x="685" y="304"/>
                  </a:cubicBezTo>
                  <a:cubicBezTo>
                    <a:pt x="678" y="399"/>
                    <a:pt x="622" y="429"/>
                    <a:pt x="563" y="429"/>
                  </a:cubicBezTo>
                  <a:cubicBezTo>
                    <a:pt x="469" y="429"/>
                    <a:pt x="424" y="343"/>
                    <a:pt x="424" y="226"/>
                  </a:cubicBezTo>
                  <a:cubicBezTo>
                    <a:pt x="424" y="119"/>
                    <a:pt x="451" y="16"/>
                    <a:pt x="554" y="16"/>
                  </a:cubicBezTo>
                  <a:cubicBezTo>
                    <a:pt x="606" y="16"/>
                    <a:pt x="651" y="49"/>
                    <a:pt x="661" y="104"/>
                  </a:cubicBezTo>
                  <a:cubicBezTo>
                    <a:pt x="662" y="109"/>
                    <a:pt x="663" y="109"/>
                    <a:pt x="667" y="109"/>
                  </a:cubicBezTo>
                  <a:cubicBezTo>
                    <a:pt x="673" y="109"/>
                    <a:pt x="673" y="109"/>
                    <a:pt x="673" y="109"/>
                  </a:cubicBezTo>
                  <a:cubicBezTo>
                    <a:pt x="672" y="80"/>
                    <a:pt x="672" y="34"/>
                    <a:pt x="672" y="4"/>
                  </a:cubicBezTo>
                  <a:cubicBezTo>
                    <a:pt x="668" y="4"/>
                    <a:pt x="668" y="4"/>
                    <a:pt x="668" y="4"/>
                  </a:cubicBezTo>
                  <a:cubicBezTo>
                    <a:pt x="663" y="4"/>
                    <a:pt x="662" y="5"/>
                    <a:pt x="661" y="7"/>
                  </a:cubicBezTo>
                  <a:cubicBezTo>
                    <a:pt x="655" y="38"/>
                    <a:pt x="655" y="38"/>
                    <a:pt x="655" y="38"/>
                  </a:cubicBezTo>
                  <a:cubicBezTo>
                    <a:pt x="655" y="38"/>
                    <a:pt x="655" y="38"/>
                    <a:pt x="655" y="38"/>
                  </a:cubicBezTo>
                  <a:cubicBezTo>
                    <a:pt x="626" y="12"/>
                    <a:pt x="585" y="0"/>
                    <a:pt x="546" y="0"/>
                  </a:cubicBezTo>
                  <a:cubicBezTo>
                    <a:pt x="427" y="0"/>
                    <a:pt x="348" y="103"/>
                    <a:pt x="348" y="227"/>
                  </a:cubicBezTo>
                  <a:cubicBezTo>
                    <a:pt x="348" y="239"/>
                    <a:pt x="349" y="250"/>
                    <a:pt x="351" y="261"/>
                  </a:cubicBezTo>
                  <a:cubicBezTo>
                    <a:pt x="349" y="261"/>
                    <a:pt x="349" y="261"/>
                    <a:pt x="349" y="261"/>
                  </a:cubicBezTo>
                  <a:cubicBezTo>
                    <a:pt x="325" y="227"/>
                    <a:pt x="278" y="210"/>
                    <a:pt x="220" y="207"/>
                  </a:cubicBezTo>
                  <a:cubicBezTo>
                    <a:pt x="220" y="206"/>
                    <a:pt x="220" y="206"/>
                    <a:pt x="220" y="206"/>
                  </a:cubicBezTo>
                  <a:cubicBezTo>
                    <a:pt x="283" y="194"/>
                    <a:pt x="325" y="162"/>
                    <a:pt x="325" y="109"/>
                  </a:cubicBezTo>
                  <a:cubicBezTo>
                    <a:pt x="325" y="29"/>
                    <a:pt x="238" y="8"/>
                    <a:pt x="168" y="8"/>
                  </a:cubicBezTo>
                  <a:cubicBezTo>
                    <a:pt x="149" y="8"/>
                    <a:pt x="106" y="10"/>
                    <a:pt x="93" y="10"/>
                  </a:cubicBezTo>
                  <a:cubicBezTo>
                    <a:pt x="62" y="10"/>
                    <a:pt x="29" y="9"/>
                    <a:pt x="0" y="8"/>
                  </a:cubicBezTo>
                  <a:cubicBezTo>
                    <a:pt x="0" y="15"/>
                    <a:pt x="0" y="15"/>
                    <a:pt x="0" y="15"/>
                  </a:cubicBezTo>
                  <a:cubicBezTo>
                    <a:pt x="0" y="19"/>
                    <a:pt x="1" y="21"/>
                    <a:pt x="4" y="21"/>
                  </a:cubicBezTo>
                  <a:cubicBezTo>
                    <a:pt x="55" y="23"/>
                    <a:pt x="55" y="30"/>
                    <a:pt x="55" y="109"/>
                  </a:cubicBezTo>
                  <a:cubicBezTo>
                    <a:pt x="55" y="336"/>
                    <a:pt x="55" y="336"/>
                    <a:pt x="55" y="336"/>
                  </a:cubicBezTo>
                  <a:cubicBezTo>
                    <a:pt x="55" y="415"/>
                    <a:pt x="55" y="422"/>
                    <a:pt x="5" y="424"/>
                  </a:cubicBezTo>
                  <a:cubicBezTo>
                    <a:pt x="1" y="424"/>
                    <a:pt x="0" y="426"/>
                    <a:pt x="0" y="430"/>
                  </a:cubicBezTo>
                  <a:cubicBezTo>
                    <a:pt x="0" y="436"/>
                    <a:pt x="0" y="436"/>
                    <a:pt x="0" y="436"/>
                  </a:cubicBezTo>
                  <a:cubicBezTo>
                    <a:pt x="30" y="436"/>
                    <a:pt x="58" y="435"/>
                    <a:pt x="88" y="435"/>
                  </a:cubicBezTo>
                  <a:cubicBezTo>
                    <a:pt x="126" y="435"/>
                    <a:pt x="142" y="436"/>
                    <a:pt x="192" y="436"/>
                  </a:cubicBezTo>
                  <a:cubicBezTo>
                    <a:pt x="297" y="436"/>
                    <a:pt x="361" y="387"/>
                    <a:pt x="366" y="323"/>
                  </a:cubicBezTo>
                  <a:cubicBezTo>
                    <a:pt x="367" y="323"/>
                    <a:pt x="367" y="323"/>
                    <a:pt x="367" y="323"/>
                  </a:cubicBezTo>
                  <a:cubicBezTo>
                    <a:pt x="399" y="398"/>
                    <a:pt x="469" y="445"/>
                    <a:pt x="561" y="445"/>
                  </a:cubicBezTo>
                  <a:cubicBezTo>
                    <a:pt x="605" y="445"/>
                    <a:pt x="645" y="431"/>
                    <a:pt x="678" y="405"/>
                  </a:cubicBezTo>
                  <a:cubicBezTo>
                    <a:pt x="679" y="405"/>
                    <a:pt x="679" y="405"/>
                    <a:pt x="679" y="405"/>
                  </a:cubicBezTo>
                  <a:cubicBezTo>
                    <a:pt x="684" y="438"/>
                    <a:pt x="684" y="438"/>
                    <a:pt x="684" y="438"/>
                  </a:cubicBezTo>
                  <a:cubicBezTo>
                    <a:pt x="685" y="440"/>
                    <a:pt x="687" y="441"/>
                    <a:pt x="691" y="441"/>
                  </a:cubicBezTo>
                  <a:cubicBezTo>
                    <a:pt x="695" y="441"/>
                    <a:pt x="695" y="441"/>
                    <a:pt x="695" y="441"/>
                  </a:cubicBezTo>
                  <a:cubicBezTo>
                    <a:pt x="695" y="420"/>
                    <a:pt x="696" y="363"/>
                    <a:pt x="696" y="321"/>
                  </a:cubicBezTo>
                  <a:cubicBezTo>
                    <a:pt x="697" y="321"/>
                    <a:pt x="697" y="321"/>
                    <a:pt x="697" y="321"/>
                  </a:cubicBezTo>
                  <a:cubicBezTo>
                    <a:pt x="729" y="399"/>
                    <a:pt x="800" y="445"/>
                    <a:pt x="886" y="445"/>
                  </a:cubicBezTo>
                  <a:cubicBezTo>
                    <a:pt x="970" y="445"/>
                    <a:pt x="1001" y="393"/>
                    <a:pt x="1037" y="393"/>
                  </a:cubicBezTo>
                  <a:cubicBezTo>
                    <a:pt x="1040" y="393"/>
                    <a:pt x="1041" y="392"/>
                    <a:pt x="1041" y="387"/>
                  </a:cubicBezTo>
                  <a:cubicBezTo>
                    <a:pt x="1041" y="380"/>
                    <a:pt x="1040" y="362"/>
                    <a:pt x="1040" y="351"/>
                  </a:cubicBezTo>
                  <a:cubicBezTo>
                    <a:pt x="1040" y="323"/>
                    <a:pt x="1040" y="323"/>
                    <a:pt x="1040" y="323"/>
                  </a:cubicBezTo>
                  <a:cubicBezTo>
                    <a:pt x="1040" y="269"/>
                    <a:pt x="1040" y="262"/>
                    <a:pt x="1076" y="260"/>
                  </a:cubicBezTo>
                  <a:cubicBezTo>
                    <a:pt x="1081" y="260"/>
                    <a:pt x="1081" y="258"/>
                    <a:pt x="1081" y="255"/>
                  </a:cubicBezTo>
                  <a:cubicBezTo>
                    <a:pt x="1081" y="248"/>
                    <a:pt x="1081" y="248"/>
                    <a:pt x="1081" y="248"/>
                  </a:cubicBezTo>
                  <a:cubicBezTo>
                    <a:pt x="1052" y="248"/>
                    <a:pt x="1032" y="249"/>
                    <a:pt x="1002" y="249"/>
                  </a:cubicBezTo>
                  <a:cubicBezTo>
                    <a:pt x="971" y="249"/>
                    <a:pt x="934" y="248"/>
                    <a:pt x="905" y="2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6E6F73"/>
                </a:solidFill>
                <a:sym typeface="Trebuchet MS" panose="020B0603020202020204" pitchFamily="34" charset="0"/>
              </a:endParaRPr>
            </a:p>
          </p:txBody>
        </p:sp>
        <p:sp>
          <p:nvSpPr>
            <p:cNvPr id="14" name="Freeform 6"/>
            <p:cNvSpPr>
              <a:spLocks noEditPoints="1"/>
            </p:cNvSpPr>
            <p:nvPr/>
          </p:nvSpPr>
          <p:spPr bwMode="auto">
            <a:xfrm>
              <a:off x="1475" y="3449"/>
              <a:ext cx="4693" cy="282"/>
            </a:xfrm>
            <a:custGeom>
              <a:avLst/>
              <a:gdLst>
                <a:gd name="T0" fmla="*/ 101 w 1984"/>
                <a:gd name="T1" fmla="*/ 32 h 119"/>
                <a:gd name="T2" fmla="*/ 43 w 1984"/>
                <a:gd name="T3" fmla="*/ 12 h 119"/>
                <a:gd name="T4" fmla="*/ 355 w 1984"/>
                <a:gd name="T5" fmla="*/ 29 h 119"/>
                <a:gd name="T6" fmla="*/ 274 w 1984"/>
                <a:gd name="T7" fmla="*/ 117 h 119"/>
                <a:gd name="T8" fmla="*/ 340 w 1984"/>
                <a:gd name="T9" fmla="*/ 31 h 119"/>
                <a:gd name="T10" fmla="*/ 869 w 1984"/>
                <a:gd name="T11" fmla="*/ 82 h 119"/>
                <a:gd name="T12" fmla="*/ 861 w 1984"/>
                <a:gd name="T13" fmla="*/ 6 h 119"/>
                <a:gd name="T14" fmla="*/ 153 w 1984"/>
                <a:gd name="T15" fmla="*/ 117 h 119"/>
                <a:gd name="T16" fmla="*/ 121 w 1984"/>
                <a:gd name="T17" fmla="*/ 117 h 119"/>
                <a:gd name="T18" fmla="*/ 103 w 1984"/>
                <a:gd name="T19" fmla="*/ 38 h 119"/>
                <a:gd name="T20" fmla="*/ 135 w 1984"/>
                <a:gd name="T21" fmla="*/ 38 h 119"/>
                <a:gd name="T22" fmla="*/ 153 w 1984"/>
                <a:gd name="T23" fmla="*/ 117 h 119"/>
                <a:gd name="T24" fmla="*/ 177 w 1984"/>
                <a:gd name="T25" fmla="*/ 38 h 119"/>
                <a:gd name="T26" fmla="*/ 201 w 1984"/>
                <a:gd name="T27" fmla="*/ 73 h 119"/>
                <a:gd name="T28" fmla="*/ 201 w 1984"/>
                <a:gd name="T29" fmla="*/ 78 h 119"/>
                <a:gd name="T30" fmla="*/ 374 w 1984"/>
                <a:gd name="T31" fmla="*/ 79 h 119"/>
                <a:gd name="T32" fmla="*/ 461 w 1984"/>
                <a:gd name="T33" fmla="*/ 117 h 119"/>
                <a:gd name="T34" fmla="*/ 497 w 1984"/>
                <a:gd name="T35" fmla="*/ 41 h 119"/>
                <a:gd name="T36" fmla="*/ 481 w 1984"/>
                <a:gd name="T37" fmla="*/ 119 h 119"/>
                <a:gd name="T38" fmla="*/ 515 w 1984"/>
                <a:gd name="T39" fmla="*/ 61 h 119"/>
                <a:gd name="T40" fmla="*/ 561 w 1984"/>
                <a:gd name="T41" fmla="*/ 44 h 119"/>
                <a:gd name="T42" fmla="*/ 622 w 1984"/>
                <a:gd name="T43" fmla="*/ 36 h 119"/>
                <a:gd name="T44" fmla="*/ 684 w 1984"/>
                <a:gd name="T45" fmla="*/ 53 h 119"/>
                <a:gd name="T46" fmla="*/ 675 w 1984"/>
                <a:gd name="T47" fmla="*/ 84 h 119"/>
                <a:gd name="T48" fmla="*/ 716 w 1984"/>
                <a:gd name="T49" fmla="*/ 43 h 119"/>
                <a:gd name="T50" fmla="*/ 921 w 1984"/>
                <a:gd name="T51" fmla="*/ 119 h 119"/>
                <a:gd name="T52" fmla="*/ 1029 w 1984"/>
                <a:gd name="T53" fmla="*/ 119 h 119"/>
                <a:gd name="T54" fmla="*/ 963 w 1984"/>
                <a:gd name="T55" fmla="*/ 113 h 119"/>
                <a:gd name="T56" fmla="*/ 1030 w 1984"/>
                <a:gd name="T57" fmla="*/ 96 h 119"/>
                <a:gd name="T58" fmla="*/ 1038 w 1984"/>
                <a:gd name="T59" fmla="*/ 119 h 119"/>
                <a:gd name="T60" fmla="*/ 1097 w 1984"/>
                <a:gd name="T61" fmla="*/ 101 h 119"/>
                <a:gd name="T62" fmla="*/ 1080 w 1984"/>
                <a:gd name="T63" fmla="*/ 43 h 119"/>
                <a:gd name="T64" fmla="*/ 1111 w 1984"/>
                <a:gd name="T65" fmla="*/ 38 h 119"/>
                <a:gd name="T66" fmla="*/ 1163 w 1984"/>
                <a:gd name="T67" fmla="*/ 43 h 119"/>
                <a:gd name="T68" fmla="*/ 1243 w 1984"/>
                <a:gd name="T69" fmla="*/ 117 h 119"/>
                <a:gd name="T70" fmla="*/ 1217 w 1984"/>
                <a:gd name="T71" fmla="*/ 38 h 119"/>
                <a:gd name="T72" fmla="*/ 1261 w 1984"/>
                <a:gd name="T73" fmla="*/ 91 h 119"/>
                <a:gd name="T74" fmla="*/ 1276 w 1984"/>
                <a:gd name="T75" fmla="*/ 44 h 119"/>
                <a:gd name="T76" fmla="*/ 1322 w 1984"/>
                <a:gd name="T77" fmla="*/ 61 h 119"/>
                <a:gd name="T78" fmla="*/ 1331 w 1984"/>
                <a:gd name="T79" fmla="*/ 117 h 119"/>
                <a:gd name="T80" fmla="*/ 1367 w 1984"/>
                <a:gd name="T81" fmla="*/ 42 h 119"/>
                <a:gd name="T82" fmla="*/ 1392 w 1984"/>
                <a:gd name="T83" fmla="*/ 53 h 119"/>
                <a:gd name="T84" fmla="*/ 1383 w 1984"/>
                <a:gd name="T85" fmla="*/ 84 h 119"/>
                <a:gd name="T86" fmla="*/ 1424 w 1984"/>
                <a:gd name="T87" fmla="*/ 42 h 119"/>
                <a:gd name="T88" fmla="*/ 1536 w 1984"/>
                <a:gd name="T89" fmla="*/ 87 h 119"/>
                <a:gd name="T90" fmla="*/ 1521 w 1984"/>
                <a:gd name="T91" fmla="*/ 37 h 119"/>
                <a:gd name="T92" fmla="*/ 1503 w 1984"/>
                <a:gd name="T93" fmla="*/ 87 h 119"/>
                <a:gd name="T94" fmla="*/ 1659 w 1984"/>
                <a:gd name="T95" fmla="*/ 104 h 119"/>
                <a:gd name="T96" fmla="*/ 1653 w 1984"/>
                <a:gd name="T97" fmla="*/ 33 h 119"/>
                <a:gd name="T98" fmla="*/ 1625 w 1984"/>
                <a:gd name="T99" fmla="*/ 66 h 119"/>
                <a:gd name="T100" fmla="*/ 1750 w 1984"/>
                <a:gd name="T101" fmla="*/ 111 h 119"/>
                <a:gd name="T102" fmla="*/ 1672 w 1984"/>
                <a:gd name="T103" fmla="*/ 117 h 119"/>
                <a:gd name="T104" fmla="*/ 1738 w 1984"/>
                <a:gd name="T105" fmla="*/ 56 h 119"/>
                <a:gd name="T106" fmla="*/ 1788 w 1984"/>
                <a:gd name="T107" fmla="*/ 36 h 119"/>
                <a:gd name="T108" fmla="*/ 1841 w 1984"/>
                <a:gd name="T109" fmla="*/ 59 h 119"/>
                <a:gd name="T110" fmla="*/ 1875 w 1984"/>
                <a:gd name="T111" fmla="*/ 110 h 119"/>
                <a:gd name="T112" fmla="*/ 1903 w 1984"/>
                <a:gd name="T113" fmla="*/ 71 h 119"/>
                <a:gd name="T114" fmla="*/ 1918 w 1984"/>
                <a:gd name="T115" fmla="*/ 117 h 119"/>
                <a:gd name="T116" fmla="*/ 1984 w 1984"/>
                <a:gd name="T117" fmla="*/ 5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84" h="119">
                  <a:moveTo>
                    <a:pt x="73" y="117"/>
                  </a:moveTo>
                  <a:cubicBezTo>
                    <a:pt x="73" y="113"/>
                    <a:pt x="73" y="113"/>
                    <a:pt x="73" y="113"/>
                  </a:cubicBezTo>
                  <a:cubicBezTo>
                    <a:pt x="73" y="112"/>
                    <a:pt x="72" y="111"/>
                    <a:pt x="71" y="111"/>
                  </a:cubicBezTo>
                  <a:cubicBezTo>
                    <a:pt x="58" y="109"/>
                    <a:pt x="58" y="109"/>
                    <a:pt x="58" y="88"/>
                  </a:cubicBezTo>
                  <a:cubicBezTo>
                    <a:pt x="58" y="12"/>
                    <a:pt x="58" y="12"/>
                    <a:pt x="58" y="12"/>
                  </a:cubicBezTo>
                  <a:cubicBezTo>
                    <a:pt x="58" y="11"/>
                    <a:pt x="59" y="10"/>
                    <a:pt x="60" y="10"/>
                  </a:cubicBezTo>
                  <a:cubicBezTo>
                    <a:pt x="71" y="10"/>
                    <a:pt x="71" y="10"/>
                    <a:pt x="71" y="10"/>
                  </a:cubicBezTo>
                  <a:cubicBezTo>
                    <a:pt x="85" y="10"/>
                    <a:pt x="93" y="12"/>
                    <a:pt x="95" y="31"/>
                  </a:cubicBezTo>
                  <a:cubicBezTo>
                    <a:pt x="96" y="32"/>
                    <a:pt x="96" y="32"/>
                    <a:pt x="97" y="32"/>
                  </a:cubicBezTo>
                  <a:cubicBezTo>
                    <a:pt x="101" y="32"/>
                    <a:pt x="101" y="32"/>
                    <a:pt x="101" y="32"/>
                  </a:cubicBezTo>
                  <a:cubicBezTo>
                    <a:pt x="101" y="24"/>
                    <a:pt x="101" y="10"/>
                    <a:pt x="101" y="2"/>
                  </a:cubicBezTo>
                  <a:cubicBezTo>
                    <a:pt x="94" y="2"/>
                    <a:pt x="85" y="2"/>
                    <a:pt x="71" y="2"/>
                  </a:cubicBezTo>
                  <a:cubicBezTo>
                    <a:pt x="31" y="2"/>
                    <a:pt x="31" y="2"/>
                    <a:pt x="31" y="2"/>
                  </a:cubicBezTo>
                  <a:cubicBezTo>
                    <a:pt x="16" y="2"/>
                    <a:pt x="7" y="2"/>
                    <a:pt x="0" y="2"/>
                  </a:cubicBezTo>
                  <a:cubicBezTo>
                    <a:pt x="0" y="10"/>
                    <a:pt x="0" y="27"/>
                    <a:pt x="0" y="35"/>
                  </a:cubicBezTo>
                  <a:cubicBezTo>
                    <a:pt x="4" y="35"/>
                    <a:pt x="4" y="35"/>
                    <a:pt x="4" y="35"/>
                  </a:cubicBezTo>
                  <a:cubicBezTo>
                    <a:pt x="5" y="35"/>
                    <a:pt x="6" y="34"/>
                    <a:pt x="6" y="33"/>
                  </a:cubicBezTo>
                  <a:cubicBezTo>
                    <a:pt x="8" y="12"/>
                    <a:pt x="16" y="10"/>
                    <a:pt x="30" y="10"/>
                  </a:cubicBezTo>
                  <a:cubicBezTo>
                    <a:pt x="41" y="10"/>
                    <a:pt x="41" y="10"/>
                    <a:pt x="41" y="10"/>
                  </a:cubicBezTo>
                  <a:cubicBezTo>
                    <a:pt x="43" y="10"/>
                    <a:pt x="43" y="11"/>
                    <a:pt x="43" y="12"/>
                  </a:cubicBezTo>
                  <a:cubicBezTo>
                    <a:pt x="43" y="88"/>
                    <a:pt x="43" y="88"/>
                    <a:pt x="43" y="88"/>
                  </a:cubicBezTo>
                  <a:cubicBezTo>
                    <a:pt x="43" y="109"/>
                    <a:pt x="43" y="109"/>
                    <a:pt x="30" y="111"/>
                  </a:cubicBezTo>
                  <a:cubicBezTo>
                    <a:pt x="29" y="111"/>
                    <a:pt x="29" y="112"/>
                    <a:pt x="29" y="113"/>
                  </a:cubicBezTo>
                  <a:cubicBezTo>
                    <a:pt x="29" y="117"/>
                    <a:pt x="29" y="117"/>
                    <a:pt x="29" y="117"/>
                  </a:cubicBezTo>
                  <a:cubicBezTo>
                    <a:pt x="36" y="117"/>
                    <a:pt x="43" y="117"/>
                    <a:pt x="51" y="117"/>
                  </a:cubicBezTo>
                  <a:cubicBezTo>
                    <a:pt x="59" y="117"/>
                    <a:pt x="65" y="117"/>
                    <a:pt x="73" y="117"/>
                  </a:cubicBezTo>
                  <a:close/>
                  <a:moveTo>
                    <a:pt x="367" y="85"/>
                  </a:moveTo>
                  <a:cubicBezTo>
                    <a:pt x="367" y="65"/>
                    <a:pt x="349" y="57"/>
                    <a:pt x="330" y="56"/>
                  </a:cubicBezTo>
                  <a:cubicBezTo>
                    <a:pt x="330" y="55"/>
                    <a:pt x="330" y="55"/>
                    <a:pt x="330" y="55"/>
                  </a:cubicBezTo>
                  <a:cubicBezTo>
                    <a:pt x="344" y="52"/>
                    <a:pt x="355" y="44"/>
                    <a:pt x="355" y="29"/>
                  </a:cubicBezTo>
                  <a:cubicBezTo>
                    <a:pt x="355" y="8"/>
                    <a:pt x="332" y="2"/>
                    <a:pt x="313" y="2"/>
                  </a:cubicBezTo>
                  <a:cubicBezTo>
                    <a:pt x="307" y="2"/>
                    <a:pt x="304" y="2"/>
                    <a:pt x="297" y="2"/>
                  </a:cubicBezTo>
                  <a:cubicBezTo>
                    <a:pt x="289" y="2"/>
                    <a:pt x="281" y="2"/>
                    <a:pt x="274" y="2"/>
                  </a:cubicBezTo>
                  <a:cubicBezTo>
                    <a:pt x="274" y="7"/>
                    <a:pt x="274" y="7"/>
                    <a:pt x="274" y="7"/>
                  </a:cubicBezTo>
                  <a:cubicBezTo>
                    <a:pt x="274" y="8"/>
                    <a:pt x="274" y="8"/>
                    <a:pt x="275" y="8"/>
                  </a:cubicBezTo>
                  <a:cubicBezTo>
                    <a:pt x="288" y="10"/>
                    <a:pt x="288" y="11"/>
                    <a:pt x="288" y="32"/>
                  </a:cubicBezTo>
                  <a:cubicBezTo>
                    <a:pt x="288" y="88"/>
                    <a:pt x="288" y="88"/>
                    <a:pt x="288" y="88"/>
                  </a:cubicBezTo>
                  <a:cubicBezTo>
                    <a:pt x="288" y="109"/>
                    <a:pt x="288" y="109"/>
                    <a:pt x="275" y="111"/>
                  </a:cubicBezTo>
                  <a:cubicBezTo>
                    <a:pt x="274" y="111"/>
                    <a:pt x="274" y="112"/>
                    <a:pt x="274" y="113"/>
                  </a:cubicBezTo>
                  <a:cubicBezTo>
                    <a:pt x="274" y="117"/>
                    <a:pt x="274" y="117"/>
                    <a:pt x="274" y="117"/>
                  </a:cubicBezTo>
                  <a:cubicBezTo>
                    <a:pt x="282" y="117"/>
                    <a:pt x="289" y="117"/>
                    <a:pt x="297" y="117"/>
                  </a:cubicBezTo>
                  <a:cubicBezTo>
                    <a:pt x="306" y="117"/>
                    <a:pt x="310" y="117"/>
                    <a:pt x="320" y="117"/>
                  </a:cubicBezTo>
                  <a:cubicBezTo>
                    <a:pt x="349" y="117"/>
                    <a:pt x="367" y="103"/>
                    <a:pt x="367" y="85"/>
                  </a:cubicBezTo>
                  <a:close/>
                  <a:moveTo>
                    <a:pt x="349" y="85"/>
                  </a:moveTo>
                  <a:cubicBezTo>
                    <a:pt x="349" y="102"/>
                    <a:pt x="339" y="109"/>
                    <a:pt x="319" y="109"/>
                  </a:cubicBezTo>
                  <a:cubicBezTo>
                    <a:pt x="304" y="109"/>
                    <a:pt x="304" y="108"/>
                    <a:pt x="304" y="86"/>
                  </a:cubicBezTo>
                  <a:cubicBezTo>
                    <a:pt x="304" y="60"/>
                    <a:pt x="304" y="60"/>
                    <a:pt x="304" y="60"/>
                  </a:cubicBezTo>
                  <a:cubicBezTo>
                    <a:pt x="311" y="60"/>
                    <a:pt x="311" y="60"/>
                    <a:pt x="311" y="60"/>
                  </a:cubicBezTo>
                  <a:cubicBezTo>
                    <a:pt x="335" y="60"/>
                    <a:pt x="349" y="66"/>
                    <a:pt x="349" y="85"/>
                  </a:cubicBezTo>
                  <a:close/>
                  <a:moveTo>
                    <a:pt x="340" y="31"/>
                  </a:moveTo>
                  <a:cubicBezTo>
                    <a:pt x="340" y="47"/>
                    <a:pt x="329" y="53"/>
                    <a:pt x="311" y="53"/>
                  </a:cubicBezTo>
                  <a:cubicBezTo>
                    <a:pt x="304" y="53"/>
                    <a:pt x="304" y="53"/>
                    <a:pt x="304" y="53"/>
                  </a:cubicBezTo>
                  <a:cubicBezTo>
                    <a:pt x="304" y="12"/>
                    <a:pt x="304" y="12"/>
                    <a:pt x="304" y="12"/>
                  </a:cubicBezTo>
                  <a:cubicBezTo>
                    <a:pt x="304" y="10"/>
                    <a:pt x="304" y="10"/>
                    <a:pt x="306" y="10"/>
                  </a:cubicBezTo>
                  <a:cubicBezTo>
                    <a:pt x="308" y="10"/>
                    <a:pt x="314" y="10"/>
                    <a:pt x="316" y="10"/>
                  </a:cubicBezTo>
                  <a:cubicBezTo>
                    <a:pt x="331" y="10"/>
                    <a:pt x="340" y="16"/>
                    <a:pt x="340" y="31"/>
                  </a:cubicBezTo>
                  <a:close/>
                  <a:moveTo>
                    <a:pt x="875" y="118"/>
                  </a:moveTo>
                  <a:cubicBezTo>
                    <a:pt x="875" y="110"/>
                    <a:pt x="875" y="89"/>
                    <a:pt x="875" y="81"/>
                  </a:cubicBezTo>
                  <a:cubicBezTo>
                    <a:pt x="871" y="81"/>
                    <a:pt x="871" y="81"/>
                    <a:pt x="871" y="81"/>
                  </a:cubicBezTo>
                  <a:cubicBezTo>
                    <a:pt x="870" y="81"/>
                    <a:pt x="869" y="81"/>
                    <a:pt x="869" y="82"/>
                  </a:cubicBezTo>
                  <a:cubicBezTo>
                    <a:pt x="867" y="103"/>
                    <a:pt x="856" y="112"/>
                    <a:pt x="838" y="112"/>
                  </a:cubicBezTo>
                  <a:cubicBezTo>
                    <a:pt x="814" y="112"/>
                    <a:pt x="802" y="92"/>
                    <a:pt x="802" y="59"/>
                  </a:cubicBezTo>
                  <a:cubicBezTo>
                    <a:pt x="802" y="34"/>
                    <a:pt x="807" y="7"/>
                    <a:pt x="834" y="7"/>
                  </a:cubicBezTo>
                  <a:cubicBezTo>
                    <a:pt x="850" y="7"/>
                    <a:pt x="859" y="17"/>
                    <a:pt x="863" y="34"/>
                  </a:cubicBezTo>
                  <a:cubicBezTo>
                    <a:pt x="863" y="35"/>
                    <a:pt x="863" y="35"/>
                    <a:pt x="864" y="35"/>
                  </a:cubicBezTo>
                  <a:cubicBezTo>
                    <a:pt x="869" y="35"/>
                    <a:pt x="869" y="35"/>
                    <a:pt x="869" y="35"/>
                  </a:cubicBezTo>
                  <a:cubicBezTo>
                    <a:pt x="869" y="27"/>
                    <a:pt x="868" y="9"/>
                    <a:pt x="868" y="1"/>
                  </a:cubicBezTo>
                  <a:cubicBezTo>
                    <a:pt x="866" y="1"/>
                    <a:pt x="866" y="1"/>
                    <a:pt x="866" y="1"/>
                  </a:cubicBezTo>
                  <a:cubicBezTo>
                    <a:pt x="865" y="1"/>
                    <a:pt x="864" y="1"/>
                    <a:pt x="863" y="2"/>
                  </a:cubicBezTo>
                  <a:cubicBezTo>
                    <a:pt x="861" y="6"/>
                    <a:pt x="861" y="6"/>
                    <a:pt x="861" y="6"/>
                  </a:cubicBezTo>
                  <a:cubicBezTo>
                    <a:pt x="861" y="6"/>
                    <a:pt x="861" y="6"/>
                    <a:pt x="861" y="6"/>
                  </a:cubicBezTo>
                  <a:cubicBezTo>
                    <a:pt x="854" y="2"/>
                    <a:pt x="845" y="0"/>
                    <a:pt x="834" y="0"/>
                  </a:cubicBezTo>
                  <a:cubicBezTo>
                    <a:pt x="802" y="0"/>
                    <a:pt x="784" y="26"/>
                    <a:pt x="784" y="59"/>
                  </a:cubicBezTo>
                  <a:cubicBezTo>
                    <a:pt x="784" y="98"/>
                    <a:pt x="806" y="119"/>
                    <a:pt x="836" y="119"/>
                  </a:cubicBezTo>
                  <a:cubicBezTo>
                    <a:pt x="852" y="119"/>
                    <a:pt x="862" y="115"/>
                    <a:pt x="867" y="113"/>
                  </a:cubicBezTo>
                  <a:cubicBezTo>
                    <a:pt x="867" y="113"/>
                    <a:pt x="867" y="113"/>
                    <a:pt x="867" y="113"/>
                  </a:cubicBezTo>
                  <a:cubicBezTo>
                    <a:pt x="870" y="117"/>
                    <a:pt x="870" y="117"/>
                    <a:pt x="870" y="117"/>
                  </a:cubicBezTo>
                  <a:cubicBezTo>
                    <a:pt x="871" y="118"/>
                    <a:pt x="871" y="118"/>
                    <a:pt x="872" y="118"/>
                  </a:cubicBezTo>
                  <a:lnTo>
                    <a:pt x="875" y="118"/>
                  </a:lnTo>
                  <a:close/>
                  <a:moveTo>
                    <a:pt x="153" y="117"/>
                  </a:moveTo>
                  <a:cubicBezTo>
                    <a:pt x="147" y="117"/>
                    <a:pt x="140" y="117"/>
                    <a:pt x="135" y="117"/>
                  </a:cubicBezTo>
                  <a:cubicBezTo>
                    <a:pt x="135" y="113"/>
                    <a:pt x="135" y="113"/>
                    <a:pt x="135" y="113"/>
                  </a:cubicBezTo>
                  <a:cubicBezTo>
                    <a:pt x="135" y="112"/>
                    <a:pt x="135" y="112"/>
                    <a:pt x="136" y="112"/>
                  </a:cubicBezTo>
                  <a:cubicBezTo>
                    <a:pt x="146" y="111"/>
                    <a:pt x="146" y="110"/>
                    <a:pt x="146" y="96"/>
                  </a:cubicBezTo>
                  <a:cubicBezTo>
                    <a:pt x="146" y="79"/>
                    <a:pt x="146" y="79"/>
                    <a:pt x="146" y="79"/>
                  </a:cubicBezTo>
                  <a:cubicBezTo>
                    <a:pt x="110" y="79"/>
                    <a:pt x="110" y="79"/>
                    <a:pt x="110" y="79"/>
                  </a:cubicBezTo>
                  <a:cubicBezTo>
                    <a:pt x="110" y="96"/>
                    <a:pt x="110" y="96"/>
                    <a:pt x="110" y="96"/>
                  </a:cubicBezTo>
                  <a:cubicBezTo>
                    <a:pt x="110" y="110"/>
                    <a:pt x="110" y="111"/>
                    <a:pt x="120" y="112"/>
                  </a:cubicBezTo>
                  <a:cubicBezTo>
                    <a:pt x="121" y="112"/>
                    <a:pt x="121" y="112"/>
                    <a:pt x="121" y="113"/>
                  </a:cubicBezTo>
                  <a:cubicBezTo>
                    <a:pt x="121" y="117"/>
                    <a:pt x="121" y="117"/>
                    <a:pt x="121" y="117"/>
                  </a:cubicBezTo>
                  <a:cubicBezTo>
                    <a:pt x="116" y="117"/>
                    <a:pt x="109" y="117"/>
                    <a:pt x="103" y="117"/>
                  </a:cubicBezTo>
                  <a:cubicBezTo>
                    <a:pt x="98" y="117"/>
                    <a:pt x="91" y="117"/>
                    <a:pt x="86" y="117"/>
                  </a:cubicBezTo>
                  <a:cubicBezTo>
                    <a:pt x="86" y="113"/>
                    <a:pt x="86" y="113"/>
                    <a:pt x="86" y="113"/>
                  </a:cubicBezTo>
                  <a:cubicBezTo>
                    <a:pt x="86" y="112"/>
                    <a:pt x="86" y="112"/>
                    <a:pt x="86" y="112"/>
                  </a:cubicBezTo>
                  <a:cubicBezTo>
                    <a:pt x="96" y="111"/>
                    <a:pt x="96" y="110"/>
                    <a:pt x="96" y="96"/>
                  </a:cubicBezTo>
                  <a:cubicBezTo>
                    <a:pt x="96" y="59"/>
                    <a:pt x="96" y="59"/>
                    <a:pt x="96" y="59"/>
                  </a:cubicBezTo>
                  <a:cubicBezTo>
                    <a:pt x="96" y="45"/>
                    <a:pt x="96" y="44"/>
                    <a:pt x="86" y="43"/>
                  </a:cubicBezTo>
                  <a:cubicBezTo>
                    <a:pt x="86" y="43"/>
                    <a:pt x="86" y="43"/>
                    <a:pt x="86" y="42"/>
                  </a:cubicBezTo>
                  <a:cubicBezTo>
                    <a:pt x="86" y="38"/>
                    <a:pt x="86" y="38"/>
                    <a:pt x="86" y="38"/>
                  </a:cubicBezTo>
                  <a:cubicBezTo>
                    <a:pt x="91" y="38"/>
                    <a:pt x="98" y="38"/>
                    <a:pt x="103" y="38"/>
                  </a:cubicBezTo>
                  <a:cubicBezTo>
                    <a:pt x="109" y="38"/>
                    <a:pt x="116" y="38"/>
                    <a:pt x="121" y="38"/>
                  </a:cubicBezTo>
                  <a:cubicBezTo>
                    <a:pt x="121" y="42"/>
                    <a:pt x="121" y="42"/>
                    <a:pt x="121" y="42"/>
                  </a:cubicBezTo>
                  <a:cubicBezTo>
                    <a:pt x="121" y="43"/>
                    <a:pt x="121" y="43"/>
                    <a:pt x="120" y="43"/>
                  </a:cubicBezTo>
                  <a:cubicBezTo>
                    <a:pt x="110" y="44"/>
                    <a:pt x="110" y="45"/>
                    <a:pt x="110" y="59"/>
                  </a:cubicBezTo>
                  <a:cubicBezTo>
                    <a:pt x="110" y="73"/>
                    <a:pt x="110" y="73"/>
                    <a:pt x="110" y="73"/>
                  </a:cubicBezTo>
                  <a:cubicBezTo>
                    <a:pt x="146" y="73"/>
                    <a:pt x="146" y="73"/>
                    <a:pt x="146" y="73"/>
                  </a:cubicBezTo>
                  <a:cubicBezTo>
                    <a:pt x="146" y="59"/>
                    <a:pt x="146" y="59"/>
                    <a:pt x="146" y="59"/>
                  </a:cubicBezTo>
                  <a:cubicBezTo>
                    <a:pt x="146" y="45"/>
                    <a:pt x="146" y="44"/>
                    <a:pt x="136" y="43"/>
                  </a:cubicBezTo>
                  <a:cubicBezTo>
                    <a:pt x="135" y="43"/>
                    <a:pt x="135" y="43"/>
                    <a:pt x="135" y="42"/>
                  </a:cubicBezTo>
                  <a:cubicBezTo>
                    <a:pt x="135" y="38"/>
                    <a:pt x="135" y="38"/>
                    <a:pt x="135" y="38"/>
                  </a:cubicBezTo>
                  <a:cubicBezTo>
                    <a:pt x="140" y="38"/>
                    <a:pt x="147" y="38"/>
                    <a:pt x="153" y="38"/>
                  </a:cubicBezTo>
                  <a:cubicBezTo>
                    <a:pt x="158" y="38"/>
                    <a:pt x="165" y="38"/>
                    <a:pt x="171" y="38"/>
                  </a:cubicBezTo>
                  <a:cubicBezTo>
                    <a:pt x="171" y="42"/>
                    <a:pt x="171" y="42"/>
                    <a:pt x="171" y="42"/>
                  </a:cubicBezTo>
                  <a:cubicBezTo>
                    <a:pt x="171" y="43"/>
                    <a:pt x="170" y="43"/>
                    <a:pt x="170" y="43"/>
                  </a:cubicBezTo>
                  <a:cubicBezTo>
                    <a:pt x="160" y="44"/>
                    <a:pt x="160" y="45"/>
                    <a:pt x="160" y="59"/>
                  </a:cubicBezTo>
                  <a:cubicBezTo>
                    <a:pt x="160" y="96"/>
                    <a:pt x="160" y="96"/>
                    <a:pt x="160" y="96"/>
                  </a:cubicBezTo>
                  <a:cubicBezTo>
                    <a:pt x="160" y="110"/>
                    <a:pt x="160" y="111"/>
                    <a:pt x="170" y="112"/>
                  </a:cubicBezTo>
                  <a:cubicBezTo>
                    <a:pt x="170" y="112"/>
                    <a:pt x="171" y="112"/>
                    <a:pt x="171" y="113"/>
                  </a:cubicBezTo>
                  <a:cubicBezTo>
                    <a:pt x="171" y="117"/>
                    <a:pt x="171" y="117"/>
                    <a:pt x="171" y="117"/>
                  </a:cubicBezTo>
                  <a:cubicBezTo>
                    <a:pt x="165" y="117"/>
                    <a:pt x="158" y="117"/>
                    <a:pt x="153" y="117"/>
                  </a:cubicBezTo>
                  <a:close/>
                  <a:moveTo>
                    <a:pt x="219" y="117"/>
                  </a:moveTo>
                  <a:cubicBezTo>
                    <a:pt x="194" y="117"/>
                    <a:pt x="194" y="117"/>
                    <a:pt x="194" y="117"/>
                  </a:cubicBezTo>
                  <a:cubicBezTo>
                    <a:pt x="189" y="117"/>
                    <a:pt x="182" y="117"/>
                    <a:pt x="177" y="117"/>
                  </a:cubicBezTo>
                  <a:cubicBezTo>
                    <a:pt x="177" y="113"/>
                    <a:pt x="177" y="113"/>
                    <a:pt x="177" y="113"/>
                  </a:cubicBezTo>
                  <a:cubicBezTo>
                    <a:pt x="177" y="112"/>
                    <a:pt x="177" y="112"/>
                    <a:pt x="178" y="112"/>
                  </a:cubicBezTo>
                  <a:cubicBezTo>
                    <a:pt x="188" y="111"/>
                    <a:pt x="188" y="110"/>
                    <a:pt x="188" y="96"/>
                  </a:cubicBezTo>
                  <a:cubicBezTo>
                    <a:pt x="188" y="59"/>
                    <a:pt x="188" y="59"/>
                    <a:pt x="188" y="59"/>
                  </a:cubicBezTo>
                  <a:cubicBezTo>
                    <a:pt x="188" y="45"/>
                    <a:pt x="188" y="44"/>
                    <a:pt x="178" y="43"/>
                  </a:cubicBezTo>
                  <a:cubicBezTo>
                    <a:pt x="177" y="43"/>
                    <a:pt x="177" y="43"/>
                    <a:pt x="177" y="42"/>
                  </a:cubicBezTo>
                  <a:cubicBezTo>
                    <a:pt x="177" y="38"/>
                    <a:pt x="177" y="38"/>
                    <a:pt x="177" y="38"/>
                  </a:cubicBezTo>
                  <a:cubicBezTo>
                    <a:pt x="182" y="38"/>
                    <a:pt x="189" y="38"/>
                    <a:pt x="194" y="38"/>
                  </a:cubicBezTo>
                  <a:cubicBezTo>
                    <a:pt x="213" y="38"/>
                    <a:pt x="213" y="38"/>
                    <a:pt x="213" y="38"/>
                  </a:cubicBezTo>
                  <a:cubicBezTo>
                    <a:pt x="223" y="38"/>
                    <a:pt x="229" y="38"/>
                    <a:pt x="234" y="38"/>
                  </a:cubicBezTo>
                  <a:cubicBezTo>
                    <a:pt x="234" y="44"/>
                    <a:pt x="234" y="54"/>
                    <a:pt x="235" y="59"/>
                  </a:cubicBezTo>
                  <a:cubicBezTo>
                    <a:pt x="231" y="59"/>
                    <a:pt x="231" y="59"/>
                    <a:pt x="231" y="59"/>
                  </a:cubicBezTo>
                  <a:cubicBezTo>
                    <a:pt x="230" y="59"/>
                    <a:pt x="230" y="59"/>
                    <a:pt x="230" y="58"/>
                  </a:cubicBezTo>
                  <a:cubicBezTo>
                    <a:pt x="228" y="46"/>
                    <a:pt x="223" y="44"/>
                    <a:pt x="213" y="44"/>
                  </a:cubicBezTo>
                  <a:cubicBezTo>
                    <a:pt x="202" y="44"/>
                    <a:pt x="202" y="44"/>
                    <a:pt x="202" y="44"/>
                  </a:cubicBezTo>
                  <a:cubicBezTo>
                    <a:pt x="201" y="44"/>
                    <a:pt x="201" y="45"/>
                    <a:pt x="201" y="46"/>
                  </a:cubicBezTo>
                  <a:cubicBezTo>
                    <a:pt x="201" y="73"/>
                    <a:pt x="201" y="73"/>
                    <a:pt x="201" y="73"/>
                  </a:cubicBezTo>
                  <a:cubicBezTo>
                    <a:pt x="202" y="73"/>
                    <a:pt x="202" y="73"/>
                    <a:pt x="202" y="73"/>
                  </a:cubicBezTo>
                  <a:cubicBezTo>
                    <a:pt x="212" y="73"/>
                    <a:pt x="215" y="71"/>
                    <a:pt x="216" y="63"/>
                  </a:cubicBezTo>
                  <a:cubicBezTo>
                    <a:pt x="216" y="62"/>
                    <a:pt x="216" y="62"/>
                    <a:pt x="217" y="62"/>
                  </a:cubicBezTo>
                  <a:cubicBezTo>
                    <a:pt x="221" y="62"/>
                    <a:pt x="221" y="62"/>
                    <a:pt x="221" y="62"/>
                  </a:cubicBezTo>
                  <a:cubicBezTo>
                    <a:pt x="221" y="67"/>
                    <a:pt x="220" y="71"/>
                    <a:pt x="220" y="76"/>
                  </a:cubicBezTo>
                  <a:cubicBezTo>
                    <a:pt x="220" y="82"/>
                    <a:pt x="221" y="85"/>
                    <a:pt x="221" y="90"/>
                  </a:cubicBezTo>
                  <a:cubicBezTo>
                    <a:pt x="217" y="90"/>
                    <a:pt x="217" y="90"/>
                    <a:pt x="217" y="90"/>
                  </a:cubicBezTo>
                  <a:cubicBezTo>
                    <a:pt x="216" y="90"/>
                    <a:pt x="216" y="90"/>
                    <a:pt x="216" y="89"/>
                  </a:cubicBezTo>
                  <a:cubicBezTo>
                    <a:pt x="215" y="79"/>
                    <a:pt x="212" y="78"/>
                    <a:pt x="202" y="78"/>
                  </a:cubicBezTo>
                  <a:cubicBezTo>
                    <a:pt x="201" y="78"/>
                    <a:pt x="201" y="78"/>
                    <a:pt x="201" y="78"/>
                  </a:cubicBezTo>
                  <a:cubicBezTo>
                    <a:pt x="201" y="95"/>
                    <a:pt x="201" y="95"/>
                    <a:pt x="201" y="95"/>
                  </a:cubicBezTo>
                  <a:cubicBezTo>
                    <a:pt x="201" y="109"/>
                    <a:pt x="201" y="110"/>
                    <a:pt x="212" y="110"/>
                  </a:cubicBezTo>
                  <a:cubicBezTo>
                    <a:pt x="219" y="110"/>
                    <a:pt x="219" y="110"/>
                    <a:pt x="219" y="110"/>
                  </a:cubicBezTo>
                  <a:cubicBezTo>
                    <a:pt x="229" y="110"/>
                    <a:pt x="234" y="108"/>
                    <a:pt x="236" y="94"/>
                  </a:cubicBezTo>
                  <a:cubicBezTo>
                    <a:pt x="236" y="94"/>
                    <a:pt x="236" y="93"/>
                    <a:pt x="237" y="93"/>
                  </a:cubicBezTo>
                  <a:cubicBezTo>
                    <a:pt x="241" y="93"/>
                    <a:pt x="241" y="93"/>
                    <a:pt x="241" y="93"/>
                  </a:cubicBezTo>
                  <a:cubicBezTo>
                    <a:pt x="241" y="99"/>
                    <a:pt x="240" y="111"/>
                    <a:pt x="240" y="117"/>
                  </a:cubicBezTo>
                  <a:cubicBezTo>
                    <a:pt x="235" y="117"/>
                    <a:pt x="229" y="117"/>
                    <a:pt x="219" y="117"/>
                  </a:cubicBezTo>
                  <a:close/>
                  <a:moveTo>
                    <a:pt x="412" y="119"/>
                  </a:moveTo>
                  <a:cubicBezTo>
                    <a:pt x="391" y="119"/>
                    <a:pt x="374" y="103"/>
                    <a:pt x="374" y="79"/>
                  </a:cubicBezTo>
                  <a:cubicBezTo>
                    <a:pt x="374" y="50"/>
                    <a:pt x="392" y="36"/>
                    <a:pt x="412" y="36"/>
                  </a:cubicBezTo>
                  <a:cubicBezTo>
                    <a:pt x="434" y="36"/>
                    <a:pt x="451" y="52"/>
                    <a:pt x="451" y="76"/>
                  </a:cubicBezTo>
                  <a:cubicBezTo>
                    <a:pt x="451" y="105"/>
                    <a:pt x="433" y="119"/>
                    <a:pt x="412" y="119"/>
                  </a:cubicBezTo>
                  <a:close/>
                  <a:moveTo>
                    <a:pt x="411" y="43"/>
                  </a:moveTo>
                  <a:cubicBezTo>
                    <a:pt x="397" y="43"/>
                    <a:pt x="390" y="54"/>
                    <a:pt x="390" y="78"/>
                  </a:cubicBezTo>
                  <a:cubicBezTo>
                    <a:pt x="390" y="103"/>
                    <a:pt x="399" y="112"/>
                    <a:pt x="413" y="112"/>
                  </a:cubicBezTo>
                  <a:cubicBezTo>
                    <a:pt x="428" y="112"/>
                    <a:pt x="435" y="101"/>
                    <a:pt x="435" y="77"/>
                  </a:cubicBezTo>
                  <a:cubicBezTo>
                    <a:pt x="435" y="52"/>
                    <a:pt x="426" y="43"/>
                    <a:pt x="411" y="43"/>
                  </a:cubicBezTo>
                  <a:close/>
                  <a:moveTo>
                    <a:pt x="463" y="115"/>
                  </a:moveTo>
                  <a:cubicBezTo>
                    <a:pt x="461" y="117"/>
                    <a:pt x="461" y="117"/>
                    <a:pt x="461" y="117"/>
                  </a:cubicBezTo>
                  <a:cubicBezTo>
                    <a:pt x="461" y="118"/>
                    <a:pt x="460" y="118"/>
                    <a:pt x="459" y="118"/>
                  </a:cubicBezTo>
                  <a:cubicBezTo>
                    <a:pt x="457" y="118"/>
                    <a:pt x="457" y="118"/>
                    <a:pt x="457" y="118"/>
                  </a:cubicBezTo>
                  <a:cubicBezTo>
                    <a:pt x="457" y="113"/>
                    <a:pt x="457" y="98"/>
                    <a:pt x="457" y="93"/>
                  </a:cubicBezTo>
                  <a:cubicBezTo>
                    <a:pt x="461" y="93"/>
                    <a:pt x="461" y="93"/>
                    <a:pt x="461" y="93"/>
                  </a:cubicBezTo>
                  <a:cubicBezTo>
                    <a:pt x="461" y="93"/>
                    <a:pt x="462" y="93"/>
                    <a:pt x="462" y="93"/>
                  </a:cubicBezTo>
                  <a:cubicBezTo>
                    <a:pt x="464" y="106"/>
                    <a:pt x="470" y="112"/>
                    <a:pt x="481" y="112"/>
                  </a:cubicBezTo>
                  <a:cubicBezTo>
                    <a:pt x="491" y="112"/>
                    <a:pt x="497" y="108"/>
                    <a:pt x="497" y="101"/>
                  </a:cubicBezTo>
                  <a:cubicBezTo>
                    <a:pt x="497" y="79"/>
                    <a:pt x="457" y="86"/>
                    <a:pt x="457" y="59"/>
                  </a:cubicBezTo>
                  <a:cubicBezTo>
                    <a:pt x="457" y="45"/>
                    <a:pt x="467" y="36"/>
                    <a:pt x="481" y="36"/>
                  </a:cubicBezTo>
                  <a:cubicBezTo>
                    <a:pt x="486" y="36"/>
                    <a:pt x="493" y="37"/>
                    <a:pt x="497" y="41"/>
                  </a:cubicBezTo>
                  <a:cubicBezTo>
                    <a:pt x="499" y="39"/>
                    <a:pt x="499" y="39"/>
                    <a:pt x="499" y="39"/>
                  </a:cubicBezTo>
                  <a:cubicBezTo>
                    <a:pt x="499" y="38"/>
                    <a:pt x="499" y="38"/>
                    <a:pt x="500" y="38"/>
                  </a:cubicBezTo>
                  <a:cubicBezTo>
                    <a:pt x="503" y="38"/>
                    <a:pt x="503" y="38"/>
                    <a:pt x="503" y="38"/>
                  </a:cubicBezTo>
                  <a:cubicBezTo>
                    <a:pt x="503" y="43"/>
                    <a:pt x="503" y="56"/>
                    <a:pt x="503" y="61"/>
                  </a:cubicBezTo>
                  <a:cubicBezTo>
                    <a:pt x="499" y="61"/>
                    <a:pt x="499" y="61"/>
                    <a:pt x="499" y="61"/>
                  </a:cubicBezTo>
                  <a:cubicBezTo>
                    <a:pt x="499" y="61"/>
                    <a:pt x="499" y="61"/>
                    <a:pt x="498" y="61"/>
                  </a:cubicBezTo>
                  <a:cubicBezTo>
                    <a:pt x="496" y="50"/>
                    <a:pt x="491" y="43"/>
                    <a:pt x="481" y="43"/>
                  </a:cubicBezTo>
                  <a:cubicBezTo>
                    <a:pt x="472" y="43"/>
                    <a:pt x="468" y="48"/>
                    <a:pt x="468" y="53"/>
                  </a:cubicBezTo>
                  <a:cubicBezTo>
                    <a:pt x="468" y="74"/>
                    <a:pt x="509" y="67"/>
                    <a:pt x="509" y="94"/>
                  </a:cubicBezTo>
                  <a:cubicBezTo>
                    <a:pt x="509" y="111"/>
                    <a:pt x="495" y="119"/>
                    <a:pt x="481" y="119"/>
                  </a:cubicBezTo>
                  <a:cubicBezTo>
                    <a:pt x="473" y="119"/>
                    <a:pt x="467" y="117"/>
                    <a:pt x="463" y="115"/>
                  </a:cubicBezTo>
                  <a:close/>
                  <a:moveTo>
                    <a:pt x="547" y="117"/>
                  </a:moveTo>
                  <a:cubicBezTo>
                    <a:pt x="541" y="117"/>
                    <a:pt x="534" y="117"/>
                    <a:pt x="529" y="117"/>
                  </a:cubicBezTo>
                  <a:cubicBezTo>
                    <a:pt x="529" y="113"/>
                    <a:pt x="529" y="113"/>
                    <a:pt x="529" y="113"/>
                  </a:cubicBezTo>
                  <a:cubicBezTo>
                    <a:pt x="529" y="112"/>
                    <a:pt x="529" y="112"/>
                    <a:pt x="530" y="112"/>
                  </a:cubicBezTo>
                  <a:cubicBezTo>
                    <a:pt x="540" y="111"/>
                    <a:pt x="540" y="110"/>
                    <a:pt x="540" y="96"/>
                  </a:cubicBezTo>
                  <a:cubicBezTo>
                    <a:pt x="540" y="46"/>
                    <a:pt x="540" y="46"/>
                    <a:pt x="540" y="46"/>
                  </a:cubicBezTo>
                  <a:cubicBezTo>
                    <a:pt x="540" y="45"/>
                    <a:pt x="540" y="44"/>
                    <a:pt x="539" y="44"/>
                  </a:cubicBezTo>
                  <a:cubicBezTo>
                    <a:pt x="532" y="44"/>
                    <a:pt x="532" y="44"/>
                    <a:pt x="532" y="44"/>
                  </a:cubicBezTo>
                  <a:cubicBezTo>
                    <a:pt x="522" y="44"/>
                    <a:pt x="517" y="46"/>
                    <a:pt x="515" y="61"/>
                  </a:cubicBezTo>
                  <a:cubicBezTo>
                    <a:pt x="515" y="61"/>
                    <a:pt x="515" y="61"/>
                    <a:pt x="514" y="61"/>
                  </a:cubicBezTo>
                  <a:cubicBezTo>
                    <a:pt x="511" y="61"/>
                    <a:pt x="511" y="61"/>
                    <a:pt x="511" y="61"/>
                  </a:cubicBezTo>
                  <a:cubicBezTo>
                    <a:pt x="511" y="56"/>
                    <a:pt x="511" y="44"/>
                    <a:pt x="511" y="38"/>
                  </a:cubicBezTo>
                  <a:cubicBezTo>
                    <a:pt x="516" y="38"/>
                    <a:pt x="522" y="38"/>
                    <a:pt x="532" y="38"/>
                  </a:cubicBezTo>
                  <a:cubicBezTo>
                    <a:pt x="561" y="38"/>
                    <a:pt x="561" y="38"/>
                    <a:pt x="561" y="38"/>
                  </a:cubicBezTo>
                  <a:cubicBezTo>
                    <a:pt x="571" y="38"/>
                    <a:pt x="577" y="38"/>
                    <a:pt x="582" y="38"/>
                  </a:cubicBezTo>
                  <a:cubicBezTo>
                    <a:pt x="582" y="44"/>
                    <a:pt x="583" y="56"/>
                    <a:pt x="583" y="61"/>
                  </a:cubicBezTo>
                  <a:cubicBezTo>
                    <a:pt x="579" y="61"/>
                    <a:pt x="579" y="61"/>
                    <a:pt x="579" y="61"/>
                  </a:cubicBezTo>
                  <a:cubicBezTo>
                    <a:pt x="578" y="61"/>
                    <a:pt x="578" y="61"/>
                    <a:pt x="578" y="61"/>
                  </a:cubicBezTo>
                  <a:cubicBezTo>
                    <a:pt x="576" y="46"/>
                    <a:pt x="571" y="44"/>
                    <a:pt x="561" y="44"/>
                  </a:cubicBezTo>
                  <a:cubicBezTo>
                    <a:pt x="555" y="44"/>
                    <a:pt x="555" y="44"/>
                    <a:pt x="555" y="44"/>
                  </a:cubicBezTo>
                  <a:cubicBezTo>
                    <a:pt x="554" y="44"/>
                    <a:pt x="554" y="45"/>
                    <a:pt x="554" y="46"/>
                  </a:cubicBezTo>
                  <a:cubicBezTo>
                    <a:pt x="554" y="96"/>
                    <a:pt x="554" y="96"/>
                    <a:pt x="554" y="96"/>
                  </a:cubicBezTo>
                  <a:cubicBezTo>
                    <a:pt x="554" y="110"/>
                    <a:pt x="554" y="111"/>
                    <a:pt x="563" y="112"/>
                  </a:cubicBezTo>
                  <a:cubicBezTo>
                    <a:pt x="564" y="112"/>
                    <a:pt x="564" y="112"/>
                    <a:pt x="564" y="113"/>
                  </a:cubicBezTo>
                  <a:cubicBezTo>
                    <a:pt x="564" y="117"/>
                    <a:pt x="564" y="117"/>
                    <a:pt x="564" y="117"/>
                  </a:cubicBezTo>
                  <a:cubicBezTo>
                    <a:pt x="559" y="117"/>
                    <a:pt x="552" y="117"/>
                    <a:pt x="547" y="117"/>
                  </a:cubicBezTo>
                  <a:close/>
                  <a:moveTo>
                    <a:pt x="622" y="119"/>
                  </a:moveTo>
                  <a:cubicBezTo>
                    <a:pt x="601" y="119"/>
                    <a:pt x="584" y="103"/>
                    <a:pt x="584" y="79"/>
                  </a:cubicBezTo>
                  <a:cubicBezTo>
                    <a:pt x="584" y="50"/>
                    <a:pt x="602" y="36"/>
                    <a:pt x="622" y="36"/>
                  </a:cubicBezTo>
                  <a:cubicBezTo>
                    <a:pt x="644" y="36"/>
                    <a:pt x="660" y="52"/>
                    <a:pt x="660" y="76"/>
                  </a:cubicBezTo>
                  <a:cubicBezTo>
                    <a:pt x="660" y="105"/>
                    <a:pt x="643" y="119"/>
                    <a:pt x="622" y="119"/>
                  </a:cubicBezTo>
                  <a:close/>
                  <a:moveTo>
                    <a:pt x="621" y="43"/>
                  </a:moveTo>
                  <a:cubicBezTo>
                    <a:pt x="607" y="43"/>
                    <a:pt x="600" y="54"/>
                    <a:pt x="600" y="78"/>
                  </a:cubicBezTo>
                  <a:cubicBezTo>
                    <a:pt x="600" y="103"/>
                    <a:pt x="609" y="112"/>
                    <a:pt x="623" y="112"/>
                  </a:cubicBezTo>
                  <a:cubicBezTo>
                    <a:pt x="638" y="112"/>
                    <a:pt x="645" y="101"/>
                    <a:pt x="645" y="77"/>
                  </a:cubicBezTo>
                  <a:cubicBezTo>
                    <a:pt x="645" y="52"/>
                    <a:pt x="635" y="43"/>
                    <a:pt x="621" y="43"/>
                  </a:cubicBezTo>
                  <a:close/>
                  <a:moveTo>
                    <a:pt x="729" y="119"/>
                  </a:moveTo>
                  <a:cubicBezTo>
                    <a:pt x="727" y="115"/>
                    <a:pt x="724" y="111"/>
                    <a:pt x="721" y="107"/>
                  </a:cubicBezTo>
                  <a:cubicBezTo>
                    <a:pt x="684" y="53"/>
                    <a:pt x="684" y="53"/>
                    <a:pt x="684" y="53"/>
                  </a:cubicBezTo>
                  <a:cubicBezTo>
                    <a:pt x="683" y="53"/>
                    <a:pt x="683" y="53"/>
                    <a:pt x="683" y="53"/>
                  </a:cubicBezTo>
                  <a:cubicBezTo>
                    <a:pt x="683" y="84"/>
                    <a:pt x="683" y="84"/>
                    <a:pt x="683" y="84"/>
                  </a:cubicBezTo>
                  <a:cubicBezTo>
                    <a:pt x="683" y="108"/>
                    <a:pt x="683" y="111"/>
                    <a:pt x="697" y="112"/>
                  </a:cubicBezTo>
                  <a:cubicBezTo>
                    <a:pt x="698" y="112"/>
                    <a:pt x="698" y="112"/>
                    <a:pt x="698" y="113"/>
                  </a:cubicBezTo>
                  <a:cubicBezTo>
                    <a:pt x="698" y="117"/>
                    <a:pt x="698" y="117"/>
                    <a:pt x="698" y="117"/>
                  </a:cubicBezTo>
                  <a:cubicBezTo>
                    <a:pt x="693" y="117"/>
                    <a:pt x="685" y="117"/>
                    <a:pt x="679" y="117"/>
                  </a:cubicBezTo>
                  <a:cubicBezTo>
                    <a:pt x="673" y="117"/>
                    <a:pt x="669" y="117"/>
                    <a:pt x="664" y="117"/>
                  </a:cubicBezTo>
                  <a:cubicBezTo>
                    <a:pt x="664" y="113"/>
                    <a:pt x="664" y="113"/>
                    <a:pt x="664" y="113"/>
                  </a:cubicBezTo>
                  <a:cubicBezTo>
                    <a:pt x="664" y="112"/>
                    <a:pt x="664" y="112"/>
                    <a:pt x="665" y="112"/>
                  </a:cubicBezTo>
                  <a:cubicBezTo>
                    <a:pt x="675" y="111"/>
                    <a:pt x="675" y="108"/>
                    <a:pt x="675" y="84"/>
                  </a:cubicBezTo>
                  <a:cubicBezTo>
                    <a:pt x="675" y="59"/>
                    <a:pt x="675" y="59"/>
                    <a:pt x="675" y="59"/>
                  </a:cubicBezTo>
                  <a:cubicBezTo>
                    <a:pt x="675" y="45"/>
                    <a:pt x="675" y="44"/>
                    <a:pt x="665" y="43"/>
                  </a:cubicBezTo>
                  <a:cubicBezTo>
                    <a:pt x="664" y="43"/>
                    <a:pt x="664" y="43"/>
                    <a:pt x="664" y="42"/>
                  </a:cubicBezTo>
                  <a:cubicBezTo>
                    <a:pt x="664" y="38"/>
                    <a:pt x="664" y="38"/>
                    <a:pt x="664" y="38"/>
                  </a:cubicBezTo>
                  <a:cubicBezTo>
                    <a:pt x="668" y="38"/>
                    <a:pt x="675" y="38"/>
                    <a:pt x="678" y="38"/>
                  </a:cubicBezTo>
                  <a:cubicBezTo>
                    <a:pt x="683" y="38"/>
                    <a:pt x="687" y="38"/>
                    <a:pt x="690" y="38"/>
                  </a:cubicBezTo>
                  <a:cubicBezTo>
                    <a:pt x="730" y="96"/>
                    <a:pt x="730" y="96"/>
                    <a:pt x="730" y="96"/>
                  </a:cubicBezTo>
                  <a:cubicBezTo>
                    <a:pt x="731" y="96"/>
                    <a:pt x="731" y="96"/>
                    <a:pt x="731" y="96"/>
                  </a:cubicBezTo>
                  <a:cubicBezTo>
                    <a:pt x="731" y="71"/>
                    <a:pt x="731" y="71"/>
                    <a:pt x="731" y="71"/>
                  </a:cubicBezTo>
                  <a:cubicBezTo>
                    <a:pt x="731" y="47"/>
                    <a:pt x="730" y="44"/>
                    <a:pt x="716" y="43"/>
                  </a:cubicBezTo>
                  <a:cubicBezTo>
                    <a:pt x="716" y="43"/>
                    <a:pt x="716" y="43"/>
                    <a:pt x="716" y="42"/>
                  </a:cubicBezTo>
                  <a:cubicBezTo>
                    <a:pt x="716" y="38"/>
                    <a:pt x="716" y="38"/>
                    <a:pt x="716" y="38"/>
                  </a:cubicBezTo>
                  <a:cubicBezTo>
                    <a:pt x="721" y="38"/>
                    <a:pt x="729" y="38"/>
                    <a:pt x="735" y="38"/>
                  </a:cubicBezTo>
                  <a:cubicBezTo>
                    <a:pt x="740" y="38"/>
                    <a:pt x="744" y="38"/>
                    <a:pt x="750" y="38"/>
                  </a:cubicBezTo>
                  <a:cubicBezTo>
                    <a:pt x="750" y="42"/>
                    <a:pt x="750" y="42"/>
                    <a:pt x="750" y="42"/>
                  </a:cubicBezTo>
                  <a:cubicBezTo>
                    <a:pt x="750" y="43"/>
                    <a:pt x="750" y="43"/>
                    <a:pt x="749" y="43"/>
                  </a:cubicBezTo>
                  <a:cubicBezTo>
                    <a:pt x="739" y="44"/>
                    <a:pt x="739" y="47"/>
                    <a:pt x="739" y="71"/>
                  </a:cubicBezTo>
                  <a:cubicBezTo>
                    <a:pt x="739" y="119"/>
                    <a:pt x="739" y="119"/>
                    <a:pt x="739" y="119"/>
                  </a:cubicBezTo>
                  <a:lnTo>
                    <a:pt x="729" y="119"/>
                  </a:lnTo>
                  <a:close/>
                  <a:moveTo>
                    <a:pt x="921" y="119"/>
                  </a:moveTo>
                  <a:cubicBezTo>
                    <a:pt x="900" y="119"/>
                    <a:pt x="883" y="103"/>
                    <a:pt x="883" y="79"/>
                  </a:cubicBezTo>
                  <a:cubicBezTo>
                    <a:pt x="883" y="50"/>
                    <a:pt x="901" y="36"/>
                    <a:pt x="921" y="36"/>
                  </a:cubicBezTo>
                  <a:cubicBezTo>
                    <a:pt x="943" y="36"/>
                    <a:pt x="960" y="52"/>
                    <a:pt x="960" y="76"/>
                  </a:cubicBezTo>
                  <a:cubicBezTo>
                    <a:pt x="960" y="105"/>
                    <a:pt x="942" y="119"/>
                    <a:pt x="921" y="119"/>
                  </a:cubicBezTo>
                  <a:close/>
                  <a:moveTo>
                    <a:pt x="920" y="43"/>
                  </a:moveTo>
                  <a:cubicBezTo>
                    <a:pt x="906" y="43"/>
                    <a:pt x="899" y="54"/>
                    <a:pt x="899" y="78"/>
                  </a:cubicBezTo>
                  <a:cubicBezTo>
                    <a:pt x="899" y="103"/>
                    <a:pt x="908" y="112"/>
                    <a:pt x="922" y="112"/>
                  </a:cubicBezTo>
                  <a:cubicBezTo>
                    <a:pt x="937" y="112"/>
                    <a:pt x="944" y="101"/>
                    <a:pt x="944" y="77"/>
                  </a:cubicBezTo>
                  <a:cubicBezTo>
                    <a:pt x="944" y="52"/>
                    <a:pt x="935" y="43"/>
                    <a:pt x="920" y="43"/>
                  </a:cubicBezTo>
                  <a:close/>
                  <a:moveTo>
                    <a:pt x="1029" y="119"/>
                  </a:moveTo>
                  <a:cubicBezTo>
                    <a:pt x="1026" y="115"/>
                    <a:pt x="1023" y="111"/>
                    <a:pt x="1020" y="107"/>
                  </a:cubicBezTo>
                  <a:cubicBezTo>
                    <a:pt x="983" y="53"/>
                    <a:pt x="983" y="53"/>
                    <a:pt x="983" y="53"/>
                  </a:cubicBezTo>
                  <a:cubicBezTo>
                    <a:pt x="982" y="53"/>
                    <a:pt x="982" y="53"/>
                    <a:pt x="982" y="53"/>
                  </a:cubicBezTo>
                  <a:cubicBezTo>
                    <a:pt x="982" y="84"/>
                    <a:pt x="982" y="84"/>
                    <a:pt x="982" y="84"/>
                  </a:cubicBezTo>
                  <a:cubicBezTo>
                    <a:pt x="982" y="108"/>
                    <a:pt x="983" y="111"/>
                    <a:pt x="996" y="112"/>
                  </a:cubicBezTo>
                  <a:cubicBezTo>
                    <a:pt x="997" y="112"/>
                    <a:pt x="997" y="112"/>
                    <a:pt x="997" y="113"/>
                  </a:cubicBezTo>
                  <a:cubicBezTo>
                    <a:pt x="997" y="117"/>
                    <a:pt x="997" y="117"/>
                    <a:pt x="997" y="117"/>
                  </a:cubicBezTo>
                  <a:cubicBezTo>
                    <a:pt x="992" y="117"/>
                    <a:pt x="984" y="117"/>
                    <a:pt x="978" y="117"/>
                  </a:cubicBezTo>
                  <a:cubicBezTo>
                    <a:pt x="972" y="117"/>
                    <a:pt x="969" y="117"/>
                    <a:pt x="963" y="117"/>
                  </a:cubicBezTo>
                  <a:cubicBezTo>
                    <a:pt x="963" y="113"/>
                    <a:pt x="963" y="113"/>
                    <a:pt x="963" y="113"/>
                  </a:cubicBezTo>
                  <a:cubicBezTo>
                    <a:pt x="963" y="112"/>
                    <a:pt x="963" y="112"/>
                    <a:pt x="964" y="112"/>
                  </a:cubicBezTo>
                  <a:cubicBezTo>
                    <a:pt x="974" y="111"/>
                    <a:pt x="974" y="108"/>
                    <a:pt x="974" y="84"/>
                  </a:cubicBezTo>
                  <a:cubicBezTo>
                    <a:pt x="974" y="59"/>
                    <a:pt x="974" y="59"/>
                    <a:pt x="974" y="59"/>
                  </a:cubicBezTo>
                  <a:cubicBezTo>
                    <a:pt x="974" y="45"/>
                    <a:pt x="974" y="44"/>
                    <a:pt x="964" y="43"/>
                  </a:cubicBezTo>
                  <a:cubicBezTo>
                    <a:pt x="963" y="43"/>
                    <a:pt x="963" y="43"/>
                    <a:pt x="963" y="42"/>
                  </a:cubicBezTo>
                  <a:cubicBezTo>
                    <a:pt x="963" y="38"/>
                    <a:pt x="963" y="38"/>
                    <a:pt x="963" y="38"/>
                  </a:cubicBezTo>
                  <a:cubicBezTo>
                    <a:pt x="968" y="38"/>
                    <a:pt x="974" y="38"/>
                    <a:pt x="977" y="38"/>
                  </a:cubicBezTo>
                  <a:cubicBezTo>
                    <a:pt x="982" y="38"/>
                    <a:pt x="986" y="38"/>
                    <a:pt x="989" y="38"/>
                  </a:cubicBezTo>
                  <a:cubicBezTo>
                    <a:pt x="1029" y="96"/>
                    <a:pt x="1029" y="96"/>
                    <a:pt x="1029" y="96"/>
                  </a:cubicBezTo>
                  <a:cubicBezTo>
                    <a:pt x="1030" y="96"/>
                    <a:pt x="1030" y="96"/>
                    <a:pt x="1030" y="96"/>
                  </a:cubicBezTo>
                  <a:cubicBezTo>
                    <a:pt x="1030" y="71"/>
                    <a:pt x="1030" y="71"/>
                    <a:pt x="1030" y="71"/>
                  </a:cubicBezTo>
                  <a:cubicBezTo>
                    <a:pt x="1030" y="47"/>
                    <a:pt x="1030" y="44"/>
                    <a:pt x="1016" y="43"/>
                  </a:cubicBezTo>
                  <a:cubicBezTo>
                    <a:pt x="1015" y="43"/>
                    <a:pt x="1015" y="43"/>
                    <a:pt x="1015" y="42"/>
                  </a:cubicBezTo>
                  <a:cubicBezTo>
                    <a:pt x="1015" y="38"/>
                    <a:pt x="1015" y="38"/>
                    <a:pt x="1015" y="38"/>
                  </a:cubicBezTo>
                  <a:cubicBezTo>
                    <a:pt x="1020" y="38"/>
                    <a:pt x="1028" y="38"/>
                    <a:pt x="1034" y="38"/>
                  </a:cubicBezTo>
                  <a:cubicBezTo>
                    <a:pt x="1040" y="38"/>
                    <a:pt x="1044" y="38"/>
                    <a:pt x="1049" y="38"/>
                  </a:cubicBezTo>
                  <a:cubicBezTo>
                    <a:pt x="1049" y="42"/>
                    <a:pt x="1049" y="42"/>
                    <a:pt x="1049" y="42"/>
                  </a:cubicBezTo>
                  <a:cubicBezTo>
                    <a:pt x="1049" y="43"/>
                    <a:pt x="1049" y="43"/>
                    <a:pt x="1048" y="43"/>
                  </a:cubicBezTo>
                  <a:cubicBezTo>
                    <a:pt x="1038" y="44"/>
                    <a:pt x="1038" y="47"/>
                    <a:pt x="1038" y="71"/>
                  </a:cubicBezTo>
                  <a:cubicBezTo>
                    <a:pt x="1038" y="119"/>
                    <a:pt x="1038" y="119"/>
                    <a:pt x="1038" y="119"/>
                  </a:cubicBezTo>
                  <a:lnTo>
                    <a:pt x="1029" y="119"/>
                  </a:lnTo>
                  <a:close/>
                  <a:moveTo>
                    <a:pt x="1062" y="115"/>
                  </a:moveTo>
                  <a:cubicBezTo>
                    <a:pt x="1060" y="117"/>
                    <a:pt x="1060" y="117"/>
                    <a:pt x="1060" y="117"/>
                  </a:cubicBezTo>
                  <a:cubicBezTo>
                    <a:pt x="1060" y="118"/>
                    <a:pt x="1059" y="118"/>
                    <a:pt x="1059" y="118"/>
                  </a:cubicBezTo>
                  <a:cubicBezTo>
                    <a:pt x="1056" y="118"/>
                    <a:pt x="1056" y="118"/>
                    <a:pt x="1056" y="118"/>
                  </a:cubicBezTo>
                  <a:cubicBezTo>
                    <a:pt x="1056" y="113"/>
                    <a:pt x="1056" y="98"/>
                    <a:pt x="1056" y="93"/>
                  </a:cubicBezTo>
                  <a:cubicBezTo>
                    <a:pt x="1060" y="93"/>
                    <a:pt x="1060" y="93"/>
                    <a:pt x="1060" y="93"/>
                  </a:cubicBezTo>
                  <a:cubicBezTo>
                    <a:pt x="1060" y="93"/>
                    <a:pt x="1061" y="93"/>
                    <a:pt x="1061" y="93"/>
                  </a:cubicBezTo>
                  <a:cubicBezTo>
                    <a:pt x="1063" y="106"/>
                    <a:pt x="1069" y="112"/>
                    <a:pt x="1080" y="112"/>
                  </a:cubicBezTo>
                  <a:cubicBezTo>
                    <a:pt x="1090" y="112"/>
                    <a:pt x="1097" y="108"/>
                    <a:pt x="1097" y="101"/>
                  </a:cubicBezTo>
                  <a:cubicBezTo>
                    <a:pt x="1097" y="79"/>
                    <a:pt x="1056" y="86"/>
                    <a:pt x="1056" y="59"/>
                  </a:cubicBezTo>
                  <a:cubicBezTo>
                    <a:pt x="1056" y="45"/>
                    <a:pt x="1066" y="36"/>
                    <a:pt x="1080" y="36"/>
                  </a:cubicBezTo>
                  <a:cubicBezTo>
                    <a:pt x="1085" y="36"/>
                    <a:pt x="1091" y="37"/>
                    <a:pt x="1096" y="40"/>
                  </a:cubicBezTo>
                  <a:cubicBezTo>
                    <a:pt x="1098" y="38"/>
                    <a:pt x="1098" y="38"/>
                    <a:pt x="1098" y="38"/>
                  </a:cubicBezTo>
                  <a:cubicBezTo>
                    <a:pt x="1098" y="37"/>
                    <a:pt x="1099" y="37"/>
                    <a:pt x="1100" y="37"/>
                  </a:cubicBezTo>
                  <a:cubicBezTo>
                    <a:pt x="1102" y="37"/>
                    <a:pt x="1102" y="37"/>
                    <a:pt x="1102" y="37"/>
                  </a:cubicBezTo>
                  <a:cubicBezTo>
                    <a:pt x="1102" y="42"/>
                    <a:pt x="1102" y="54"/>
                    <a:pt x="1102" y="59"/>
                  </a:cubicBezTo>
                  <a:cubicBezTo>
                    <a:pt x="1099" y="59"/>
                    <a:pt x="1099" y="59"/>
                    <a:pt x="1099" y="59"/>
                  </a:cubicBezTo>
                  <a:cubicBezTo>
                    <a:pt x="1098" y="59"/>
                    <a:pt x="1098" y="59"/>
                    <a:pt x="1098" y="58"/>
                  </a:cubicBezTo>
                  <a:cubicBezTo>
                    <a:pt x="1096" y="50"/>
                    <a:pt x="1090" y="43"/>
                    <a:pt x="1080" y="43"/>
                  </a:cubicBezTo>
                  <a:cubicBezTo>
                    <a:pt x="1071" y="43"/>
                    <a:pt x="1068" y="48"/>
                    <a:pt x="1068" y="53"/>
                  </a:cubicBezTo>
                  <a:cubicBezTo>
                    <a:pt x="1068" y="74"/>
                    <a:pt x="1109" y="67"/>
                    <a:pt x="1109" y="94"/>
                  </a:cubicBezTo>
                  <a:cubicBezTo>
                    <a:pt x="1109" y="111"/>
                    <a:pt x="1094" y="119"/>
                    <a:pt x="1081" y="119"/>
                  </a:cubicBezTo>
                  <a:cubicBezTo>
                    <a:pt x="1072" y="119"/>
                    <a:pt x="1067" y="117"/>
                    <a:pt x="1062" y="115"/>
                  </a:cubicBezTo>
                  <a:close/>
                  <a:moveTo>
                    <a:pt x="1155" y="119"/>
                  </a:moveTo>
                  <a:cubicBezTo>
                    <a:pt x="1132" y="119"/>
                    <a:pt x="1122" y="110"/>
                    <a:pt x="1122" y="89"/>
                  </a:cubicBezTo>
                  <a:cubicBezTo>
                    <a:pt x="1122" y="59"/>
                    <a:pt x="1122" y="59"/>
                    <a:pt x="1122" y="59"/>
                  </a:cubicBezTo>
                  <a:cubicBezTo>
                    <a:pt x="1122" y="45"/>
                    <a:pt x="1122" y="44"/>
                    <a:pt x="1113" y="43"/>
                  </a:cubicBezTo>
                  <a:cubicBezTo>
                    <a:pt x="1112" y="43"/>
                    <a:pt x="1111" y="43"/>
                    <a:pt x="1111" y="42"/>
                  </a:cubicBezTo>
                  <a:cubicBezTo>
                    <a:pt x="1111" y="38"/>
                    <a:pt x="1111" y="38"/>
                    <a:pt x="1111" y="38"/>
                  </a:cubicBezTo>
                  <a:cubicBezTo>
                    <a:pt x="1117" y="38"/>
                    <a:pt x="1124" y="38"/>
                    <a:pt x="1129" y="38"/>
                  </a:cubicBezTo>
                  <a:cubicBezTo>
                    <a:pt x="1135" y="38"/>
                    <a:pt x="1142" y="38"/>
                    <a:pt x="1147" y="38"/>
                  </a:cubicBezTo>
                  <a:cubicBezTo>
                    <a:pt x="1147" y="42"/>
                    <a:pt x="1147" y="42"/>
                    <a:pt x="1147" y="42"/>
                  </a:cubicBezTo>
                  <a:cubicBezTo>
                    <a:pt x="1147" y="43"/>
                    <a:pt x="1147" y="43"/>
                    <a:pt x="1146" y="43"/>
                  </a:cubicBezTo>
                  <a:cubicBezTo>
                    <a:pt x="1136" y="44"/>
                    <a:pt x="1136" y="45"/>
                    <a:pt x="1136" y="59"/>
                  </a:cubicBezTo>
                  <a:cubicBezTo>
                    <a:pt x="1136" y="91"/>
                    <a:pt x="1136" y="91"/>
                    <a:pt x="1136" y="91"/>
                  </a:cubicBezTo>
                  <a:cubicBezTo>
                    <a:pt x="1136" y="103"/>
                    <a:pt x="1142" y="110"/>
                    <a:pt x="1157" y="110"/>
                  </a:cubicBezTo>
                  <a:cubicBezTo>
                    <a:pt x="1170" y="110"/>
                    <a:pt x="1177" y="103"/>
                    <a:pt x="1177" y="90"/>
                  </a:cubicBezTo>
                  <a:cubicBezTo>
                    <a:pt x="1177" y="71"/>
                    <a:pt x="1177" y="71"/>
                    <a:pt x="1177" y="71"/>
                  </a:cubicBezTo>
                  <a:cubicBezTo>
                    <a:pt x="1177" y="46"/>
                    <a:pt x="1177" y="45"/>
                    <a:pt x="1163" y="43"/>
                  </a:cubicBezTo>
                  <a:cubicBezTo>
                    <a:pt x="1162" y="43"/>
                    <a:pt x="1162" y="43"/>
                    <a:pt x="1162" y="42"/>
                  </a:cubicBezTo>
                  <a:cubicBezTo>
                    <a:pt x="1162" y="38"/>
                    <a:pt x="1162" y="38"/>
                    <a:pt x="1162" y="38"/>
                  </a:cubicBezTo>
                  <a:cubicBezTo>
                    <a:pt x="1167" y="38"/>
                    <a:pt x="1175" y="38"/>
                    <a:pt x="1181" y="38"/>
                  </a:cubicBezTo>
                  <a:cubicBezTo>
                    <a:pt x="1186" y="38"/>
                    <a:pt x="1189" y="38"/>
                    <a:pt x="1194" y="38"/>
                  </a:cubicBezTo>
                  <a:cubicBezTo>
                    <a:pt x="1194" y="42"/>
                    <a:pt x="1194" y="42"/>
                    <a:pt x="1194" y="42"/>
                  </a:cubicBezTo>
                  <a:cubicBezTo>
                    <a:pt x="1194" y="43"/>
                    <a:pt x="1194" y="43"/>
                    <a:pt x="1193" y="43"/>
                  </a:cubicBezTo>
                  <a:cubicBezTo>
                    <a:pt x="1185" y="44"/>
                    <a:pt x="1185" y="46"/>
                    <a:pt x="1185" y="71"/>
                  </a:cubicBezTo>
                  <a:cubicBezTo>
                    <a:pt x="1185" y="88"/>
                    <a:pt x="1185" y="88"/>
                    <a:pt x="1185" y="88"/>
                  </a:cubicBezTo>
                  <a:cubicBezTo>
                    <a:pt x="1185" y="109"/>
                    <a:pt x="1175" y="119"/>
                    <a:pt x="1155" y="119"/>
                  </a:cubicBezTo>
                  <a:close/>
                  <a:moveTo>
                    <a:pt x="1243" y="117"/>
                  </a:moveTo>
                  <a:cubicBezTo>
                    <a:pt x="1216" y="117"/>
                    <a:pt x="1216" y="117"/>
                    <a:pt x="1216" y="117"/>
                  </a:cubicBezTo>
                  <a:cubicBezTo>
                    <a:pt x="1211" y="117"/>
                    <a:pt x="1205" y="117"/>
                    <a:pt x="1199" y="117"/>
                  </a:cubicBezTo>
                  <a:cubicBezTo>
                    <a:pt x="1199" y="113"/>
                    <a:pt x="1199" y="113"/>
                    <a:pt x="1199" y="113"/>
                  </a:cubicBezTo>
                  <a:cubicBezTo>
                    <a:pt x="1199" y="112"/>
                    <a:pt x="1199" y="112"/>
                    <a:pt x="1200" y="112"/>
                  </a:cubicBezTo>
                  <a:cubicBezTo>
                    <a:pt x="1210" y="111"/>
                    <a:pt x="1210" y="110"/>
                    <a:pt x="1210" y="96"/>
                  </a:cubicBezTo>
                  <a:cubicBezTo>
                    <a:pt x="1210" y="59"/>
                    <a:pt x="1210" y="59"/>
                    <a:pt x="1210" y="59"/>
                  </a:cubicBezTo>
                  <a:cubicBezTo>
                    <a:pt x="1210" y="45"/>
                    <a:pt x="1210" y="44"/>
                    <a:pt x="1200" y="43"/>
                  </a:cubicBezTo>
                  <a:cubicBezTo>
                    <a:pt x="1199" y="43"/>
                    <a:pt x="1199" y="43"/>
                    <a:pt x="1199" y="42"/>
                  </a:cubicBezTo>
                  <a:cubicBezTo>
                    <a:pt x="1199" y="38"/>
                    <a:pt x="1199" y="38"/>
                    <a:pt x="1199" y="38"/>
                  </a:cubicBezTo>
                  <a:cubicBezTo>
                    <a:pt x="1205" y="38"/>
                    <a:pt x="1212" y="38"/>
                    <a:pt x="1217" y="38"/>
                  </a:cubicBezTo>
                  <a:cubicBezTo>
                    <a:pt x="1223" y="38"/>
                    <a:pt x="1232" y="38"/>
                    <a:pt x="1237" y="38"/>
                  </a:cubicBezTo>
                  <a:cubicBezTo>
                    <a:pt x="1237" y="42"/>
                    <a:pt x="1237" y="42"/>
                    <a:pt x="1237" y="42"/>
                  </a:cubicBezTo>
                  <a:cubicBezTo>
                    <a:pt x="1237" y="43"/>
                    <a:pt x="1237" y="43"/>
                    <a:pt x="1236" y="43"/>
                  </a:cubicBezTo>
                  <a:cubicBezTo>
                    <a:pt x="1224" y="44"/>
                    <a:pt x="1224" y="45"/>
                    <a:pt x="1224" y="59"/>
                  </a:cubicBezTo>
                  <a:cubicBezTo>
                    <a:pt x="1224" y="95"/>
                    <a:pt x="1224" y="95"/>
                    <a:pt x="1224" y="95"/>
                  </a:cubicBezTo>
                  <a:cubicBezTo>
                    <a:pt x="1224" y="109"/>
                    <a:pt x="1224" y="110"/>
                    <a:pt x="1235" y="110"/>
                  </a:cubicBezTo>
                  <a:cubicBezTo>
                    <a:pt x="1240" y="110"/>
                    <a:pt x="1240" y="110"/>
                    <a:pt x="1240" y="110"/>
                  </a:cubicBezTo>
                  <a:cubicBezTo>
                    <a:pt x="1250" y="110"/>
                    <a:pt x="1255" y="107"/>
                    <a:pt x="1257" y="92"/>
                  </a:cubicBezTo>
                  <a:cubicBezTo>
                    <a:pt x="1257" y="92"/>
                    <a:pt x="1257" y="91"/>
                    <a:pt x="1258" y="91"/>
                  </a:cubicBezTo>
                  <a:cubicBezTo>
                    <a:pt x="1261" y="91"/>
                    <a:pt x="1261" y="91"/>
                    <a:pt x="1261" y="91"/>
                  </a:cubicBezTo>
                  <a:cubicBezTo>
                    <a:pt x="1261" y="97"/>
                    <a:pt x="1261" y="111"/>
                    <a:pt x="1261" y="117"/>
                  </a:cubicBezTo>
                  <a:cubicBezTo>
                    <a:pt x="1256" y="117"/>
                    <a:pt x="1253" y="117"/>
                    <a:pt x="1243" y="117"/>
                  </a:cubicBezTo>
                  <a:close/>
                  <a:moveTo>
                    <a:pt x="1291" y="117"/>
                  </a:moveTo>
                  <a:cubicBezTo>
                    <a:pt x="1285" y="117"/>
                    <a:pt x="1278" y="117"/>
                    <a:pt x="1273" y="117"/>
                  </a:cubicBezTo>
                  <a:cubicBezTo>
                    <a:pt x="1273" y="113"/>
                    <a:pt x="1273" y="113"/>
                    <a:pt x="1273" y="113"/>
                  </a:cubicBezTo>
                  <a:cubicBezTo>
                    <a:pt x="1273" y="112"/>
                    <a:pt x="1273" y="112"/>
                    <a:pt x="1274" y="112"/>
                  </a:cubicBezTo>
                  <a:cubicBezTo>
                    <a:pt x="1284" y="111"/>
                    <a:pt x="1284" y="110"/>
                    <a:pt x="1284" y="96"/>
                  </a:cubicBezTo>
                  <a:cubicBezTo>
                    <a:pt x="1284" y="46"/>
                    <a:pt x="1284" y="46"/>
                    <a:pt x="1284" y="46"/>
                  </a:cubicBezTo>
                  <a:cubicBezTo>
                    <a:pt x="1284" y="45"/>
                    <a:pt x="1284" y="44"/>
                    <a:pt x="1283" y="44"/>
                  </a:cubicBezTo>
                  <a:cubicBezTo>
                    <a:pt x="1276" y="44"/>
                    <a:pt x="1276" y="44"/>
                    <a:pt x="1276" y="44"/>
                  </a:cubicBezTo>
                  <a:cubicBezTo>
                    <a:pt x="1266" y="44"/>
                    <a:pt x="1261" y="46"/>
                    <a:pt x="1260" y="61"/>
                  </a:cubicBezTo>
                  <a:cubicBezTo>
                    <a:pt x="1260" y="61"/>
                    <a:pt x="1259" y="61"/>
                    <a:pt x="1259" y="61"/>
                  </a:cubicBezTo>
                  <a:cubicBezTo>
                    <a:pt x="1255" y="61"/>
                    <a:pt x="1255" y="61"/>
                    <a:pt x="1255" y="61"/>
                  </a:cubicBezTo>
                  <a:cubicBezTo>
                    <a:pt x="1255" y="56"/>
                    <a:pt x="1255" y="44"/>
                    <a:pt x="1255" y="38"/>
                  </a:cubicBezTo>
                  <a:cubicBezTo>
                    <a:pt x="1260" y="38"/>
                    <a:pt x="1266" y="38"/>
                    <a:pt x="1276" y="38"/>
                  </a:cubicBezTo>
                  <a:cubicBezTo>
                    <a:pt x="1306" y="38"/>
                    <a:pt x="1306" y="38"/>
                    <a:pt x="1306" y="38"/>
                  </a:cubicBezTo>
                  <a:cubicBezTo>
                    <a:pt x="1316" y="38"/>
                    <a:pt x="1322" y="38"/>
                    <a:pt x="1327" y="38"/>
                  </a:cubicBezTo>
                  <a:cubicBezTo>
                    <a:pt x="1327" y="44"/>
                    <a:pt x="1327" y="56"/>
                    <a:pt x="1327" y="61"/>
                  </a:cubicBezTo>
                  <a:cubicBezTo>
                    <a:pt x="1323" y="61"/>
                    <a:pt x="1323" y="61"/>
                    <a:pt x="1323" y="61"/>
                  </a:cubicBezTo>
                  <a:cubicBezTo>
                    <a:pt x="1323" y="61"/>
                    <a:pt x="1322" y="61"/>
                    <a:pt x="1322" y="61"/>
                  </a:cubicBezTo>
                  <a:cubicBezTo>
                    <a:pt x="1320" y="46"/>
                    <a:pt x="1315" y="44"/>
                    <a:pt x="1306" y="44"/>
                  </a:cubicBezTo>
                  <a:cubicBezTo>
                    <a:pt x="1299" y="44"/>
                    <a:pt x="1299" y="44"/>
                    <a:pt x="1299" y="44"/>
                  </a:cubicBezTo>
                  <a:cubicBezTo>
                    <a:pt x="1298" y="44"/>
                    <a:pt x="1298" y="45"/>
                    <a:pt x="1298" y="46"/>
                  </a:cubicBezTo>
                  <a:cubicBezTo>
                    <a:pt x="1298" y="96"/>
                    <a:pt x="1298" y="96"/>
                    <a:pt x="1298" y="96"/>
                  </a:cubicBezTo>
                  <a:cubicBezTo>
                    <a:pt x="1298" y="110"/>
                    <a:pt x="1298" y="111"/>
                    <a:pt x="1308" y="112"/>
                  </a:cubicBezTo>
                  <a:cubicBezTo>
                    <a:pt x="1309" y="112"/>
                    <a:pt x="1309" y="112"/>
                    <a:pt x="1309" y="113"/>
                  </a:cubicBezTo>
                  <a:cubicBezTo>
                    <a:pt x="1309" y="117"/>
                    <a:pt x="1309" y="117"/>
                    <a:pt x="1309" y="117"/>
                  </a:cubicBezTo>
                  <a:cubicBezTo>
                    <a:pt x="1303" y="117"/>
                    <a:pt x="1296" y="117"/>
                    <a:pt x="1291" y="117"/>
                  </a:cubicBezTo>
                  <a:close/>
                  <a:moveTo>
                    <a:pt x="1349" y="117"/>
                  </a:moveTo>
                  <a:cubicBezTo>
                    <a:pt x="1343" y="117"/>
                    <a:pt x="1336" y="117"/>
                    <a:pt x="1331" y="117"/>
                  </a:cubicBezTo>
                  <a:cubicBezTo>
                    <a:pt x="1331" y="113"/>
                    <a:pt x="1331" y="113"/>
                    <a:pt x="1331" y="113"/>
                  </a:cubicBezTo>
                  <a:cubicBezTo>
                    <a:pt x="1331" y="112"/>
                    <a:pt x="1331" y="112"/>
                    <a:pt x="1332" y="112"/>
                  </a:cubicBezTo>
                  <a:cubicBezTo>
                    <a:pt x="1342" y="111"/>
                    <a:pt x="1342" y="110"/>
                    <a:pt x="1342" y="96"/>
                  </a:cubicBezTo>
                  <a:cubicBezTo>
                    <a:pt x="1342" y="59"/>
                    <a:pt x="1342" y="59"/>
                    <a:pt x="1342" y="59"/>
                  </a:cubicBezTo>
                  <a:cubicBezTo>
                    <a:pt x="1342" y="45"/>
                    <a:pt x="1342" y="44"/>
                    <a:pt x="1332" y="43"/>
                  </a:cubicBezTo>
                  <a:cubicBezTo>
                    <a:pt x="1331" y="43"/>
                    <a:pt x="1331" y="43"/>
                    <a:pt x="1331" y="42"/>
                  </a:cubicBezTo>
                  <a:cubicBezTo>
                    <a:pt x="1331" y="38"/>
                    <a:pt x="1331" y="38"/>
                    <a:pt x="1331" y="38"/>
                  </a:cubicBezTo>
                  <a:cubicBezTo>
                    <a:pt x="1336" y="38"/>
                    <a:pt x="1343" y="38"/>
                    <a:pt x="1349" y="38"/>
                  </a:cubicBezTo>
                  <a:cubicBezTo>
                    <a:pt x="1355" y="38"/>
                    <a:pt x="1361" y="38"/>
                    <a:pt x="1367" y="38"/>
                  </a:cubicBezTo>
                  <a:cubicBezTo>
                    <a:pt x="1367" y="42"/>
                    <a:pt x="1367" y="42"/>
                    <a:pt x="1367" y="42"/>
                  </a:cubicBezTo>
                  <a:cubicBezTo>
                    <a:pt x="1367" y="43"/>
                    <a:pt x="1367" y="43"/>
                    <a:pt x="1366" y="43"/>
                  </a:cubicBezTo>
                  <a:cubicBezTo>
                    <a:pt x="1356" y="44"/>
                    <a:pt x="1356" y="45"/>
                    <a:pt x="1356" y="59"/>
                  </a:cubicBezTo>
                  <a:cubicBezTo>
                    <a:pt x="1356" y="96"/>
                    <a:pt x="1356" y="96"/>
                    <a:pt x="1356" y="96"/>
                  </a:cubicBezTo>
                  <a:cubicBezTo>
                    <a:pt x="1356" y="110"/>
                    <a:pt x="1356" y="111"/>
                    <a:pt x="1366" y="112"/>
                  </a:cubicBezTo>
                  <a:cubicBezTo>
                    <a:pt x="1367" y="112"/>
                    <a:pt x="1367" y="112"/>
                    <a:pt x="1367" y="113"/>
                  </a:cubicBezTo>
                  <a:cubicBezTo>
                    <a:pt x="1367" y="117"/>
                    <a:pt x="1367" y="117"/>
                    <a:pt x="1367" y="117"/>
                  </a:cubicBezTo>
                  <a:cubicBezTo>
                    <a:pt x="1361" y="117"/>
                    <a:pt x="1354" y="117"/>
                    <a:pt x="1349" y="117"/>
                  </a:cubicBezTo>
                  <a:close/>
                  <a:moveTo>
                    <a:pt x="1438" y="119"/>
                  </a:moveTo>
                  <a:cubicBezTo>
                    <a:pt x="1436" y="115"/>
                    <a:pt x="1433" y="111"/>
                    <a:pt x="1430" y="107"/>
                  </a:cubicBezTo>
                  <a:cubicBezTo>
                    <a:pt x="1392" y="53"/>
                    <a:pt x="1392" y="53"/>
                    <a:pt x="1392" y="53"/>
                  </a:cubicBezTo>
                  <a:cubicBezTo>
                    <a:pt x="1392" y="53"/>
                    <a:pt x="1392" y="53"/>
                    <a:pt x="1392" y="53"/>
                  </a:cubicBezTo>
                  <a:cubicBezTo>
                    <a:pt x="1392" y="84"/>
                    <a:pt x="1392" y="84"/>
                    <a:pt x="1392" y="84"/>
                  </a:cubicBezTo>
                  <a:cubicBezTo>
                    <a:pt x="1392" y="108"/>
                    <a:pt x="1392" y="111"/>
                    <a:pt x="1406" y="112"/>
                  </a:cubicBezTo>
                  <a:cubicBezTo>
                    <a:pt x="1406" y="112"/>
                    <a:pt x="1407" y="112"/>
                    <a:pt x="1407" y="113"/>
                  </a:cubicBezTo>
                  <a:cubicBezTo>
                    <a:pt x="1407" y="117"/>
                    <a:pt x="1407" y="117"/>
                    <a:pt x="1407" y="117"/>
                  </a:cubicBezTo>
                  <a:cubicBezTo>
                    <a:pt x="1401" y="117"/>
                    <a:pt x="1393" y="117"/>
                    <a:pt x="1387" y="117"/>
                  </a:cubicBezTo>
                  <a:cubicBezTo>
                    <a:pt x="1382" y="117"/>
                    <a:pt x="1378" y="117"/>
                    <a:pt x="1373" y="117"/>
                  </a:cubicBezTo>
                  <a:cubicBezTo>
                    <a:pt x="1373" y="113"/>
                    <a:pt x="1373" y="113"/>
                    <a:pt x="1373" y="113"/>
                  </a:cubicBezTo>
                  <a:cubicBezTo>
                    <a:pt x="1373" y="112"/>
                    <a:pt x="1373" y="112"/>
                    <a:pt x="1374" y="112"/>
                  </a:cubicBezTo>
                  <a:cubicBezTo>
                    <a:pt x="1383" y="111"/>
                    <a:pt x="1383" y="108"/>
                    <a:pt x="1383" y="84"/>
                  </a:cubicBezTo>
                  <a:cubicBezTo>
                    <a:pt x="1383" y="59"/>
                    <a:pt x="1383" y="59"/>
                    <a:pt x="1383" y="59"/>
                  </a:cubicBezTo>
                  <a:cubicBezTo>
                    <a:pt x="1383" y="45"/>
                    <a:pt x="1383" y="44"/>
                    <a:pt x="1374" y="43"/>
                  </a:cubicBezTo>
                  <a:cubicBezTo>
                    <a:pt x="1373" y="43"/>
                    <a:pt x="1373" y="43"/>
                    <a:pt x="1373" y="42"/>
                  </a:cubicBezTo>
                  <a:cubicBezTo>
                    <a:pt x="1373" y="38"/>
                    <a:pt x="1373" y="38"/>
                    <a:pt x="1373" y="38"/>
                  </a:cubicBezTo>
                  <a:cubicBezTo>
                    <a:pt x="1377" y="38"/>
                    <a:pt x="1384" y="38"/>
                    <a:pt x="1386" y="38"/>
                  </a:cubicBezTo>
                  <a:cubicBezTo>
                    <a:pt x="1391" y="38"/>
                    <a:pt x="1396" y="38"/>
                    <a:pt x="1399" y="38"/>
                  </a:cubicBezTo>
                  <a:cubicBezTo>
                    <a:pt x="1439" y="96"/>
                    <a:pt x="1439" y="96"/>
                    <a:pt x="1439" y="96"/>
                  </a:cubicBezTo>
                  <a:cubicBezTo>
                    <a:pt x="1439" y="71"/>
                    <a:pt x="1439" y="71"/>
                    <a:pt x="1439" y="71"/>
                  </a:cubicBezTo>
                  <a:cubicBezTo>
                    <a:pt x="1439" y="47"/>
                    <a:pt x="1439" y="44"/>
                    <a:pt x="1425" y="43"/>
                  </a:cubicBezTo>
                  <a:cubicBezTo>
                    <a:pt x="1424" y="43"/>
                    <a:pt x="1424" y="43"/>
                    <a:pt x="1424" y="42"/>
                  </a:cubicBezTo>
                  <a:cubicBezTo>
                    <a:pt x="1424" y="38"/>
                    <a:pt x="1424" y="38"/>
                    <a:pt x="1424" y="38"/>
                  </a:cubicBezTo>
                  <a:cubicBezTo>
                    <a:pt x="1430" y="38"/>
                    <a:pt x="1438" y="38"/>
                    <a:pt x="1443" y="38"/>
                  </a:cubicBezTo>
                  <a:cubicBezTo>
                    <a:pt x="1449" y="38"/>
                    <a:pt x="1453" y="38"/>
                    <a:pt x="1458" y="38"/>
                  </a:cubicBezTo>
                  <a:cubicBezTo>
                    <a:pt x="1458" y="42"/>
                    <a:pt x="1458" y="42"/>
                    <a:pt x="1458" y="42"/>
                  </a:cubicBezTo>
                  <a:cubicBezTo>
                    <a:pt x="1458" y="43"/>
                    <a:pt x="1458" y="43"/>
                    <a:pt x="1458" y="43"/>
                  </a:cubicBezTo>
                  <a:cubicBezTo>
                    <a:pt x="1448" y="44"/>
                    <a:pt x="1447" y="47"/>
                    <a:pt x="1447" y="71"/>
                  </a:cubicBezTo>
                  <a:cubicBezTo>
                    <a:pt x="1447" y="119"/>
                    <a:pt x="1447" y="119"/>
                    <a:pt x="1447" y="119"/>
                  </a:cubicBezTo>
                  <a:lnTo>
                    <a:pt x="1438" y="119"/>
                  </a:lnTo>
                  <a:close/>
                  <a:moveTo>
                    <a:pt x="1537" y="86"/>
                  </a:moveTo>
                  <a:cubicBezTo>
                    <a:pt x="1537" y="87"/>
                    <a:pt x="1537" y="87"/>
                    <a:pt x="1536" y="87"/>
                  </a:cubicBezTo>
                  <a:cubicBezTo>
                    <a:pt x="1529" y="89"/>
                    <a:pt x="1529" y="89"/>
                    <a:pt x="1529" y="99"/>
                  </a:cubicBezTo>
                  <a:cubicBezTo>
                    <a:pt x="1529" y="102"/>
                    <a:pt x="1529" y="102"/>
                    <a:pt x="1529" y="102"/>
                  </a:cubicBezTo>
                  <a:cubicBezTo>
                    <a:pt x="1529" y="104"/>
                    <a:pt x="1529" y="108"/>
                    <a:pt x="1529" y="109"/>
                  </a:cubicBezTo>
                  <a:cubicBezTo>
                    <a:pt x="1529" y="110"/>
                    <a:pt x="1529" y="110"/>
                    <a:pt x="1528" y="110"/>
                  </a:cubicBezTo>
                  <a:cubicBezTo>
                    <a:pt x="1521" y="110"/>
                    <a:pt x="1517" y="119"/>
                    <a:pt x="1499" y="119"/>
                  </a:cubicBezTo>
                  <a:cubicBezTo>
                    <a:pt x="1478" y="119"/>
                    <a:pt x="1462" y="105"/>
                    <a:pt x="1462" y="77"/>
                  </a:cubicBezTo>
                  <a:cubicBezTo>
                    <a:pt x="1462" y="55"/>
                    <a:pt x="1474" y="36"/>
                    <a:pt x="1499" y="36"/>
                  </a:cubicBezTo>
                  <a:cubicBezTo>
                    <a:pt x="1507" y="36"/>
                    <a:pt x="1513" y="38"/>
                    <a:pt x="1517" y="40"/>
                  </a:cubicBezTo>
                  <a:cubicBezTo>
                    <a:pt x="1520" y="38"/>
                    <a:pt x="1520" y="38"/>
                    <a:pt x="1520" y="38"/>
                  </a:cubicBezTo>
                  <a:cubicBezTo>
                    <a:pt x="1520" y="37"/>
                    <a:pt x="1520" y="37"/>
                    <a:pt x="1521" y="37"/>
                  </a:cubicBezTo>
                  <a:cubicBezTo>
                    <a:pt x="1524" y="37"/>
                    <a:pt x="1524" y="37"/>
                    <a:pt x="1524" y="37"/>
                  </a:cubicBezTo>
                  <a:cubicBezTo>
                    <a:pt x="1524" y="42"/>
                    <a:pt x="1524" y="55"/>
                    <a:pt x="1524" y="61"/>
                  </a:cubicBezTo>
                  <a:cubicBezTo>
                    <a:pt x="1520" y="61"/>
                    <a:pt x="1520" y="61"/>
                    <a:pt x="1520" y="61"/>
                  </a:cubicBezTo>
                  <a:cubicBezTo>
                    <a:pt x="1520" y="61"/>
                    <a:pt x="1519" y="61"/>
                    <a:pt x="1519" y="60"/>
                  </a:cubicBezTo>
                  <a:cubicBezTo>
                    <a:pt x="1516" y="48"/>
                    <a:pt x="1511" y="43"/>
                    <a:pt x="1500" y="43"/>
                  </a:cubicBezTo>
                  <a:cubicBezTo>
                    <a:pt x="1481" y="43"/>
                    <a:pt x="1477" y="61"/>
                    <a:pt x="1477" y="77"/>
                  </a:cubicBezTo>
                  <a:cubicBezTo>
                    <a:pt x="1477" y="94"/>
                    <a:pt x="1482" y="113"/>
                    <a:pt x="1501" y="113"/>
                  </a:cubicBezTo>
                  <a:cubicBezTo>
                    <a:pt x="1510" y="113"/>
                    <a:pt x="1515" y="108"/>
                    <a:pt x="1515" y="100"/>
                  </a:cubicBezTo>
                  <a:cubicBezTo>
                    <a:pt x="1515" y="98"/>
                    <a:pt x="1515" y="98"/>
                    <a:pt x="1515" y="98"/>
                  </a:cubicBezTo>
                  <a:cubicBezTo>
                    <a:pt x="1515" y="89"/>
                    <a:pt x="1515" y="89"/>
                    <a:pt x="1503" y="87"/>
                  </a:cubicBezTo>
                  <a:cubicBezTo>
                    <a:pt x="1502" y="87"/>
                    <a:pt x="1502" y="87"/>
                    <a:pt x="1502" y="86"/>
                  </a:cubicBezTo>
                  <a:cubicBezTo>
                    <a:pt x="1502" y="82"/>
                    <a:pt x="1502" y="82"/>
                    <a:pt x="1502" y="82"/>
                  </a:cubicBezTo>
                  <a:cubicBezTo>
                    <a:pt x="1508" y="83"/>
                    <a:pt x="1516" y="83"/>
                    <a:pt x="1521" y="83"/>
                  </a:cubicBezTo>
                  <a:cubicBezTo>
                    <a:pt x="1527" y="83"/>
                    <a:pt x="1531" y="83"/>
                    <a:pt x="1537" y="82"/>
                  </a:cubicBezTo>
                  <a:lnTo>
                    <a:pt x="1537" y="86"/>
                  </a:lnTo>
                  <a:close/>
                  <a:moveTo>
                    <a:pt x="1670" y="71"/>
                  </a:moveTo>
                  <a:cubicBezTo>
                    <a:pt x="1670" y="72"/>
                    <a:pt x="1670" y="73"/>
                    <a:pt x="1669" y="73"/>
                  </a:cubicBezTo>
                  <a:cubicBezTo>
                    <a:pt x="1658" y="75"/>
                    <a:pt x="1658" y="75"/>
                    <a:pt x="1658" y="90"/>
                  </a:cubicBezTo>
                  <a:cubicBezTo>
                    <a:pt x="1658" y="94"/>
                    <a:pt x="1658" y="94"/>
                    <a:pt x="1658" y="94"/>
                  </a:cubicBezTo>
                  <a:cubicBezTo>
                    <a:pt x="1658" y="97"/>
                    <a:pt x="1659" y="102"/>
                    <a:pt x="1659" y="104"/>
                  </a:cubicBezTo>
                  <a:cubicBezTo>
                    <a:pt x="1659" y="105"/>
                    <a:pt x="1658" y="105"/>
                    <a:pt x="1658" y="105"/>
                  </a:cubicBezTo>
                  <a:cubicBezTo>
                    <a:pt x="1647" y="105"/>
                    <a:pt x="1643" y="119"/>
                    <a:pt x="1619" y="119"/>
                  </a:cubicBezTo>
                  <a:cubicBezTo>
                    <a:pt x="1589" y="119"/>
                    <a:pt x="1566" y="99"/>
                    <a:pt x="1566" y="59"/>
                  </a:cubicBezTo>
                  <a:cubicBezTo>
                    <a:pt x="1566" y="26"/>
                    <a:pt x="1583" y="0"/>
                    <a:pt x="1618" y="0"/>
                  </a:cubicBezTo>
                  <a:cubicBezTo>
                    <a:pt x="1629" y="0"/>
                    <a:pt x="1639" y="2"/>
                    <a:pt x="1645" y="6"/>
                  </a:cubicBezTo>
                  <a:cubicBezTo>
                    <a:pt x="1645" y="6"/>
                    <a:pt x="1645" y="6"/>
                    <a:pt x="1645" y="6"/>
                  </a:cubicBezTo>
                  <a:cubicBezTo>
                    <a:pt x="1648" y="2"/>
                    <a:pt x="1648" y="2"/>
                    <a:pt x="1648" y="2"/>
                  </a:cubicBezTo>
                  <a:cubicBezTo>
                    <a:pt x="1648" y="1"/>
                    <a:pt x="1649" y="1"/>
                    <a:pt x="1650" y="1"/>
                  </a:cubicBezTo>
                  <a:cubicBezTo>
                    <a:pt x="1652" y="1"/>
                    <a:pt x="1652" y="1"/>
                    <a:pt x="1652" y="1"/>
                  </a:cubicBezTo>
                  <a:cubicBezTo>
                    <a:pt x="1652" y="9"/>
                    <a:pt x="1653" y="26"/>
                    <a:pt x="1653" y="33"/>
                  </a:cubicBezTo>
                  <a:cubicBezTo>
                    <a:pt x="1648" y="33"/>
                    <a:pt x="1648" y="33"/>
                    <a:pt x="1648" y="33"/>
                  </a:cubicBezTo>
                  <a:cubicBezTo>
                    <a:pt x="1648" y="33"/>
                    <a:pt x="1647" y="33"/>
                    <a:pt x="1647" y="32"/>
                  </a:cubicBezTo>
                  <a:cubicBezTo>
                    <a:pt x="1643" y="16"/>
                    <a:pt x="1634" y="7"/>
                    <a:pt x="1618" y="7"/>
                  </a:cubicBezTo>
                  <a:cubicBezTo>
                    <a:pt x="1590" y="7"/>
                    <a:pt x="1585" y="34"/>
                    <a:pt x="1585" y="59"/>
                  </a:cubicBezTo>
                  <a:cubicBezTo>
                    <a:pt x="1585" y="85"/>
                    <a:pt x="1592" y="112"/>
                    <a:pt x="1620" y="112"/>
                  </a:cubicBezTo>
                  <a:cubicBezTo>
                    <a:pt x="1634" y="112"/>
                    <a:pt x="1643" y="105"/>
                    <a:pt x="1643" y="94"/>
                  </a:cubicBezTo>
                  <a:cubicBezTo>
                    <a:pt x="1643" y="89"/>
                    <a:pt x="1643" y="89"/>
                    <a:pt x="1643" y="89"/>
                  </a:cubicBezTo>
                  <a:cubicBezTo>
                    <a:pt x="1643" y="75"/>
                    <a:pt x="1643" y="75"/>
                    <a:pt x="1627" y="73"/>
                  </a:cubicBezTo>
                  <a:cubicBezTo>
                    <a:pt x="1626" y="73"/>
                    <a:pt x="1625" y="72"/>
                    <a:pt x="1625" y="71"/>
                  </a:cubicBezTo>
                  <a:cubicBezTo>
                    <a:pt x="1625" y="66"/>
                    <a:pt x="1625" y="66"/>
                    <a:pt x="1625" y="66"/>
                  </a:cubicBezTo>
                  <a:cubicBezTo>
                    <a:pt x="1633" y="66"/>
                    <a:pt x="1640" y="67"/>
                    <a:pt x="1649" y="67"/>
                  </a:cubicBezTo>
                  <a:cubicBezTo>
                    <a:pt x="1657" y="67"/>
                    <a:pt x="1662" y="66"/>
                    <a:pt x="1670" y="66"/>
                  </a:cubicBezTo>
                  <a:lnTo>
                    <a:pt x="1670" y="71"/>
                  </a:lnTo>
                  <a:close/>
                  <a:moveTo>
                    <a:pt x="1716" y="76"/>
                  </a:moveTo>
                  <a:cubicBezTo>
                    <a:pt x="1716" y="76"/>
                    <a:pt x="1716" y="76"/>
                    <a:pt x="1716" y="76"/>
                  </a:cubicBezTo>
                  <a:cubicBezTo>
                    <a:pt x="1740" y="80"/>
                    <a:pt x="1733" y="110"/>
                    <a:pt x="1742" y="110"/>
                  </a:cubicBezTo>
                  <a:cubicBezTo>
                    <a:pt x="1745" y="110"/>
                    <a:pt x="1746" y="109"/>
                    <a:pt x="1748" y="107"/>
                  </a:cubicBezTo>
                  <a:cubicBezTo>
                    <a:pt x="1750" y="110"/>
                    <a:pt x="1750" y="110"/>
                    <a:pt x="1750" y="110"/>
                  </a:cubicBezTo>
                  <a:cubicBezTo>
                    <a:pt x="1750" y="110"/>
                    <a:pt x="1751" y="110"/>
                    <a:pt x="1751" y="111"/>
                  </a:cubicBezTo>
                  <a:cubicBezTo>
                    <a:pt x="1751" y="111"/>
                    <a:pt x="1750" y="111"/>
                    <a:pt x="1750" y="111"/>
                  </a:cubicBezTo>
                  <a:cubicBezTo>
                    <a:pt x="1747" y="116"/>
                    <a:pt x="1742" y="118"/>
                    <a:pt x="1737" y="118"/>
                  </a:cubicBezTo>
                  <a:cubicBezTo>
                    <a:pt x="1725" y="118"/>
                    <a:pt x="1723" y="108"/>
                    <a:pt x="1720" y="96"/>
                  </a:cubicBezTo>
                  <a:cubicBezTo>
                    <a:pt x="1718" y="85"/>
                    <a:pt x="1715" y="79"/>
                    <a:pt x="1705" y="79"/>
                  </a:cubicBezTo>
                  <a:cubicBezTo>
                    <a:pt x="1697" y="79"/>
                    <a:pt x="1697" y="79"/>
                    <a:pt x="1697" y="79"/>
                  </a:cubicBezTo>
                  <a:cubicBezTo>
                    <a:pt x="1697" y="96"/>
                    <a:pt x="1697" y="96"/>
                    <a:pt x="1697" y="96"/>
                  </a:cubicBezTo>
                  <a:cubicBezTo>
                    <a:pt x="1697" y="110"/>
                    <a:pt x="1697" y="111"/>
                    <a:pt x="1707" y="112"/>
                  </a:cubicBezTo>
                  <a:cubicBezTo>
                    <a:pt x="1708" y="112"/>
                    <a:pt x="1708" y="112"/>
                    <a:pt x="1708" y="113"/>
                  </a:cubicBezTo>
                  <a:cubicBezTo>
                    <a:pt x="1708" y="117"/>
                    <a:pt x="1708" y="117"/>
                    <a:pt x="1708" y="117"/>
                  </a:cubicBezTo>
                  <a:cubicBezTo>
                    <a:pt x="1702" y="117"/>
                    <a:pt x="1695" y="117"/>
                    <a:pt x="1690" y="117"/>
                  </a:cubicBezTo>
                  <a:cubicBezTo>
                    <a:pt x="1684" y="117"/>
                    <a:pt x="1678" y="117"/>
                    <a:pt x="1672" y="117"/>
                  </a:cubicBezTo>
                  <a:cubicBezTo>
                    <a:pt x="1672" y="113"/>
                    <a:pt x="1672" y="113"/>
                    <a:pt x="1672" y="113"/>
                  </a:cubicBezTo>
                  <a:cubicBezTo>
                    <a:pt x="1672" y="112"/>
                    <a:pt x="1672" y="112"/>
                    <a:pt x="1673" y="112"/>
                  </a:cubicBezTo>
                  <a:cubicBezTo>
                    <a:pt x="1683" y="111"/>
                    <a:pt x="1683" y="110"/>
                    <a:pt x="1683" y="96"/>
                  </a:cubicBezTo>
                  <a:cubicBezTo>
                    <a:pt x="1683" y="59"/>
                    <a:pt x="1683" y="59"/>
                    <a:pt x="1683" y="59"/>
                  </a:cubicBezTo>
                  <a:cubicBezTo>
                    <a:pt x="1683" y="45"/>
                    <a:pt x="1683" y="44"/>
                    <a:pt x="1673" y="43"/>
                  </a:cubicBezTo>
                  <a:cubicBezTo>
                    <a:pt x="1672" y="43"/>
                    <a:pt x="1672" y="43"/>
                    <a:pt x="1672" y="42"/>
                  </a:cubicBezTo>
                  <a:cubicBezTo>
                    <a:pt x="1672" y="38"/>
                    <a:pt x="1672" y="38"/>
                    <a:pt x="1672" y="38"/>
                  </a:cubicBezTo>
                  <a:cubicBezTo>
                    <a:pt x="1678" y="38"/>
                    <a:pt x="1684" y="38"/>
                    <a:pt x="1690" y="38"/>
                  </a:cubicBezTo>
                  <a:cubicBezTo>
                    <a:pt x="1695" y="38"/>
                    <a:pt x="1704" y="38"/>
                    <a:pt x="1708" y="38"/>
                  </a:cubicBezTo>
                  <a:cubicBezTo>
                    <a:pt x="1724" y="38"/>
                    <a:pt x="1738" y="43"/>
                    <a:pt x="1738" y="56"/>
                  </a:cubicBezTo>
                  <a:cubicBezTo>
                    <a:pt x="1738" y="65"/>
                    <a:pt x="1733" y="73"/>
                    <a:pt x="1716" y="76"/>
                  </a:cubicBezTo>
                  <a:close/>
                  <a:moveTo>
                    <a:pt x="1708" y="44"/>
                  </a:moveTo>
                  <a:cubicBezTo>
                    <a:pt x="1704" y="44"/>
                    <a:pt x="1697" y="44"/>
                    <a:pt x="1697" y="46"/>
                  </a:cubicBezTo>
                  <a:cubicBezTo>
                    <a:pt x="1697" y="73"/>
                    <a:pt x="1697" y="73"/>
                    <a:pt x="1697" y="73"/>
                  </a:cubicBezTo>
                  <a:cubicBezTo>
                    <a:pt x="1704" y="73"/>
                    <a:pt x="1704" y="73"/>
                    <a:pt x="1704" y="73"/>
                  </a:cubicBezTo>
                  <a:cubicBezTo>
                    <a:pt x="1716" y="73"/>
                    <a:pt x="1723" y="69"/>
                    <a:pt x="1723" y="58"/>
                  </a:cubicBezTo>
                  <a:cubicBezTo>
                    <a:pt x="1723" y="48"/>
                    <a:pt x="1716" y="44"/>
                    <a:pt x="1708" y="44"/>
                  </a:cubicBezTo>
                  <a:close/>
                  <a:moveTo>
                    <a:pt x="1789" y="119"/>
                  </a:moveTo>
                  <a:cubicBezTo>
                    <a:pt x="1767" y="119"/>
                    <a:pt x="1750" y="103"/>
                    <a:pt x="1750" y="79"/>
                  </a:cubicBezTo>
                  <a:cubicBezTo>
                    <a:pt x="1750" y="50"/>
                    <a:pt x="1768" y="36"/>
                    <a:pt x="1788" y="36"/>
                  </a:cubicBezTo>
                  <a:cubicBezTo>
                    <a:pt x="1810" y="36"/>
                    <a:pt x="1827" y="52"/>
                    <a:pt x="1827" y="76"/>
                  </a:cubicBezTo>
                  <a:cubicBezTo>
                    <a:pt x="1827" y="105"/>
                    <a:pt x="1809" y="119"/>
                    <a:pt x="1789" y="119"/>
                  </a:cubicBezTo>
                  <a:close/>
                  <a:moveTo>
                    <a:pt x="1787" y="43"/>
                  </a:moveTo>
                  <a:cubicBezTo>
                    <a:pt x="1773" y="43"/>
                    <a:pt x="1766" y="54"/>
                    <a:pt x="1766" y="78"/>
                  </a:cubicBezTo>
                  <a:cubicBezTo>
                    <a:pt x="1766" y="103"/>
                    <a:pt x="1775" y="112"/>
                    <a:pt x="1789" y="112"/>
                  </a:cubicBezTo>
                  <a:cubicBezTo>
                    <a:pt x="1804" y="112"/>
                    <a:pt x="1811" y="101"/>
                    <a:pt x="1811" y="77"/>
                  </a:cubicBezTo>
                  <a:cubicBezTo>
                    <a:pt x="1811" y="52"/>
                    <a:pt x="1802" y="43"/>
                    <a:pt x="1787" y="43"/>
                  </a:cubicBezTo>
                  <a:close/>
                  <a:moveTo>
                    <a:pt x="1874" y="119"/>
                  </a:moveTo>
                  <a:cubicBezTo>
                    <a:pt x="1851" y="119"/>
                    <a:pt x="1841" y="110"/>
                    <a:pt x="1841" y="89"/>
                  </a:cubicBezTo>
                  <a:cubicBezTo>
                    <a:pt x="1841" y="59"/>
                    <a:pt x="1841" y="59"/>
                    <a:pt x="1841" y="59"/>
                  </a:cubicBezTo>
                  <a:cubicBezTo>
                    <a:pt x="1841" y="45"/>
                    <a:pt x="1841" y="44"/>
                    <a:pt x="1831" y="43"/>
                  </a:cubicBezTo>
                  <a:cubicBezTo>
                    <a:pt x="1830" y="43"/>
                    <a:pt x="1830" y="43"/>
                    <a:pt x="1830" y="42"/>
                  </a:cubicBezTo>
                  <a:cubicBezTo>
                    <a:pt x="1830" y="38"/>
                    <a:pt x="1830" y="38"/>
                    <a:pt x="1830" y="38"/>
                  </a:cubicBezTo>
                  <a:cubicBezTo>
                    <a:pt x="1835" y="38"/>
                    <a:pt x="1842" y="38"/>
                    <a:pt x="1848" y="38"/>
                  </a:cubicBezTo>
                  <a:cubicBezTo>
                    <a:pt x="1853" y="38"/>
                    <a:pt x="1860" y="38"/>
                    <a:pt x="1866" y="38"/>
                  </a:cubicBezTo>
                  <a:cubicBezTo>
                    <a:pt x="1866" y="42"/>
                    <a:pt x="1866" y="42"/>
                    <a:pt x="1866" y="42"/>
                  </a:cubicBezTo>
                  <a:cubicBezTo>
                    <a:pt x="1866" y="43"/>
                    <a:pt x="1865" y="43"/>
                    <a:pt x="1865" y="43"/>
                  </a:cubicBezTo>
                  <a:cubicBezTo>
                    <a:pt x="1855" y="44"/>
                    <a:pt x="1855" y="45"/>
                    <a:pt x="1855" y="59"/>
                  </a:cubicBezTo>
                  <a:cubicBezTo>
                    <a:pt x="1855" y="91"/>
                    <a:pt x="1855" y="91"/>
                    <a:pt x="1855" y="91"/>
                  </a:cubicBezTo>
                  <a:cubicBezTo>
                    <a:pt x="1855" y="103"/>
                    <a:pt x="1861" y="110"/>
                    <a:pt x="1875" y="110"/>
                  </a:cubicBezTo>
                  <a:cubicBezTo>
                    <a:pt x="1889" y="110"/>
                    <a:pt x="1895" y="103"/>
                    <a:pt x="1895" y="90"/>
                  </a:cubicBezTo>
                  <a:cubicBezTo>
                    <a:pt x="1895" y="71"/>
                    <a:pt x="1895" y="71"/>
                    <a:pt x="1895" y="71"/>
                  </a:cubicBezTo>
                  <a:cubicBezTo>
                    <a:pt x="1895" y="46"/>
                    <a:pt x="1895" y="45"/>
                    <a:pt x="1881" y="43"/>
                  </a:cubicBezTo>
                  <a:cubicBezTo>
                    <a:pt x="1881" y="43"/>
                    <a:pt x="1881" y="43"/>
                    <a:pt x="1881" y="42"/>
                  </a:cubicBezTo>
                  <a:cubicBezTo>
                    <a:pt x="1881" y="38"/>
                    <a:pt x="1881" y="38"/>
                    <a:pt x="1881" y="38"/>
                  </a:cubicBezTo>
                  <a:cubicBezTo>
                    <a:pt x="1886" y="38"/>
                    <a:pt x="1893" y="38"/>
                    <a:pt x="1899" y="38"/>
                  </a:cubicBezTo>
                  <a:cubicBezTo>
                    <a:pt x="1905" y="38"/>
                    <a:pt x="1907" y="38"/>
                    <a:pt x="1913" y="38"/>
                  </a:cubicBezTo>
                  <a:cubicBezTo>
                    <a:pt x="1913" y="42"/>
                    <a:pt x="1913" y="42"/>
                    <a:pt x="1913" y="42"/>
                  </a:cubicBezTo>
                  <a:cubicBezTo>
                    <a:pt x="1913" y="43"/>
                    <a:pt x="1913" y="43"/>
                    <a:pt x="1912" y="43"/>
                  </a:cubicBezTo>
                  <a:cubicBezTo>
                    <a:pt x="1903" y="44"/>
                    <a:pt x="1903" y="46"/>
                    <a:pt x="1903" y="71"/>
                  </a:cubicBezTo>
                  <a:cubicBezTo>
                    <a:pt x="1903" y="88"/>
                    <a:pt x="1903" y="88"/>
                    <a:pt x="1903" y="88"/>
                  </a:cubicBezTo>
                  <a:cubicBezTo>
                    <a:pt x="1903" y="109"/>
                    <a:pt x="1893" y="119"/>
                    <a:pt x="1874" y="119"/>
                  </a:cubicBezTo>
                  <a:close/>
                  <a:moveTo>
                    <a:pt x="1949" y="84"/>
                  </a:moveTo>
                  <a:cubicBezTo>
                    <a:pt x="1943" y="84"/>
                    <a:pt x="1943" y="84"/>
                    <a:pt x="1943" y="84"/>
                  </a:cubicBezTo>
                  <a:cubicBezTo>
                    <a:pt x="1943" y="96"/>
                    <a:pt x="1943" y="96"/>
                    <a:pt x="1943" y="96"/>
                  </a:cubicBezTo>
                  <a:cubicBezTo>
                    <a:pt x="1943" y="110"/>
                    <a:pt x="1943" y="111"/>
                    <a:pt x="1955" y="112"/>
                  </a:cubicBezTo>
                  <a:cubicBezTo>
                    <a:pt x="1956" y="112"/>
                    <a:pt x="1956" y="112"/>
                    <a:pt x="1956" y="113"/>
                  </a:cubicBezTo>
                  <a:cubicBezTo>
                    <a:pt x="1956" y="117"/>
                    <a:pt x="1956" y="117"/>
                    <a:pt x="1956" y="117"/>
                  </a:cubicBezTo>
                  <a:cubicBezTo>
                    <a:pt x="1951" y="117"/>
                    <a:pt x="1941" y="117"/>
                    <a:pt x="1936" y="117"/>
                  </a:cubicBezTo>
                  <a:cubicBezTo>
                    <a:pt x="1930" y="117"/>
                    <a:pt x="1923" y="117"/>
                    <a:pt x="1918" y="117"/>
                  </a:cubicBezTo>
                  <a:cubicBezTo>
                    <a:pt x="1918" y="113"/>
                    <a:pt x="1918" y="113"/>
                    <a:pt x="1918" y="113"/>
                  </a:cubicBezTo>
                  <a:cubicBezTo>
                    <a:pt x="1918" y="112"/>
                    <a:pt x="1918" y="112"/>
                    <a:pt x="1919" y="112"/>
                  </a:cubicBezTo>
                  <a:cubicBezTo>
                    <a:pt x="1929" y="111"/>
                    <a:pt x="1929" y="110"/>
                    <a:pt x="1929" y="96"/>
                  </a:cubicBezTo>
                  <a:cubicBezTo>
                    <a:pt x="1929" y="59"/>
                    <a:pt x="1929" y="59"/>
                    <a:pt x="1929" y="59"/>
                  </a:cubicBezTo>
                  <a:cubicBezTo>
                    <a:pt x="1929" y="45"/>
                    <a:pt x="1929" y="44"/>
                    <a:pt x="1919" y="43"/>
                  </a:cubicBezTo>
                  <a:cubicBezTo>
                    <a:pt x="1918" y="43"/>
                    <a:pt x="1918" y="43"/>
                    <a:pt x="1918" y="42"/>
                  </a:cubicBezTo>
                  <a:cubicBezTo>
                    <a:pt x="1918" y="38"/>
                    <a:pt x="1918" y="38"/>
                    <a:pt x="1918" y="38"/>
                  </a:cubicBezTo>
                  <a:cubicBezTo>
                    <a:pt x="1923" y="38"/>
                    <a:pt x="1930" y="38"/>
                    <a:pt x="1936" y="38"/>
                  </a:cubicBezTo>
                  <a:cubicBezTo>
                    <a:pt x="1942" y="38"/>
                    <a:pt x="1947" y="38"/>
                    <a:pt x="1952" y="38"/>
                  </a:cubicBezTo>
                  <a:cubicBezTo>
                    <a:pt x="1965" y="38"/>
                    <a:pt x="1984" y="42"/>
                    <a:pt x="1984" y="59"/>
                  </a:cubicBezTo>
                  <a:cubicBezTo>
                    <a:pt x="1984" y="70"/>
                    <a:pt x="1978" y="84"/>
                    <a:pt x="1949" y="84"/>
                  </a:cubicBezTo>
                  <a:close/>
                  <a:moveTo>
                    <a:pt x="1952" y="44"/>
                  </a:moveTo>
                  <a:cubicBezTo>
                    <a:pt x="1949" y="44"/>
                    <a:pt x="1943" y="44"/>
                    <a:pt x="1943" y="46"/>
                  </a:cubicBezTo>
                  <a:cubicBezTo>
                    <a:pt x="1943" y="78"/>
                    <a:pt x="1943" y="78"/>
                    <a:pt x="1943" y="78"/>
                  </a:cubicBezTo>
                  <a:cubicBezTo>
                    <a:pt x="1949" y="78"/>
                    <a:pt x="1949" y="78"/>
                    <a:pt x="1949" y="78"/>
                  </a:cubicBezTo>
                  <a:cubicBezTo>
                    <a:pt x="1962" y="78"/>
                    <a:pt x="1969" y="73"/>
                    <a:pt x="1969" y="60"/>
                  </a:cubicBezTo>
                  <a:cubicBezTo>
                    <a:pt x="1969" y="49"/>
                    <a:pt x="1962" y="44"/>
                    <a:pt x="1952"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6E6F73"/>
                </a:solidFill>
                <a:sym typeface="Trebuchet MS" panose="020B0603020202020204" pitchFamily="34" charset="0"/>
              </a:endParaRPr>
            </a:p>
          </p:txBody>
        </p:sp>
      </p:gr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prstClr val="white"/>
                </a:solidFill>
                <a:sym typeface="Trebuchet MS" panose="020B0603020202020204" pitchFamily="34" charset="0"/>
              </a:rPr>
              <a:t>bcg.com</a:t>
            </a:r>
          </a:p>
        </p:txBody>
      </p:sp>
    </p:spTree>
    <p:extLst>
      <p:ext uri="{BB962C8B-B14F-4D97-AF65-F5344CB8AC3E}">
        <p14:creationId xmlns:p14="http://schemas.microsoft.com/office/powerpoint/2010/main" val="11113763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575757"/>
                </a:solidFill>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a:defRPr/>
              </a:pPr>
              <a:endParaRPr lang="en-US">
                <a:solidFill>
                  <a:srgbClr val="575757"/>
                </a:solidFill>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a:lnSpc>
                  <a:spcPct val="90000"/>
                </a:lnSpc>
                <a:defRPr/>
              </a:pPr>
              <a:r>
                <a:rPr lang="en-US" sz="1000" dirty="0">
                  <a:solidFill>
                    <a:prstClr val="white">
                      <a:lumMod val="50000"/>
                    </a:prstClr>
                  </a:solidFill>
                  <a:sym typeface="Trebuchet MS" panose="020B0603020202020204" pitchFamily="34" charset="0"/>
                </a:rPr>
                <a:t>1. </a:t>
              </a:r>
              <a:r>
                <a:rPr lang="en-US" sz="1000" dirty="0" err="1">
                  <a:solidFill>
                    <a:prstClr val="white">
                      <a:lumMod val="50000"/>
                    </a:prstClr>
                  </a:solidFill>
                  <a:sym typeface="Trebuchet MS" panose="020B0603020202020204" pitchFamily="34" charset="0"/>
                </a:rPr>
                <a:t>xxxx</a:t>
              </a:r>
              <a:r>
                <a:rPr lang="en-US" sz="1000" dirty="0">
                  <a:solidFill>
                    <a:prstClr val="white">
                      <a:lumMod val="50000"/>
                    </a:prstClr>
                  </a:solidFill>
                  <a:sym typeface="Trebuchet MS" panose="020B0603020202020204" pitchFamily="34" charset="0"/>
                </a:rPr>
                <a:t>  2. </a:t>
              </a:r>
              <a:r>
                <a:rPr lang="en-US" sz="1000" dirty="0" err="1">
                  <a:solidFill>
                    <a:prstClr val="white">
                      <a:lumMod val="50000"/>
                    </a:prstClr>
                  </a:solidFill>
                  <a:sym typeface="Trebuchet MS" panose="020B0603020202020204" pitchFamily="34" charset="0"/>
                </a:rPr>
                <a:t>xxxx</a:t>
              </a:r>
              <a:r>
                <a:rPr lang="en-US" sz="1000" dirty="0">
                  <a:solidFill>
                    <a:prstClr val="white">
                      <a:lumMod val="50000"/>
                    </a:prstClr>
                  </a:solidFill>
                  <a:sym typeface="Trebuchet MS" panose="020B0603020202020204" pitchFamily="34" charset="0"/>
                </a:rPr>
                <a:t>  3. List footnotes in numerical order. Footnote numbers are not bracketed. Use 10pt font</a:t>
              </a:r>
            </a:p>
            <a:p>
              <a:pPr>
                <a:lnSpc>
                  <a:spcPct val="90000"/>
                </a:lnSpc>
                <a:defRPr/>
              </a:pPr>
              <a:r>
                <a:rPr lang="en-US" sz="1000" dirty="0">
                  <a:solidFill>
                    <a:prstClr val="white">
                      <a:lumMod val="50000"/>
                    </a:prstClr>
                  </a:solidFill>
                  <a:sym typeface="Trebuchet MS" panose="020B0603020202020204" pitchFamily="34" charset="0"/>
                </a:rPr>
                <a:t>Note: Do not put a period at the end of the note or the source</a:t>
              </a:r>
            </a:p>
            <a:p>
              <a:pPr>
                <a:lnSpc>
                  <a:spcPct val="90000"/>
                </a:lnSpc>
                <a:defRPr/>
              </a:pPr>
              <a:r>
                <a:rPr lang="en-US" sz="1000" dirty="0">
                  <a:solidFill>
                    <a:prstClr val="white">
                      <a:lumMod val="50000"/>
                    </a:prstClr>
                  </a:solidFill>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3765946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sym typeface="Trebuchet MS" panose="020B0603020202020204" pitchFamily="34" charset="0"/>
            </a:endParaRPr>
          </a:p>
        </p:txBody>
      </p:sp>
      <p:pic>
        <p:nvPicPr>
          <p:cNvPr id="18" name="Picture 17"/>
          <p:cNvPicPr>
            <a:picLocks noChangeAspect="1"/>
          </p:cNvPicPr>
          <p:nvPr userDrawn="1"/>
        </p:nvPicPr>
        <p:blipFill rotWithShape="1">
          <a:blip r:embed="rId3">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1"/>
            </p:custDataLst>
          </p:nvPr>
        </p:nvPicPr>
        <p:blipFill rotWithShape="1">
          <a:blip r:embed="rId4">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a:solidFill>
                <a:prstClr val="white"/>
              </a:solidFill>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957600"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grpSp>
        <p:nvGrpSpPr>
          <p:cNvPr id="23" name="Group 22"/>
          <p:cNvGrpSpPr/>
          <p:nvPr userDrawn="1"/>
        </p:nvGrpSpPr>
        <p:grpSpPr>
          <a:xfrm>
            <a:off x="957600" y="946936"/>
            <a:ext cx="2887436" cy="894745"/>
            <a:chOff x="848180" y="896938"/>
            <a:chExt cx="2178050" cy="674924"/>
          </a:xfrm>
          <a:solidFill>
            <a:schemeClr val="bg1"/>
          </a:solidFill>
        </p:grpSpPr>
        <p:sp>
          <p:nvSpPr>
            <p:cNvPr id="24" name="Freeform 5"/>
            <p:cNvSpPr>
              <a:spLocks noEditPoints="1"/>
            </p:cNvSpPr>
            <p:nvPr/>
          </p:nvSpPr>
          <p:spPr bwMode="auto">
            <a:xfrm>
              <a:off x="848180" y="896938"/>
              <a:ext cx="997552" cy="414102"/>
            </a:xfrm>
            <a:custGeom>
              <a:avLst/>
              <a:gdLst>
                <a:gd name="T0" fmla="*/ 39 w 340"/>
                <a:gd name="T1" fmla="*/ 10 h 140"/>
                <a:gd name="T2" fmla="*/ 54 w 340"/>
                <a:gd name="T3" fmla="*/ 8 h 140"/>
                <a:gd name="T4" fmla="*/ 47 w 340"/>
                <a:gd name="T5" fmla="*/ 64 h 140"/>
                <a:gd name="T6" fmla="*/ 60 w 340"/>
                <a:gd name="T7" fmla="*/ 132 h 140"/>
                <a:gd name="T8" fmla="*/ 39 w 340"/>
                <a:gd name="T9" fmla="*/ 69 h 140"/>
                <a:gd name="T10" fmla="*/ 92 w 340"/>
                <a:gd name="T11" fmla="*/ 100 h 140"/>
                <a:gd name="T12" fmla="*/ 285 w 340"/>
                <a:gd name="T13" fmla="*/ 78 h 140"/>
                <a:gd name="T14" fmla="*/ 286 w 340"/>
                <a:gd name="T15" fmla="*/ 82 h 140"/>
                <a:gd name="T16" fmla="*/ 306 w 340"/>
                <a:gd name="T17" fmla="*/ 113 h 140"/>
                <a:gd name="T18" fmla="*/ 238 w 340"/>
                <a:gd name="T19" fmla="*/ 71 h 140"/>
                <a:gd name="T20" fmla="*/ 315 w 340"/>
                <a:gd name="T21" fmla="*/ 40 h 140"/>
                <a:gd name="T22" fmla="*/ 318 w 340"/>
                <a:gd name="T23" fmla="*/ 41 h 140"/>
                <a:gd name="T24" fmla="*/ 317 w 340"/>
                <a:gd name="T25" fmla="*/ 1 h 140"/>
                <a:gd name="T26" fmla="*/ 313 w 340"/>
                <a:gd name="T27" fmla="*/ 12 h 140"/>
                <a:gd name="T28" fmla="*/ 278 w 340"/>
                <a:gd name="T29" fmla="*/ 0 h 140"/>
                <a:gd name="T30" fmla="*/ 216 w 340"/>
                <a:gd name="T31" fmla="*/ 90 h 140"/>
                <a:gd name="T32" fmla="*/ 177 w 340"/>
                <a:gd name="T33" fmla="*/ 135 h 140"/>
                <a:gd name="T34" fmla="*/ 174 w 340"/>
                <a:gd name="T35" fmla="*/ 5 h 140"/>
                <a:gd name="T36" fmla="*/ 210 w 340"/>
                <a:gd name="T37" fmla="*/ 34 h 140"/>
                <a:gd name="T38" fmla="*/ 211 w 340"/>
                <a:gd name="T39" fmla="*/ 1 h 140"/>
                <a:gd name="T40" fmla="*/ 208 w 340"/>
                <a:gd name="T41" fmla="*/ 2 h 140"/>
                <a:gd name="T42" fmla="*/ 206 w 340"/>
                <a:gd name="T43" fmla="*/ 12 h 140"/>
                <a:gd name="T44" fmla="*/ 110 w 340"/>
                <a:gd name="T45" fmla="*/ 71 h 140"/>
                <a:gd name="T46" fmla="*/ 110 w 340"/>
                <a:gd name="T47" fmla="*/ 82 h 140"/>
                <a:gd name="T48" fmla="*/ 69 w 340"/>
                <a:gd name="T49" fmla="*/ 65 h 140"/>
                <a:gd name="T50" fmla="*/ 53 w 340"/>
                <a:gd name="T51" fmla="*/ 2 h 140"/>
                <a:gd name="T52" fmla="*/ 0 w 340"/>
                <a:gd name="T53" fmla="*/ 2 h 140"/>
                <a:gd name="T54" fmla="*/ 1 w 340"/>
                <a:gd name="T55" fmla="*/ 6 h 140"/>
                <a:gd name="T56" fmla="*/ 18 w 340"/>
                <a:gd name="T57" fmla="*/ 106 h 140"/>
                <a:gd name="T58" fmla="*/ 0 w 340"/>
                <a:gd name="T59" fmla="*/ 135 h 140"/>
                <a:gd name="T60" fmla="*/ 28 w 340"/>
                <a:gd name="T61" fmla="*/ 137 h 140"/>
                <a:gd name="T62" fmla="*/ 115 w 340"/>
                <a:gd name="T63" fmla="*/ 101 h 140"/>
                <a:gd name="T64" fmla="*/ 177 w 340"/>
                <a:gd name="T65" fmla="*/ 140 h 140"/>
                <a:gd name="T66" fmla="*/ 214 w 340"/>
                <a:gd name="T67" fmla="*/ 127 h 140"/>
                <a:gd name="T68" fmla="*/ 218 w 340"/>
                <a:gd name="T69" fmla="*/ 138 h 140"/>
                <a:gd name="T70" fmla="*/ 219 w 340"/>
                <a:gd name="T71" fmla="*/ 101 h 140"/>
                <a:gd name="T72" fmla="*/ 279 w 340"/>
                <a:gd name="T73" fmla="*/ 140 h 140"/>
                <a:gd name="T74" fmla="*/ 328 w 340"/>
                <a:gd name="T75" fmla="*/ 121 h 140"/>
                <a:gd name="T76" fmla="*/ 327 w 340"/>
                <a:gd name="T77" fmla="*/ 101 h 140"/>
                <a:gd name="T78" fmla="*/ 340 w 340"/>
                <a:gd name="T79" fmla="*/ 80 h 140"/>
                <a:gd name="T80" fmla="*/ 315 w 340"/>
                <a:gd name="T81" fmla="*/ 7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0" h="140">
                  <a:moveTo>
                    <a:pt x="39" y="64"/>
                  </a:moveTo>
                  <a:cubicBezTo>
                    <a:pt x="39" y="10"/>
                    <a:pt x="39" y="10"/>
                    <a:pt x="39" y="10"/>
                  </a:cubicBezTo>
                  <a:cubicBezTo>
                    <a:pt x="39" y="9"/>
                    <a:pt x="39" y="8"/>
                    <a:pt x="41" y="8"/>
                  </a:cubicBezTo>
                  <a:cubicBezTo>
                    <a:pt x="44" y="8"/>
                    <a:pt x="51" y="8"/>
                    <a:pt x="54" y="8"/>
                  </a:cubicBezTo>
                  <a:cubicBezTo>
                    <a:pt x="70" y="8"/>
                    <a:pt x="81" y="17"/>
                    <a:pt x="81" y="36"/>
                  </a:cubicBezTo>
                  <a:cubicBezTo>
                    <a:pt x="81" y="57"/>
                    <a:pt x="68" y="64"/>
                    <a:pt x="47" y="64"/>
                  </a:cubicBezTo>
                  <a:lnTo>
                    <a:pt x="39" y="64"/>
                  </a:lnTo>
                  <a:close/>
                  <a:moveTo>
                    <a:pt x="60" y="132"/>
                  </a:moveTo>
                  <a:cubicBezTo>
                    <a:pt x="42" y="132"/>
                    <a:pt x="39" y="129"/>
                    <a:pt x="39" y="104"/>
                  </a:cubicBezTo>
                  <a:cubicBezTo>
                    <a:pt x="39" y="69"/>
                    <a:pt x="39" y="69"/>
                    <a:pt x="39" y="69"/>
                  </a:cubicBezTo>
                  <a:cubicBezTo>
                    <a:pt x="47" y="69"/>
                    <a:pt x="47" y="69"/>
                    <a:pt x="47" y="69"/>
                  </a:cubicBezTo>
                  <a:cubicBezTo>
                    <a:pt x="71" y="69"/>
                    <a:pt x="92" y="74"/>
                    <a:pt x="92" y="100"/>
                  </a:cubicBezTo>
                  <a:cubicBezTo>
                    <a:pt x="92" y="120"/>
                    <a:pt x="80" y="132"/>
                    <a:pt x="60" y="132"/>
                  </a:cubicBezTo>
                  <a:close/>
                  <a:moveTo>
                    <a:pt x="285" y="78"/>
                  </a:moveTo>
                  <a:cubicBezTo>
                    <a:pt x="285" y="80"/>
                    <a:pt x="285" y="80"/>
                    <a:pt x="285" y="80"/>
                  </a:cubicBezTo>
                  <a:cubicBezTo>
                    <a:pt x="285" y="81"/>
                    <a:pt x="285" y="82"/>
                    <a:pt x="286" y="82"/>
                  </a:cubicBezTo>
                  <a:cubicBezTo>
                    <a:pt x="306" y="82"/>
                    <a:pt x="306" y="84"/>
                    <a:pt x="306" y="100"/>
                  </a:cubicBezTo>
                  <a:cubicBezTo>
                    <a:pt x="306" y="113"/>
                    <a:pt x="306" y="113"/>
                    <a:pt x="306" y="113"/>
                  </a:cubicBezTo>
                  <a:cubicBezTo>
                    <a:pt x="306" y="126"/>
                    <a:pt x="298" y="135"/>
                    <a:pt x="280" y="135"/>
                  </a:cubicBezTo>
                  <a:cubicBezTo>
                    <a:pt x="251" y="135"/>
                    <a:pt x="238" y="106"/>
                    <a:pt x="238" y="71"/>
                  </a:cubicBezTo>
                  <a:cubicBezTo>
                    <a:pt x="238" y="37"/>
                    <a:pt x="247" y="5"/>
                    <a:pt x="280" y="5"/>
                  </a:cubicBezTo>
                  <a:cubicBezTo>
                    <a:pt x="298" y="5"/>
                    <a:pt x="313" y="17"/>
                    <a:pt x="315" y="40"/>
                  </a:cubicBezTo>
                  <a:cubicBezTo>
                    <a:pt x="315" y="41"/>
                    <a:pt x="315" y="41"/>
                    <a:pt x="316" y="41"/>
                  </a:cubicBezTo>
                  <a:cubicBezTo>
                    <a:pt x="318" y="41"/>
                    <a:pt x="318" y="41"/>
                    <a:pt x="318" y="41"/>
                  </a:cubicBezTo>
                  <a:cubicBezTo>
                    <a:pt x="318" y="32"/>
                    <a:pt x="318" y="10"/>
                    <a:pt x="318" y="1"/>
                  </a:cubicBezTo>
                  <a:cubicBezTo>
                    <a:pt x="317" y="1"/>
                    <a:pt x="317" y="1"/>
                    <a:pt x="317" y="1"/>
                  </a:cubicBezTo>
                  <a:cubicBezTo>
                    <a:pt x="315" y="1"/>
                    <a:pt x="315" y="1"/>
                    <a:pt x="315" y="2"/>
                  </a:cubicBezTo>
                  <a:cubicBezTo>
                    <a:pt x="313" y="12"/>
                    <a:pt x="313" y="12"/>
                    <a:pt x="313" y="12"/>
                  </a:cubicBezTo>
                  <a:cubicBezTo>
                    <a:pt x="313" y="12"/>
                    <a:pt x="313" y="12"/>
                    <a:pt x="313" y="12"/>
                  </a:cubicBezTo>
                  <a:cubicBezTo>
                    <a:pt x="303" y="3"/>
                    <a:pt x="290" y="0"/>
                    <a:pt x="278" y="0"/>
                  </a:cubicBezTo>
                  <a:cubicBezTo>
                    <a:pt x="239" y="0"/>
                    <a:pt x="214" y="32"/>
                    <a:pt x="214" y="71"/>
                  </a:cubicBezTo>
                  <a:cubicBezTo>
                    <a:pt x="214" y="78"/>
                    <a:pt x="215" y="84"/>
                    <a:pt x="216" y="90"/>
                  </a:cubicBezTo>
                  <a:cubicBezTo>
                    <a:pt x="216" y="95"/>
                    <a:pt x="216" y="95"/>
                    <a:pt x="216" y="95"/>
                  </a:cubicBezTo>
                  <a:cubicBezTo>
                    <a:pt x="213" y="125"/>
                    <a:pt x="196" y="135"/>
                    <a:pt x="177" y="135"/>
                  </a:cubicBezTo>
                  <a:cubicBezTo>
                    <a:pt x="148" y="135"/>
                    <a:pt x="134" y="108"/>
                    <a:pt x="134" y="71"/>
                  </a:cubicBezTo>
                  <a:cubicBezTo>
                    <a:pt x="134" y="37"/>
                    <a:pt x="142" y="5"/>
                    <a:pt x="174" y="5"/>
                  </a:cubicBezTo>
                  <a:cubicBezTo>
                    <a:pt x="191" y="5"/>
                    <a:pt x="205" y="15"/>
                    <a:pt x="208" y="33"/>
                  </a:cubicBezTo>
                  <a:cubicBezTo>
                    <a:pt x="208" y="34"/>
                    <a:pt x="209" y="34"/>
                    <a:pt x="210" y="34"/>
                  </a:cubicBezTo>
                  <a:cubicBezTo>
                    <a:pt x="212" y="34"/>
                    <a:pt x="212" y="34"/>
                    <a:pt x="212" y="34"/>
                  </a:cubicBezTo>
                  <a:cubicBezTo>
                    <a:pt x="212" y="25"/>
                    <a:pt x="211" y="10"/>
                    <a:pt x="211" y="1"/>
                  </a:cubicBezTo>
                  <a:cubicBezTo>
                    <a:pt x="210" y="1"/>
                    <a:pt x="210" y="1"/>
                    <a:pt x="210" y="1"/>
                  </a:cubicBezTo>
                  <a:cubicBezTo>
                    <a:pt x="209" y="1"/>
                    <a:pt x="208" y="1"/>
                    <a:pt x="208" y="2"/>
                  </a:cubicBezTo>
                  <a:cubicBezTo>
                    <a:pt x="206" y="12"/>
                    <a:pt x="206" y="12"/>
                    <a:pt x="206" y="12"/>
                  </a:cubicBezTo>
                  <a:cubicBezTo>
                    <a:pt x="206" y="12"/>
                    <a:pt x="206" y="12"/>
                    <a:pt x="206" y="12"/>
                  </a:cubicBezTo>
                  <a:cubicBezTo>
                    <a:pt x="197" y="3"/>
                    <a:pt x="184" y="0"/>
                    <a:pt x="172" y="0"/>
                  </a:cubicBezTo>
                  <a:cubicBezTo>
                    <a:pt x="135" y="0"/>
                    <a:pt x="110" y="32"/>
                    <a:pt x="110" y="71"/>
                  </a:cubicBezTo>
                  <a:cubicBezTo>
                    <a:pt x="110" y="75"/>
                    <a:pt x="110" y="78"/>
                    <a:pt x="110" y="82"/>
                  </a:cubicBezTo>
                  <a:cubicBezTo>
                    <a:pt x="110" y="82"/>
                    <a:pt x="110" y="82"/>
                    <a:pt x="110" y="82"/>
                  </a:cubicBezTo>
                  <a:cubicBezTo>
                    <a:pt x="102" y="71"/>
                    <a:pt x="87" y="66"/>
                    <a:pt x="69" y="65"/>
                  </a:cubicBezTo>
                  <a:cubicBezTo>
                    <a:pt x="69" y="65"/>
                    <a:pt x="69" y="65"/>
                    <a:pt x="69" y="65"/>
                  </a:cubicBezTo>
                  <a:cubicBezTo>
                    <a:pt x="89" y="61"/>
                    <a:pt x="102" y="51"/>
                    <a:pt x="102" y="34"/>
                  </a:cubicBezTo>
                  <a:cubicBezTo>
                    <a:pt x="102" y="9"/>
                    <a:pt x="75" y="2"/>
                    <a:pt x="53" y="2"/>
                  </a:cubicBezTo>
                  <a:cubicBezTo>
                    <a:pt x="47" y="2"/>
                    <a:pt x="34" y="3"/>
                    <a:pt x="29" y="3"/>
                  </a:cubicBezTo>
                  <a:cubicBezTo>
                    <a:pt x="20" y="3"/>
                    <a:pt x="9" y="3"/>
                    <a:pt x="0" y="2"/>
                  </a:cubicBezTo>
                  <a:cubicBezTo>
                    <a:pt x="0" y="5"/>
                    <a:pt x="0" y="5"/>
                    <a:pt x="0" y="5"/>
                  </a:cubicBezTo>
                  <a:cubicBezTo>
                    <a:pt x="0" y="6"/>
                    <a:pt x="0" y="6"/>
                    <a:pt x="1" y="6"/>
                  </a:cubicBezTo>
                  <a:cubicBezTo>
                    <a:pt x="18" y="7"/>
                    <a:pt x="18" y="9"/>
                    <a:pt x="18" y="34"/>
                  </a:cubicBezTo>
                  <a:cubicBezTo>
                    <a:pt x="18" y="106"/>
                    <a:pt x="18" y="106"/>
                    <a:pt x="18" y="106"/>
                  </a:cubicBezTo>
                  <a:cubicBezTo>
                    <a:pt x="18" y="130"/>
                    <a:pt x="18" y="133"/>
                    <a:pt x="2" y="133"/>
                  </a:cubicBezTo>
                  <a:cubicBezTo>
                    <a:pt x="0" y="133"/>
                    <a:pt x="0" y="134"/>
                    <a:pt x="0" y="135"/>
                  </a:cubicBezTo>
                  <a:cubicBezTo>
                    <a:pt x="0" y="137"/>
                    <a:pt x="0" y="137"/>
                    <a:pt x="0" y="137"/>
                  </a:cubicBezTo>
                  <a:cubicBezTo>
                    <a:pt x="9" y="137"/>
                    <a:pt x="18" y="137"/>
                    <a:pt x="28" y="137"/>
                  </a:cubicBezTo>
                  <a:cubicBezTo>
                    <a:pt x="40" y="137"/>
                    <a:pt x="45" y="137"/>
                    <a:pt x="60" y="137"/>
                  </a:cubicBezTo>
                  <a:cubicBezTo>
                    <a:pt x="93" y="137"/>
                    <a:pt x="114" y="121"/>
                    <a:pt x="115" y="101"/>
                  </a:cubicBezTo>
                  <a:cubicBezTo>
                    <a:pt x="116" y="101"/>
                    <a:pt x="116" y="101"/>
                    <a:pt x="116" y="101"/>
                  </a:cubicBezTo>
                  <a:cubicBezTo>
                    <a:pt x="126" y="125"/>
                    <a:pt x="148" y="140"/>
                    <a:pt x="177" y="140"/>
                  </a:cubicBezTo>
                  <a:cubicBezTo>
                    <a:pt x="190" y="140"/>
                    <a:pt x="203" y="136"/>
                    <a:pt x="213" y="127"/>
                  </a:cubicBezTo>
                  <a:cubicBezTo>
                    <a:pt x="214" y="127"/>
                    <a:pt x="214" y="127"/>
                    <a:pt x="214" y="127"/>
                  </a:cubicBezTo>
                  <a:cubicBezTo>
                    <a:pt x="215" y="137"/>
                    <a:pt x="215" y="137"/>
                    <a:pt x="215" y="137"/>
                  </a:cubicBezTo>
                  <a:cubicBezTo>
                    <a:pt x="216" y="138"/>
                    <a:pt x="216" y="138"/>
                    <a:pt x="218" y="138"/>
                  </a:cubicBezTo>
                  <a:cubicBezTo>
                    <a:pt x="219" y="138"/>
                    <a:pt x="219" y="138"/>
                    <a:pt x="219" y="138"/>
                  </a:cubicBezTo>
                  <a:cubicBezTo>
                    <a:pt x="219" y="132"/>
                    <a:pt x="219" y="114"/>
                    <a:pt x="219" y="101"/>
                  </a:cubicBezTo>
                  <a:cubicBezTo>
                    <a:pt x="220" y="101"/>
                    <a:pt x="220" y="101"/>
                    <a:pt x="220" y="101"/>
                  </a:cubicBezTo>
                  <a:cubicBezTo>
                    <a:pt x="229" y="125"/>
                    <a:pt x="252" y="140"/>
                    <a:pt x="279" y="140"/>
                  </a:cubicBezTo>
                  <a:cubicBezTo>
                    <a:pt x="305" y="140"/>
                    <a:pt x="315" y="123"/>
                    <a:pt x="326" y="123"/>
                  </a:cubicBezTo>
                  <a:cubicBezTo>
                    <a:pt x="327" y="123"/>
                    <a:pt x="328" y="123"/>
                    <a:pt x="328" y="121"/>
                  </a:cubicBezTo>
                  <a:cubicBezTo>
                    <a:pt x="328" y="119"/>
                    <a:pt x="327" y="114"/>
                    <a:pt x="327" y="110"/>
                  </a:cubicBezTo>
                  <a:cubicBezTo>
                    <a:pt x="327" y="101"/>
                    <a:pt x="327" y="101"/>
                    <a:pt x="327" y="101"/>
                  </a:cubicBezTo>
                  <a:cubicBezTo>
                    <a:pt x="327" y="84"/>
                    <a:pt x="327" y="82"/>
                    <a:pt x="339" y="82"/>
                  </a:cubicBezTo>
                  <a:cubicBezTo>
                    <a:pt x="340" y="82"/>
                    <a:pt x="340" y="81"/>
                    <a:pt x="340" y="80"/>
                  </a:cubicBezTo>
                  <a:cubicBezTo>
                    <a:pt x="340" y="78"/>
                    <a:pt x="340" y="78"/>
                    <a:pt x="340" y="78"/>
                  </a:cubicBezTo>
                  <a:cubicBezTo>
                    <a:pt x="331" y="78"/>
                    <a:pt x="325" y="78"/>
                    <a:pt x="315" y="78"/>
                  </a:cubicBezTo>
                  <a:cubicBezTo>
                    <a:pt x="306" y="78"/>
                    <a:pt x="294" y="78"/>
                    <a:pt x="285"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sym typeface="Trebuchet MS" panose="020B0603020202020204" pitchFamily="34" charset="0"/>
              </a:endParaRPr>
            </a:p>
          </p:txBody>
        </p:sp>
        <p:sp>
          <p:nvSpPr>
            <p:cNvPr id="25" name="Freeform 6"/>
            <p:cNvSpPr>
              <a:spLocks noEditPoints="1"/>
            </p:cNvSpPr>
            <p:nvPr/>
          </p:nvSpPr>
          <p:spPr bwMode="auto">
            <a:xfrm>
              <a:off x="1194295" y="1459375"/>
              <a:ext cx="1831935" cy="112487"/>
            </a:xfrm>
            <a:custGeom>
              <a:avLst/>
              <a:gdLst>
                <a:gd name="T0" fmla="*/ 32 w 625"/>
                <a:gd name="T1" fmla="*/ 10 h 38"/>
                <a:gd name="T2" fmla="*/ 14 w 625"/>
                <a:gd name="T3" fmla="*/ 4 h 38"/>
                <a:gd name="T4" fmla="*/ 112 w 625"/>
                <a:gd name="T5" fmla="*/ 9 h 38"/>
                <a:gd name="T6" fmla="*/ 87 w 625"/>
                <a:gd name="T7" fmla="*/ 37 h 38"/>
                <a:gd name="T8" fmla="*/ 107 w 625"/>
                <a:gd name="T9" fmla="*/ 10 h 38"/>
                <a:gd name="T10" fmla="*/ 274 w 625"/>
                <a:gd name="T11" fmla="*/ 26 h 38"/>
                <a:gd name="T12" fmla="*/ 271 w 625"/>
                <a:gd name="T13" fmla="*/ 2 h 38"/>
                <a:gd name="T14" fmla="*/ 48 w 625"/>
                <a:gd name="T15" fmla="*/ 37 h 38"/>
                <a:gd name="T16" fmla="*/ 38 w 625"/>
                <a:gd name="T17" fmla="*/ 37 h 38"/>
                <a:gd name="T18" fmla="*/ 33 w 625"/>
                <a:gd name="T19" fmla="*/ 12 h 38"/>
                <a:gd name="T20" fmla="*/ 43 w 625"/>
                <a:gd name="T21" fmla="*/ 12 h 38"/>
                <a:gd name="T22" fmla="*/ 48 w 625"/>
                <a:gd name="T23" fmla="*/ 37 h 38"/>
                <a:gd name="T24" fmla="*/ 56 w 625"/>
                <a:gd name="T25" fmla="*/ 12 h 38"/>
                <a:gd name="T26" fmla="*/ 64 w 625"/>
                <a:gd name="T27" fmla="*/ 23 h 38"/>
                <a:gd name="T28" fmla="*/ 64 w 625"/>
                <a:gd name="T29" fmla="*/ 25 h 38"/>
                <a:gd name="T30" fmla="*/ 118 w 625"/>
                <a:gd name="T31" fmla="*/ 25 h 38"/>
                <a:gd name="T32" fmla="*/ 145 w 625"/>
                <a:gd name="T33" fmla="*/ 37 h 38"/>
                <a:gd name="T34" fmla="*/ 157 w 625"/>
                <a:gd name="T35" fmla="*/ 13 h 38"/>
                <a:gd name="T36" fmla="*/ 152 w 625"/>
                <a:gd name="T37" fmla="*/ 38 h 38"/>
                <a:gd name="T38" fmla="*/ 163 w 625"/>
                <a:gd name="T39" fmla="*/ 19 h 38"/>
                <a:gd name="T40" fmla="*/ 177 w 625"/>
                <a:gd name="T41" fmla="*/ 14 h 38"/>
                <a:gd name="T42" fmla="*/ 196 w 625"/>
                <a:gd name="T43" fmla="*/ 11 h 38"/>
                <a:gd name="T44" fmla="*/ 215 w 625"/>
                <a:gd name="T45" fmla="*/ 17 h 38"/>
                <a:gd name="T46" fmla="*/ 213 w 625"/>
                <a:gd name="T47" fmla="*/ 27 h 38"/>
                <a:gd name="T48" fmla="*/ 226 w 625"/>
                <a:gd name="T49" fmla="*/ 14 h 38"/>
                <a:gd name="T50" fmla="*/ 290 w 625"/>
                <a:gd name="T51" fmla="*/ 38 h 38"/>
                <a:gd name="T52" fmla="*/ 324 w 625"/>
                <a:gd name="T53" fmla="*/ 38 h 38"/>
                <a:gd name="T54" fmla="*/ 303 w 625"/>
                <a:gd name="T55" fmla="*/ 36 h 38"/>
                <a:gd name="T56" fmla="*/ 324 w 625"/>
                <a:gd name="T57" fmla="*/ 30 h 38"/>
                <a:gd name="T58" fmla="*/ 327 w 625"/>
                <a:gd name="T59" fmla="*/ 38 h 38"/>
                <a:gd name="T60" fmla="*/ 345 w 625"/>
                <a:gd name="T61" fmla="*/ 32 h 38"/>
                <a:gd name="T62" fmla="*/ 340 w 625"/>
                <a:gd name="T63" fmla="*/ 14 h 38"/>
                <a:gd name="T64" fmla="*/ 350 w 625"/>
                <a:gd name="T65" fmla="*/ 12 h 38"/>
                <a:gd name="T66" fmla="*/ 366 w 625"/>
                <a:gd name="T67" fmla="*/ 14 h 38"/>
                <a:gd name="T68" fmla="*/ 392 w 625"/>
                <a:gd name="T69" fmla="*/ 37 h 38"/>
                <a:gd name="T70" fmla="*/ 383 w 625"/>
                <a:gd name="T71" fmla="*/ 12 h 38"/>
                <a:gd name="T72" fmla="*/ 397 w 625"/>
                <a:gd name="T73" fmla="*/ 29 h 38"/>
                <a:gd name="T74" fmla="*/ 402 w 625"/>
                <a:gd name="T75" fmla="*/ 14 h 38"/>
                <a:gd name="T76" fmla="*/ 416 w 625"/>
                <a:gd name="T77" fmla="*/ 19 h 38"/>
                <a:gd name="T78" fmla="*/ 419 w 625"/>
                <a:gd name="T79" fmla="*/ 37 h 38"/>
                <a:gd name="T80" fmla="*/ 430 w 625"/>
                <a:gd name="T81" fmla="*/ 13 h 38"/>
                <a:gd name="T82" fmla="*/ 438 w 625"/>
                <a:gd name="T83" fmla="*/ 17 h 38"/>
                <a:gd name="T84" fmla="*/ 436 w 625"/>
                <a:gd name="T85" fmla="*/ 27 h 38"/>
                <a:gd name="T86" fmla="*/ 449 w 625"/>
                <a:gd name="T87" fmla="*/ 13 h 38"/>
                <a:gd name="T88" fmla="*/ 484 w 625"/>
                <a:gd name="T89" fmla="*/ 28 h 38"/>
                <a:gd name="T90" fmla="*/ 479 w 625"/>
                <a:gd name="T91" fmla="*/ 12 h 38"/>
                <a:gd name="T92" fmla="*/ 473 w 625"/>
                <a:gd name="T93" fmla="*/ 28 h 38"/>
                <a:gd name="T94" fmla="*/ 522 w 625"/>
                <a:gd name="T95" fmla="*/ 33 h 38"/>
                <a:gd name="T96" fmla="*/ 520 w 625"/>
                <a:gd name="T97" fmla="*/ 11 h 38"/>
                <a:gd name="T98" fmla="*/ 512 w 625"/>
                <a:gd name="T99" fmla="*/ 21 h 38"/>
                <a:gd name="T100" fmla="*/ 551 w 625"/>
                <a:gd name="T101" fmla="*/ 35 h 38"/>
                <a:gd name="T102" fmla="*/ 527 w 625"/>
                <a:gd name="T103" fmla="*/ 37 h 38"/>
                <a:gd name="T104" fmla="*/ 547 w 625"/>
                <a:gd name="T105" fmla="*/ 18 h 38"/>
                <a:gd name="T106" fmla="*/ 563 w 625"/>
                <a:gd name="T107" fmla="*/ 11 h 38"/>
                <a:gd name="T108" fmla="*/ 580 w 625"/>
                <a:gd name="T109" fmla="*/ 19 h 38"/>
                <a:gd name="T110" fmla="*/ 590 w 625"/>
                <a:gd name="T111" fmla="*/ 35 h 38"/>
                <a:gd name="T112" fmla="*/ 599 w 625"/>
                <a:gd name="T113" fmla="*/ 22 h 38"/>
                <a:gd name="T114" fmla="*/ 604 w 625"/>
                <a:gd name="T115" fmla="*/ 37 h 38"/>
                <a:gd name="T116" fmla="*/ 625 w 625"/>
                <a:gd name="T117"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25" h="38">
                  <a:moveTo>
                    <a:pt x="23" y="37"/>
                  </a:moveTo>
                  <a:cubicBezTo>
                    <a:pt x="23" y="36"/>
                    <a:pt x="23" y="36"/>
                    <a:pt x="23" y="36"/>
                  </a:cubicBezTo>
                  <a:cubicBezTo>
                    <a:pt x="23" y="35"/>
                    <a:pt x="23" y="35"/>
                    <a:pt x="23" y="35"/>
                  </a:cubicBezTo>
                  <a:cubicBezTo>
                    <a:pt x="19" y="34"/>
                    <a:pt x="19" y="34"/>
                    <a:pt x="19" y="28"/>
                  </a:cubicBezTo>
                  <a:cubicBezTo>
                    <a:pt x="19" y="4"/>
                    <a:pt x="19" y="4"/>
                    <a:pt x="19" y="4"/>
                  </a:cubicBezTo>
                  <a:cubicBezTo>
                    <a:pt x="19" y="3"/>
                    <a:pt x="19" y="3"/>
                    <a:pt x="19" y="3"/>
                  </a:cubicBezTo>
                  <a:cubicBezTo>
                    <a:pt x="23" y="3"/>
                    <a:pt x="23" y="3"/>
                    <a:pt x="23" y="3"/>
                  </a:cubicBezTo>
                  <a:cubicBezTo>
                    <a:pt x="27" y="3"/>
                    <a:pt x="30" y="4"/>
                    <a:pt x="30" y="10"/>
                  </a:cubicBezTo>
                  <a:cubicBezTo>
                    <a:pt x="30" y="10"/>
                    <a:pt x="31" y="10"/>
                    <a:pt x="31" y="10"/>
                  </a:cubicBezTo>
                  <a:cubicBezTo>
                    <a:pt x="32" y="10"/>
                    <a:pt x="32" y="10"/>
                    <a:pt x="32" y="10"/>
                  </a:cubicBezTo>
                  <a:cubicBezTo>
                    <a:pt x="32" y="8"/>
                    <a:pt x="32" y="3"/>
                    <a:pt x="32" y="1"/>
                  </a:cubicBezTo>
                  <a:cubicBezTo>
                    <a:pt x="30" y="1"/>
                    <a:pt x="27" y="1"/>
                    <a:pt x="23" y="1"/>
                  </a:cubicBezTo>
                  <a:cubicBezTo>
                    <a:pt x="10" y="1"/>
                    <a:pt x="10" y="1"/>
                    <a:pt x="10" y="1"/>
                  </a:cubicBezTo>
                  <a:cubicBezTo>
                    <a:pt x="6" y="1"/>
                    <a:pt x="3" y="1"/>
                    <a:pt x="0" y="1"/>
                  </a:cubicBezTo>
                  <a:cubicBezTo>
                    <a:pt x="0" y="3"/>
                    <a:pt x="0" y="9"/>
                    <a:pt x="0" y="11"/>
                  </a:cubicBezTo>
                  <a:cubicBezTo>
                    <a:pt x="2" y="11"/>
                    <a:pt x="2" y="11"/>
                    <a:pt x="2" y="11"/>
                  </a:cubicBezTo>
                  <a:cubicBezTo>
                    <a:pt x="2" y="11"/>
                    <a:pt x="2" y="11"/>
                    <a:pt x="2" y="11"/>
                  </a:cubicBezTo>
                  <a:cubicBezTo>
                    <a:pt x="3" y="4"/>
                    <a:pt x="5" y="3"/>
                    <a:pt x="10" y="3"/>
                  </a:cubicBezTo>
                  <a:cubicBezTo>
                    <a:pt x="13" y="3"/>
                    <a:pt x="13" y="3"/>
                    <a:pt x="13" y="3"/>
                  </a:cubicBezTo>
                  <a:cubicBezTo>
                    <a:pt x="14" y="3"/>
                    <a:pt x="14" y="3"/>
                    <a:pt x="14" y="4"/>
                  </a:cubicBezTo>
                  <a:cubicBezTo>
                    <a:pt x="14" y="28"/>
                    <a:pt x="14" y="28"/>
                    <a:pt x="14" y="28"/>
                  </a:cubicBezTo>
                  <a:cubicBezTo>
                    <a:pt x="14" y="34"/>
                    <a:pt x="14" y="34"/>
                    <a:pt x="10" y="35"/>
                  </a:cubicBezTo>
                  <a:cubicBezTo>
                    <a:pt x="9" y="35"/>
                    <a:pt x="9" y="35"/>
                    <a:pt x="9" y="36"/>
                  </a:cubicBezTo>
                  <a:cubicBezTo>
                    <a:pt x="9" y="37"/>
                    <a:pt x="9" y="37"/>
                    <a:pt x="9" y="37"/>
                  </a:cubicBezTo>
                  <a:cubicBezTo>
                    <a:pt x="12" y="37"/>
                    <a:pt x="14" y="37"/>
                    <a:pt x="16" y="37"/>
                  </a:cubicBezTo>
                  <a:cubicBezTo>
                    <a:pt x="19" y="37"/>
                    <a:pt x="21" y="37"/>
                    <a:pt x="23" y="37"/>
                  </a:cubicBezTo>
                  <a:close/>
                  <a:moveTo>
                    <a:pt x="116" y="27"/>
                  </a:moveTo>
                  <a:cubicBezTo>
                    <a:pt x="116" y="21"/>
                    <a:pt x="110" y="18"/>
                    <a:pt x="104" y="18"/>
                  </a:cubicBezTo>
                  <a:cubicBezTo>
                    <a:pt x="104" y="18"/>
                    <a:pt x="104" y="18"/>
                    <a:pt x="104" y="18"/>
                  </a:cubicBezTo>
                  <a:cubicBezTo>
                    <a:pt x="109" y="17"/>
                    <a:pt x="112" y="14"/>
                    <a:pt x="112" y="9"/>
                  </a:cubicBezTo>
                  <a:cubicBezTo>
                    <a:pt x="112" y="3"/>
                    <a:pt x="105" y="1"/>
                    <a:pt x="99" y="1"/>
                  </a:cubicBezTo>
                  <a:cubicBezTo>
                    <a:pt x="97" y="1"/>
                    <a:pt x="96" y="1"/>
                    <a:pt x="94" y="1"/>
                  </a:cubicBezTo>
                  <a:cubicBezTo>
                    <a:pt x="91" y="1"/>
                    <a:pt x="89" y="1"/>
                    <a:pt x="87" y="1"/>
                  </a:cubicBezTo>
                  <a:cubicBezTo>
                    <a:pt x="87" y="2"/>
                    <a:pt x="87" y="2"/>
                    <a:pt x="87" y="2"/>
                  </a:cubicBezTo>
                  <a:cubicBezTo>
                    <a:pt x="87" y="3"/>
                    <a:pt x="87" y="3"/>
                    <a:pt x="87" y="3"/>
                  </a:cubicBezTo>
                  <a:cubicBezTo>
                    <a:pt x="91" y="3"/>
                    <a:pt x="91" y="3"/>
                    <a:pt x="91" y="10"/>
                  </a:cubicBezTo>
                  <a:cubicBezTo>
                    <a:pt x="91" y="28"/>
                    <a:pt x="91" y="28"/>
                    <a:pt x="91" y="28"/>
                  </a:cubicBezTo>
                  <a:cubicBezTo>
                    <a:pt x="91" y="34"/>
                    <a:pt x="91" y="34"/>
                    <a:pt x="87" y="35"/>
                  </a:cubicBezTo>
                  <a:cubicBezTo>
                    <a:pt x="87" y="35"/>
                    <a:pt x="87" y="35"/>
                    <a:pt x="87" y="36"/>
                  </a:cubicBezTo>
                  <a:cubicBezTo>
                    <a:pt x="87" y="37"/>
                    <a:pt x="87" y="37"/>
                    <a:pt x="87" y="37"/>
                  </a:cubicBezTo>
                  <a:cubicBezTo>
                    <a:pt x="89" y="37"/>
                    <a:pt x="91" y="37"/>
                    <a:pt x="94" y="37"/>
                  </a:cubicBezTo>
                  <a:cubicBezTo>
                    <a:pt x="97" y="37"/>
                    <a:pt x="98" y="37"/>
                    <a:pt x="101" y="37"/>
                  </a:cubicBezTo>
                  <a:cubicBezTo>
                    <a:pt x="110" y="37"/>
                    <a:pt x="116" y="32"/>
                    <a:pt x="116" y="27"/>
                  </a:cubicBezTo>
                  <a:close/>
                  <a:moveTo>
                    <a:pt x="110" y="27"/>
                  </a:moveTo>
                  <a:cubicBezTo>
                    <a:pt x="110" y="32"/>
                    <a:pt x="107" y="35"/>
                    <a:pt x="101" y="35"/>
                  </a:cubicBezTo>
                  <a:cubicBezTo>
                    <a:pt x="96" y="35"/>
                    <a:pt x="96" y="34"/>
                    <a:pt x="96" y="27"/>
                  </a:cubicBezTo>
                  <a:cubicBezTo>
                    <a:pt x="96" y="19"/>
                    <a:pt x="96" y="19"/>
                    <a:pt x="96" y="19"/>
                  </a:cubicBezTo>
                  <a:cubicBezTo>
                    <a:pt x="98" y="19"/>
                    <a:pt x="98" y="19"/>
                    <a:pt x="98" y="19"/>
                  </a:cubicBezTo>
                  <a:cubicBezTo>
                    <a:pt x="106" y="19"/>
                    <a:pt x="110" y="21"/>
                    <a:pt x="110" y="27"/>
                  </a:cubicBezTo>
                  <a:close/>
                  <a:moveTo>
                    <a:pt x="107" y="10"/>
                  </a:moveTo>
                  <a:cubicBezTo>
                    <a:pt x="107" y="15"/>
                    <a:pt x="104" y="17"/>
                    <a:pt x="98" y="17"/>
                  </a:cubicBezTo>
                  <a:cubicBezTo>
                    <a:pt x="96" y="17"/>
                    <a:pt x="96" y="17"/>
                    <a:pt x="96" y="17"/>
                  </a:cubicBezTo>
                  <a:cubicBezTo>
                    <a:pt x="96" y="4"/>
                    <a:pt x="96" y="4"/>
                    <a:pt x="96" y="4"/>
                  </a:cubicBezTo>
                  <a:cubicBezTo>
                    <a:pt x="96" y="3"/>
                    <a:pt x="96" y="3"/>
                    <a:pt x="97" y="3"/>
                  </a:cubicBezTo>
                  <a:cubicBezTo>
                    <a:pt x="97" y="3"/>
                    <a:pt x="99" y="3"/>
                    <a:pt x="100" y="3"/>
                  </a:cubicBezTo>
                  <a:cubicBezTo>
                    <a:pt x="104" y="3"/>
                    <a:pt x="107" y="5"/>
                    <a:pt x="107" y="10"/>
                  </a:cubicBezTo>
                  <a:close/>
                  <a:moveTo>
                    <a:pt x="276" y="37"/>
                  </a:moveTo>
                  <a:cubicBezTo>
                    <a:pt x="276" y="35"/>
                    <a:pt x="276" y="28"/>
                    <a:pt x="276" y="26"/>
                  </a:cubicBezTo>
                  <a:cubicBezTo>
                    <a:pt x="274" y="26"/>
                    <a:pt x="274" y="26"/>
                    <a:pt x="274" y="26"/>
                  </a:cubicBezTo>
                  <a:cubicBezTo>
                    <a:pt x="274" y="26"/>
                    <a:pt x="274" y="26"/>
                    <a:pt x="274" y="26"/>
                  </a:cubicBezTo>
                  <a:cubicBezTo>
                    <a:pt x="273" y="33"/>
                    <a:pt x="270" y="35"/>
                    <a:pt x="264" y="35"/>
                  </a:cubicBezTo>
                  <a:cubicBezTo>
                    <a:pt x="257" y="35"/>
                    <a:pt x="253" y="29"/>
                    <a:pt x="253" y="19"/>
                  </a:cubicBezTo>
                  <a:cubicBezTo>
                    <a:pt x="253" y="11"/>
                    <a:pt x="254" y="2"/>
                    <a:pt x="263" y="2"/>
                  </a:cubicBezTo>
                  <a:cubicBezTo>
                    <a:pt x="268" y="2"/>
                    <a:pt x="271" y="5"/>
                    <a:pt x="272" y="11"/>
                  </a:cubicBezTo>
                  <a:cubicBezTo>
                    <a:pt x="272" y="11"/>
                    <a:pt x="272" y="11"/>
                    <a:pt x="272" y="11"/>
                  </a:cubicBezTo>
                  <a:cubicBezTo>
                    <a:pt x="274" y="11"/>
                    <a:pt x="274" y="11"/>
                    <a:pt x="274" y="11"/>
                  </a:cubicBezTo>
                  <a:cubicBezTo>
                    <a:pt x="274" y="9"/>
                    <a:pt x="274" y="3"/>
                    <a:pt x="274" y="0"/>
                  </a:cubicBezTo>
                  <a:cubicBezTo>
                    <a:pt x="273" y="0"/>
                    <a:pt x="273" y="0"/>
                    <a:pt x="273" y="0"/>
                  </a:cubicBezTo>
                  <a:cubicBezTo>
                    <a:pt x="272" y="0"/>
                    <a:pt x="272" y="0"/>
                    <a:pt x="272" y="1"/>
                  </a:cubicBezTo>
                  <a:cubicBezTo>
                    <a:pt x="271" y="2"/>
                    <a:pt x="271" y="2"/>
                    <a:pt x="271" y="2"/>
                  </a:cubicBezTo>
                  <a:cubicBezTo>
                    <a:pt x="271" y="2"/>
                    <a:pt x="271" y="2"/>
                    <a:pt x="271" y="2"/>
                  </a:cubicBezTo>
                  <a:cubicBezTo>
                    <a:pt x="269" y="1"/>
                    <a:pt x="266" y="0"/>
                    <a:pt x="263" y="0"/>
                  </a:cubicBezTo>
                  <a:cubicBezTo>
                    <a:pt x="253" y="0"/>
                    <a:pt x="247" y="8"/>
                    <a:pt x="247" y="19"/>
                  </a:cubicBezTo>
                  <a:cubicBezTo>
                    <a:pt x="247" y="31"/>
                    <a:pt x="254" y="38"/>
                    <a:pt x="264" y="38"/>
                  </a:cubicBezTo>
                  <a:cubicBezTo>
                    <a:pt x="269" y="38"/>
                    <a:pt x="272" y="36"/>
                    <a:pt x="273" y="36"/>
                  </a:cubicBezTo>
                  <a:cubicBezTo>
                    <a:pt x="273" y="36"/>
                    <a:pt x="273" y="36"/>
                    <a:pt x="273" y="36"/>
                  </a:cubicBezTo>
                  <a:cubicBezTo>
                    <a:pt x="274" y="37"/>
                    <a:pt x="274" y="37"/>
                    <a:pt x="274" y="37"/>
                  </a:cubicBezTo>
                  <a:cubicBezTo>
                    <a:pt x="274" y="37"/>
                    <a:pt x="274" y="37"/>
                    <a:pt x="275" y="37"/>
                  </a:cubicBezTo>
                  <a:lnTo>
                    <a:pt x="276" y="37"/>
                  </a:lnTo>
                  <a:close/>
                  <a:moveTo>
                    <a:pt x="48" y="37"/>
                  </a:moveTo>
                  <a:cubicBezTo>
                    <a:pt x="47" y="37"/>
                    <a:pt x="45" y="37"/>
                    <a:pt x="43" y="37"/>
                  </a:cubicBezTo>
                  <a:cubicBezTo>
                    <a:pt x="43" y="36"/>
                    <a:pt x="43" y="36"/>
                    <a:pt x="43" y="36"/>
                  </a:cubicBezTo>
                  <a:cubicBezTo>
                    <a:pt x="43" y="36"/>
                    <a:pt x="43" y="35"/>
                    <a:pt x="43" y="35"/>
                  </a:cubicBezTo>
                  <a:cubicBezTo>
                    <a:pt x="46" y="35"/>
                    <a:pt x="46" y="35"/>
                    <a:pt x="46" y="30"/>
                  </a:cubicBezTo>
                  <a:cubicBezTo>
                    <a:pt x="46" y="25"/>
                    <a:pt x="46" y="25"/>
                    <a:pt x="46" y="25"/>
                  </a:cubicBezTo>
                  <a:cubicBezTo>
                    <a:pt x="35" y="25"/>
                    <a:pt x="35" y="25"/>
                    <a:pt x="35" y="25"/>
                  </a:cubicBezTo>
                  <a:cubicBezTo>
                    <a:pt x="35" y="30"/>
                    <a:pt x="35" y="30"/>
                    <a:pt x="35" y="30"/>
                  </a:cubicBezTo>
                  <a:cubicBezTo>
                    <a:pt x="35" y="35"/>
                    <a:pt x="35" y="35"/>
                    <a:pt x="38" y="35"/>
                  </a:cubicBezTo>
                  <a:cubicBezTo>
                    <a:pt x="38" y="35"/>
                    <a:pt x="38" y="36"/>
                    <a:pt x="38" y="36"/>
                  </a:cubicBezTo>
                  <a:cubicBezTo>
                    <a:pt x="38" y="37"/>
                    <a:pt x="38" y="37"/>
                    <a:pt x="38" y="37"/>
                  </a:cubicBezTo>
                  <a:cubicBezTo>
                    <a:pt x="37" y="37"/>
                    <a:pt x="35" y="37"/>
                    <a:pt x="33" y="37"/>
                  </a:cubicBezTo>
                  <a:cubicBezTo>
                    <a:pt x="31" y="37"/>
                    <a:pt x="29" y="37"/>
                    <a:pt x="27" y="37"/>
                  </a:cubicBezTo>
                  <a:cubicBezTo>
                    <a:pt x="27" y="36"/>
                    <a:pt x="27" y="36"/>
                    <a:pt x="27" y="36"/>
                  </a:cubicBezTo>
                  <a:cubicBezTo>
                    <a:pt x="27" y="36"/>
                    <a:pt x="27" y="35"/>
                    <a:pt x="28" y="35"/>
                  </a:cubicBezTo>
                  <a:cubicBezTo>
                    <a:pt x="31" y="35"/>
                    <a:pt x="31" y="35"/>
                    <a:pt x="31" y="30"/>
                  </a:cubicBezTo>
                  <a:cubicBezTo>
                    <a:pt x="31" y="19"/>
                    <a:pt x="31" y="19"/>
                    <a:pt x="31" y="19"/>
                  </a:cubicBezTo>
                  <a:cubicBezTo>
                    <a:pt x="31" y="14"/>
                    <a:pt x="31" y="14"/>
                    <a:pt x="28" y="14"/>
                  </a:cubicBezTo>
                  <a:cubicBezTo>
                    <a:pt x="27" y="14"/>
                    <a:pt x="27" y="14"/>
                    <a:pt x="27" y="13"/>
                  </a:cubicBezTo>
                  <a:cubicBezTo>
                    <a:pt x="27" y="12"/>
                    <a:pt x="27" y="12"/>
                    <a:pt x="27" y="12"/>
                  </a:cubicBezTo>
                  <a:cubicBezTo>
                    <a:pt x="29" y="12"/>
                    <a:pt x="31" y="12"/>
                    <a:pt x="33" y="12"/>
                  </a:cubicBezTo>
                  <a:cubicBezTo>
                    <a:pt x="35" y="12"/>
                    <a:pt x="37" y="12"/>
                    <a:pt x="38" y="12"/>
                  </a:cubicBezTo>
                  <a:cubicBezTo>
                    <a:pt x="38" y="13"/>
                    <a:pt x="38" y="13"/>
                    <a:pt x="38" y="13"/>
                  </a:cubicBezTo>
                  <a:cubicBezTo>
                    <a:pt x="38" y="14"/>
                    <a:pt x="38" y="14"/>
                    <a:pt x="38" y="14"/>
                  </a:cubicBezTo>
                  <a:cubicBezTo>
                    <a:pt x="35" y="14"/>
                    <a:pt x="35" y="14"/>
                    <a:pt x="35" y="19"/>
                  </a:cubicBezTo>
                  <a:cubicBezTo>
                    <a:pt x="35" y="23"/>
                    <a:pt x="35" y="23"/>
                    <a:pt x="35" y="23"/>
                  </a:cubicBezTo>
                  <a:cubicBezTo>
                    <a:pt x="46" y="23"/>
                    <a:pt x="46" y="23"/>
                    <a:pt x="46" y="23"/>
                  </a:cubicBezTo>
                  <a:cubicBezTo>
                    <a:pt x="46" y="19"/>
                    <a:pt x="46" y="19"/>
                    <a:pt x="46" y="19"/>
                  </a:cubicBezTo>
                  <a:cubicBezTo>
                    <a:pt x="46" y="14"/>
                    <a:pt x="46" y="14"/>
                    <a:pt x="43" y="14"/>
                  </a:cubicBezTo>
                  <a:cubicBezTo>
                    <a:pt x="43" y="14"/>
                    <a:pt x="43" y="14"/>
                    <a:pt x="43" y="13"/>
                  </a:cubicBezTo>
                  <a:cubicBezTo>
                    <a:pt x="43" y="12"/>
                    <a:pt x="43" y="12"/>
                    <a:pt x="43" y="12"/>
                  </a:cubicBezTo>
                  <a:cubicBezTo>
                    <a:pt x="45" y="12"/>
                    <a:pt x="47" y="12"/>
                    <a:pt x="48" y="12"/>
                  </a:cubicBezTo>
                  <a:cubicBezTo>
                    <a:pt x="50" y="12"/>
                    <a:pt x="52" y="12"/>
                    <a:pt x="54" y="12"/>
                  </a:cubicBezTo>
                  <a:cubicBezTo>
                    <a:pt x="54" y="13"/>
                    <a:pt x="54" y="13"/>
                    <a:pt x="54" y="13"/>
                  </a:cubicBezTo>
                  <a:cubicBezTo>
                    <a:pt x="54" y="14"/>
                    <a:pt x="54" y="14"/>
                    <a:pt x="54" y="14"/>
                  </a:cubicBezTo>
                  <a:cubicBezTo>
                    <a:pt x="51" y="14"/>
                    <a:pt x="51" y="14"/>
                    <a:pt x="51" y="19"/>
                  </a:cubicBezTo>
                  <a:cubicBezTo>
                    <a:pt x="51" y="30"/>
                    <a:pt x="51" y="30"/>
                    <a:pt x="51" y="30"/>
                  </a:cubicBezTo>
                  <a:cubicBezTo>
                    <a:pt x="51" y="35"/>
                    <a:pt x="51" y="35"/>
                    <a:pt x="54" y="35"/>
                  </a:cubicBezTo>
                  <a:cubicBezTo>
                    <a:pt x="54" y="35"/>
                    <a:pt x="54" y="36"/>
                    <a:pt x="54" y="36"/>
                  </a:cubicBezTo>
                  <a:cubicBezTo>
                    <a:pt x="54" y="37"/>
                    <a:pt x="54" y="37"/>
                    <a:pt x="54" y="37"/>
                  </a:cubicBezTo>
                  <a:cubicBezTo>
                    <a:pt x="52" y="37"/>
                    <a:pt x="50" y="37"/>
                    <a:pt x="48" y="37"/>
                  </a:cubicBezTo>
                  <a:close/>
                  <a:moveTo>
                    <a:pt x="69" y="37"/>
                  </a:moveTo>
                  <a:cubicBezTo>
                    <a:pt x="62" y="37"/>
                    <a:pt x="62" y="37"/>
                    <a:pt x="62" y="37"/>
                  </a:cubicBezTo>
                  <a:cubicBezTo>
                    <a:pt x="60" y="37"/>
                    <a:pt x="58" y="37"/>
                    <a:pt x="56" y="37"/>
                  </a:cubicBezTo>
                  <a:cubicBezTo>
                    <a:pt x="56" y="36"/>
                    <a:pt x="56" y="36"/>
                    <a:pt x="56" y="36"/>
                  </a:cubicBezTo>
                  <a:cubicBezTo>
                    <a:pt x="56" y="36"/>
                    <a:pt x="56" y="35"/>
                    <a:pt x="56" y="35"/>
                  </a:cubicBezTo>
                  <a:cubicBezTo>
                    <a:pt x="59" y="35"/>
                    <a:pt x="59" y="35"/>
                    <a:pt x="59" y="30"/>
                  </a:cubicBezTo>
                  <a:cubicBezTo>
                    <a:pt x="59" y="19"/>
                    <a:pt x="59" y="19"/>
                    <a:pt x="59" y="19"/>
                  </a:cubicBezTo>
                  <a:cubicBezTo>
                    <a:pt x="59" y="14"/>
                    <a:pt x="59" y="14"/>
                    <a:pt x="56" y="14"/>
                  </a:cubicBezTo>
                  <a:cubicBezTo>
                    <a:pt x="56" y="14"/>
                    <a:pt x="56" y="14"/>
                    <a:pt x="56" y="13"/>
                  </a:cubicBezTo>
                  <a:cubicBezTo>
                    <a:pt x="56" y="12"/>
                    <a:pt x="56" y="12"/>
                    <a:pt x="56" y="12"/>
                  </a:cubicBezTo>
                  <a:cubicBezTo>
                    <a:pt x="58" y="12"/>
                    <a:pt x="60" y="12"/>
                    <a:pt x="62" y="12"/>
                  </a:cubicBezTo>
                  <a:cubicBezTo>
                    <a:pt x="67" y="12"/>
                    <a:pt x="67" y="12"/>
                    <a:pt x="67" y="12"/>
                  </a:cubicBezTo>
                  <a:cubicBezTo>
                    <a:pt x="71" y="12"/>
                    <a:pt x="73" y="12"/>
                    <a:pt x="74" y="12"/>
                  </a:cubicBezTo>
                  <a:cubicBezTo>
                    <a:pt x="74" y="14"/>
                    <a:pt x="74" y="17"/>
                    <a:pt x="74" y="19"/>
                  </a:cubicBezTo>
                  <a:cubicBezTo>
                    <a:pt x="73" y="19"/>
                    <a:pt x="73" y="19"/>
                    <a:pt x="73" y="19"/>
                  </a:cubicBezTo>
                  <a:cubicBezTo>
                    <a:pt x="73" y="19"/>
                    <a:pt x="73" y="19"/>
                    <a:pt x="73" y="19"/>
                  </a:cubicBezTo>
                  <a:cubicBezTo>
                    <a:pt x="72" y="15"/>
                    <a:pt x="71" y="14"/>
                    <a:pt x="68" y="14"/>
                  </a:cubicBezTo>
                  <a:cubicBezTo>
                    <a:pt x="64" y="14"/>
                    <a:pt x="64" y="14"/>
                    <a:pt x="64" y="14"/>
                  </a:cubicBezTo>
                  <a:cubicBezTo>
                    <a:pt x="64" y="14"/>
                    <a:pt x="64" y="14"/>
                    <a:pt x="64" y="15"/>
                  </a:cubicBezTo>
                  <a:cubicBezTo>
                    <a:pt x="64" y="23"/>
                    <a:pt x="64" y="23"/>
                    <a:pt x="64" y="23"/>
                  </a:cubicBezTo>
                  <a:cubicBezTo>
                    <a:pt x="64" y="23"/>
                    <a:pt x="64" y="23"/>
                    <a:pt x="64" y="23"/>
                  </a:cubicBezTo>
                  <a:cubicBezTo>
                    <a:pt x="67" y="23"/>
                    <a:pt x="68" y="23"/>
                    <a:pt x="68" y="20"/>
                  </a:cubicBezTo>
                  <a:cubicBezTo>
                    <a:pt x="68" y="20"/>
                    <a:pt x="68" y="20"/>
                    <a:pt x="69" y="20"/>
                  </a:cubicBezTo>
                  <a:cubicBezTo>
                    <a:pt x="70" y="20"/>
                    <a:pt x="70" y="20"/>
                    <a:pt x="70" y="20"/>
                  </a:cubicBezTo>
                  <a:cubicBezTo>
                    <a:pt x="70" y="21"/>
                    <a:pt x="70" y="23"/>
                    <a:pt x="70" y="24"/>
                  </a:cubicBezTo>
                  <a:cubicBezTo>
                    <a:pt x="70" y="26"/>
                    <a:pt x="70" y="27"/>
                    <a:pt x="70" y="28"/>
                  </a:cubicBezTo>
                  <a:cubicBezTo>
                    <a:pt x="69" y="28"/>
                    <a:pt x="69" y="28"/>
                    <a:pt x="69" y="28"/>
                  </a:cubicBezTo>
                  <a:cubicBezTo>
                    <a:pt x="68" y="28"/>
                    <a:pt x="68" y="28"/>
                    <a:pt x="68" y="28"/>
                  </a:cubicBezTo>
                  <a:cubicBezTo>
                    <a:pt x="68" y="25"/>
                    <a:pt x="67" y="25"/>
                    <a:pt x="64" y="25"/>
                  </a:cubicBezTo>
                  <a:cubicBezTo>
                    <a:pt x="64" y="25"/>
                    <a:pt x="64" y="25"/>
                    <a:pt x="64" y="25"/>
                  </a:cubicBezTo>
                  <a:cubicBezTo>
                    <a:pt x="64" y="30"/>
                    <a:pt x="64" y="30"/>
                    <a:pt x="64" y="30"/>
                  </a:cubicBezTo>
                  <a:cubicBezTo>
                    <a:pt x="64" y="35"/>
                    <a:pt x="64" y="35"/>
                    <a:pt x="67" y="35"/>
                  </a:cubicBezTo>
                  <a:cubicBezTo>
                    <a:pt x="69" y="35"/>
                    <a:pt x="69" y="35"/>
                    <a:pt x="69" y="35"/>
                  </a:cubicBezTo>
                  <a:cubicBezTo>
                    <a:pt x="72" y="35"/>
                    <a:pt x="74" y="34"/>
                    <a:pt x="75" y="30"/>
                  </a:cubicBezTo>
                  <a:cubicBezTo>
                    <a:pt x="75" y="30"/>
                    <a:pt x="75" y="30"/>
                    <a:pt x="75" y="30"/>
                  </a:cubicBezTo>
                  <a:cubicBezTo>
                    <a:pt x="76" y="30"/>
                    <a:pt x="76" y="30"/>
                    <a:pt x="76" y="30"/>
                  </a:cubicBezTo>
                  <a:cubicBezTo>
                    <a:pt x="76" y="31"/>
                    <a:pt x="76" y="35"/>
                    <a:pt x="76" y="37"/>
                  </a:cubicBezTo>
                  <a:cubicBezTo>
                    <a:pt x="74" y="37"/>
                    <a:pt x="72" y="37"/>
                    <a:pt x="69" y="37"/>
                  </a:cubicBezTo>
                  <a:close/>
                  <a:moveTo>
                    <a:pt x="130" y="38"/>
                  </a:moveTo>
                  <a:cubicBezTo>
                    <a:pt x="123" y="38"/>
                    <a:pt x="118" y="33"/>
                    <a:pt x="118" y="25"/>
                  </a:cubicBezTo>
                  <a:cubicBezTo>
                    <a:pt x="118" y="16"/>
                    <a:pt x="124" y="11"/>
                    <a:pt x="130" y="11"/>
                  </a:cubicBezTo>
                  <a:cubicBezTo>
                    <a:pt x="137" y="11"/>
                    <a:pt x="142" y="16"/>
                    <a:pt x="142" y="24"/>
                  </a:cubicBezTo>
                  <a:cubicBezTo>
                    <a:pt x="142" y="33"/>
                    <a:pt x="137" y="38"/>
                    <a:pt x="130" y="38"/>
                  </a:cubicBezTo>
                  <a:close/>
                  <a:moveTo>
                    <a:pt x="130" y="14"/>
                  </a:moveTo>
                  <a:cubicBezTo>
                    <a:pt x="125" y="14"/>
                    <a:pt x="123" y="17"/>
                    <a:pt x="123" y="25"/>
                  </a:cubicBezTo>
                  <a:cubicBezTo>
                    <a:pt x="123" y="32"/>
                    <a:pt x="126" y="36"/>
                    <a:pt x="130" y="36"/>
                  </a:cubicBezTo>
                  <a:cubicBezTo>
                    <a:pt x="135" y="36"/>
                    <a:pt x="137" y="32"/>
                    <a:pt x="137" y="24"/>
                  </a:cubicBezTo>
                  <a:cubicBezTo>
                    <a:pt x="137" y="17"/>
                    <a:pt x="134" y="14"/>
                    <a:pt x="130" y="14"/>
                  </a:cubicBezTo>
                  <a:close/>
                  <a:moveTo>
                    <a:pt x="146" y="36"/>
                  </a:moveTo>
                  <a:cubicBezTo>
                    <a:pt x="145" y="37"/>
                    <a:pt x="145" y="37"/>
                    <a:pt x="145" y="37"/>
                  </a:cubicBezTo>
                  <a:cubicBezTo>
                    <a:pt x="145" y="37"/>
                    <a:pt x="145" y="37"/>
                    <a:pt x="145" y="37"/>
                  </a:cubicBezTo>
                  <a:cubicBezTo>
                    <a:pt x="144" y="37"/>
                    <a:pt x="144" y="37"/>
                    <a:pt x="144" y="37"/>
                  </a:cubicBezTo>
                  <a:cubicBezTo>
                    <a:pt x="144" y="36"/>
                    <a:pt x="144" y="31"/>
                    <a:pt x="144" y="29"/>
                  </a:cubicBezTo>
                  <a:cubicBezTo>
                    <a:pt x="145" y="29"/>
                    <a:pt x="145" y="29"/>
                    <a:pt x="145" y="29"/>
                  </a:cubicBezTo>
                  <a:cubicBezTo>
                    <a:pt x="145" y="29"/>
                    <a:pt x="146" y="29"/>
                    <a:pt x="146" y="30"/>
                  </a:cubicBezTo>
                  <a:cubicBezTo>
                    <a:pt x="146" y="33"/>
                    <a:pt x="148" y="36"/>
                    <a:pt x="152" y="36"/>
                  </a:cubicBezTo>
                  <a:cubicBezTo>
                    <a:pt x="155" y="36"/>
                    <a:pt x="157" y="34"/>
                    <a:pt x="157" y="32"/>
                  </a:cubicBezTo>
                  <a:cubicBezTo>
                    <a:pt x="157" y="25"/>
                    <a:pt x="144" y="27"/>
                    <a:pt x="144" y="19"/>
                  </a:cubicBezTo>
                  <a:cubicBezTo>
                    <a:pt x="144" y="14"/>
                    <a:pt x="147" y="11"/>
                    <a:pt x="152" y="11"/>
                  </a:cubicBezTo>
                  <a:cubicBezTo>
                    <a:pt x="153" y="11"/>
                    <a:pt x="155" y="12"/>
                    <a:pt x="157" y="13"/>
                  </a:cubicBezTo>
                  <a:cubicBezTo>
                    <a:pt x="157" y="12"/>
                    <a:pt x="157" y="12"/>
                    <a:pt x="157" y="12"/>
                  </a:cubicBezTo>
                  <a:cubicBezTo>
                    <a:pt x="157" y="12"/>
                    <a:pt x="158" y="12"/>
                    <a:pt x="158" y="12"/>
                  </a:cubicBezTo>
                  <a:cubicBezTo>
                    <a:pt x="159" y="12"/>
                    <a:pt x="159" y="12"/>
                    <a:pt x="159" y="12"/>
                  </a:cubicBezTo>
                  <a:cubicBezTo>
                    <a:pt x="159" y="14"/>
                    <a:pt x="159" y="18"/>
                    <a:pt x="159" y="19"/>
                  </a:cubicBezTo>
                  <a:cubicBezTo>
                    <a:pt x="158" y="19"/>
                    <a:pt x="158" y="19"/>
                    <a:pt x="158" y="19"/>
                  </a:cubicBezTo>
                  <a:cubicBezTo>
                    <a:pt x="157" y="19"/>
                    <a:pt x="157" y="19"/>
                    <a:pt x="157" y="19"/>
                  </a:cubicBezTo>
                  <a:cubicBezTo>
                    <a:pt x="156" y="16"/>
                    <a:pt x="155" y="14"/>
                    <a:pt x="152" y="14"/>
                  </a:cubicBezTo>
                  <a:cubicBezTo>
                    <a:pt x="149" y="14"/>
                    <a:pt x="148" y="15"/>
                    <a:pt x="148" y="17"/>
                  </a:cubicBezTo>
                  <a:cubicBezTo>
                    <a:pt x="148" y="23"/>
                    <a:pt x="161" y="21"/>
                    <a:pt x="161" y="30"/>
                  </a:cubicBezTo>
                  <a:cubicBezTo>
                    <a:pt x="161" y="35"/>
                    <a:pt x="156" y="38"/>
                    <a:pt x="152" y="38"/>
                  </a:cubicBezTo>
                  <a:cubicBezTo>
                    <a:pt x="149" y="38"/>
                    <a:pt x="147" y="37"/>
                    <a:pt x="146" y="36"/>
                  </a:cubicBezTo>
                  <a:close/>
                  <a:moveTo>
                    <a:pt x="172" y="37"/>
                  </a:moveTo>
                  <a:cubicBezTo>
                    <a:pt x="171" y="37"/>
                    <a:pt x="168" y="37"/>
                    <a:pt x="167" y="37"/>
                  </a:cubicBezTo>
                  <a:cubicBezTo>
                    <a:pt x="167" y="36"/>
                    <a:pt x="167" y="36"/>
                    <a:pt x="167" y="36"/>
                  </a:cubicBezTo>
                  <a:cubicBezTo>
                    <a:pt x="167" y="36"/>
                    <a:pt x="167" y="35"/>
                    <a:pt x="167" y="35"/>
                  </a:cubicBezTo>
                  <a:cubicBezTo>
                    <a:pt x="170" y="35"/>
                    <a:pt x="170" y="35"/>
                    <a:pt x="170" y="30"/>
                  </a:cubicBezTo>
                  <a:cubicBezTo>
                    <a:pt x="170" y="15"/>
                    <a:pt x="170" y="15"/>
                    <a:pt x="170" y="15"/>
                  </a:cubicBezTo>
                  <a:cubicBezTo>
                    <a:pt x="170" y="14"/>
                    <a:pt x="170" y="14"/>
                    <a:pt x="170" y="14"/>
                  </a:cubicBezTo>
                  <a:cubicBezTo>
                    <a:pt x="168" y="14"/>
                    <a:pt x="168" y="14"/>
                    <a:pt x="168" y="14"/>
                  </a:cubicBezTo>
                  <a:cubicBezTo>
                    <a:pt x="165" y="14"/>
                    <a:pt x="163" y="14"/>
                    <a:pt x="163" y="19"/>
                  </a:cubicBezTo>
                  <a:cubicBezTo>
                    <a:pt x="162" y="19"/>
                    <a:pt x="162" y="19"/>
                    <a:pt x="162" y="19"/>
                  </a:cubicBezTo>
                  <a:cubicBezTo>
                    <a:pt x="161" y="19"/>
                    <a:pt x="161" y="19"/>
                    <a:pt x="161" y="19"/>
                  </a:cubicBezTo>
                  <a:cubicBezTo>
                    <a:pt x="161" y="18"/>
                    <a:pt x="161" y="14"/>
                    <a:pt x="161" y="12"/>
                  </a:cubicBezTo>
                  <a:cubicBezTo>
                    <a:pt x="163" y="12"/>
                    <a:pt x="165" y="12"/>
                    <a:pt x="168" y="12"/>
                  </a:cubicBezTo>
                  <a:cubicBezTo>
                    <a:pt x="177" y="12"/>
                    <a:pt x="177" y="12"/>
                    <a:pt x="177" y="12"/>
                  </a:cubicBezTo>
                  <a:cubicBezTo>
                    <a:pt x="180" y="12"/>
                    <a:pt x="182" y="12"/>
                    <a:pt x="184" y="12"/>
                  </a:cubicBezTo>
                  <a:cubicBezTo>
                    <a:pt x="184" y="14"/>
                    <a:pt x="184" y="18"/>
                    <a:pt x="184" y="19"/>
                  </a:cubicBezTo>
                  <a:cubicBezTo>
                    <a:pt x="183" y="19"/>
                    <a:pt x="183" y="19"/>
                    <a:pt x="183" y="19"/>
                  </a:cubicBezTo>
                  <a:cubicBezTo>
                    <a:pt x="182" y="19"/>
                    <a:pt x="182" y="19"/>
                    <a:pt x="182" y="19"/>
                  </a:cubicBezTo>
                  <a:cubicBezTo>
                    <a:pt x="182" y="14"/>
                    <a:pt x="180" y="14"/>
                    <a:pt x="177" y="14"/>
                  </a:cubicBezTo>
                  <a:cubicBezTo>
                    <a:pt x="175" y="14"/>
                    <a:pt x="175" y="14"/>
                    <a:pt x="175" y="14"/>
                  </a:cubicBezTo>
                  <a:cubicBezTo>
                    <a:pt x="175" y="14"/>
                    <a:pt x="175" y="14"/>
                    <a:pt x="175" y="15"/>
                  </a:cubicBezTo>
                  <a:cubicBezTo>
                    <a:pt x="175" y="30"/>
                    <a:pt x="175" y="30"/>
                    <a:pt x="175" y="30"/>
                  </a:cubicBezTo>
                  <a:cubicBezTo>
                    <a:pt x="175" y="35"/>
                    <a:pt x="175" y="35"/>
                    <a:pt x="178" y="35"/>
                  </a:cubicBezTo>
                  <a:cubicBezTo>
                    <a:pt x="178" y="35"/>
                    <a:pt x="178" y="36"/>
                    <a:pt x="178" y="36"/>
                  </a:cubicBezTo>
                  <a:cubicBezTo>
                    <a:pt x="178" y="37"/>
                    <a:pt x="178" y="37"/>
                    <a:pt x="178" y="37"/>
                  </a:cubicBezTo>
                  <a:cubicBezTo>
                    <a:pt x="176" y="37"/>
                    <a:pt x="174" y="37"/>
                    <a:pt x="172" y="37"/>
                  </a:cubicBezTo>
                  <a:close/>
                  <a:moveTo>
                    <a:pt x="196" y="38"/>
                  </a:moveTo>
                  <a:cubicBezTo>
                    <a:pt x="189" y="38"/>
                    <a:pt x="184" y="33"/>
                    <a:pt x="184" y="25"/>
                  </a:cubicBezTo>
                  <a:cubicBezTo>
                    <a:pt x="184" y="16"/>
                    <a:pt x="190" y="11"/>
                    <a:pt x="196" y="11"/>
                  </a:cubicBezTo>
                  <a:cubicBezTo>
                    <a:pt x="203" y="11"/>
                    <a:pt x="208" y="16"/>
                    <a:pt x="208" y="24"/>
                  </a:cubicBezTo>
                  <a:cubicBezTo>
                    <a:pt x="208" y="33"/>
                    <a:pt x="203" y="38"/>
                    <a:pt x="196" y="38"/>
                  </a:cubicBezTo>
                  <a:close/>
                  <a:moveTo>
                    <a:pt x="196" y="14"/>
                  </a:moveTo>
                  <a:cubicBezTo>
                    <a:pt x="191" y="14"/>
                    <a:pt x="189" y="17"/>
                    <a:pt x="189" y="25"/>
                  </a:cubicBezTo>
                  <a:cubicBezTo>
                    <a:pt x="189" y="32"/>
                    <a:pt x="192" y="36"/>
                    <a:pt x="197" y="36"/>
                  </a:cubicBezTo>
                  <a:cubicBezTo>
                    <a:pt x="201" y="36"/>
                    <a:pt x="203" y="32"/>
                    <a:pt x="203" y="24"/>
                  </a:cubicBezTo>
                  <a:cubicBezTo>
                    <a:pt x="203" y="17"/>
                    <a:pt x="200" y="14"/>
                    <a:pt x="196" y="14"/>
                  </a:cubicBezTo>
                  <a:close/>
                  <a:moveTo>
                    <a:pt x="230" y="38"/>
                  </a:moveTo>
                  <a:cubicBezTo>
                    <a:pt x="229" y="36"/>
                    <a:pt x="228" y="35"/>
                    <a:pt x="227" y="34"/>
                  </a:cubicBezTo>
                  <a:cubicBezTo>
                    <a:pt x="215" y="17"/>
                    <a:pt x="215" y="17"/>
                    <a:pt x="215" y="17"/>
                  </a:cubicBezTo>
                  <a:cubicBezTo>
                    <a:pt x="215" y="17"/>
                    <a:pt x="215" y="17"/>
                    <a:pt x="215" y="17"/>
                  </a:cubicBezTo>
                  <a:cubicBezTo>
                    <a:pt x="215" y="27"/>
                    <a:pt x="215" y="27"/>
                    <a:pt x="215" y="27"/>
                  </a:cubicBezTo>
                  <a:cubicBezTo>
                    <a:pt x="215" y="34"/>
                    <a:pt x="215" y="35"/>
                    <a:pt x="220" y="35"/>
                  </a:cubicBezTo>
                  <a:cubicBezTo>
                    <a:pt x="220" y="35"/>
                    <a:pt x="220" y="36"/>
                    <a:pt x="220" y="36"/>
                  </a:cubicBezTo>
                  <a:cubicBezTo>
                    <a:pt x="220" y="37"/>
                    <a:pt x="220" y="37"/>
                    <a:pt x="220" y="37"/>
                  </a:cubicBezTo>
                  <a:cubicBezTo>
                    <a:pt x="218" y="37"/>
                    <a:pt x="216" y="37"/>
                    <a:pt x="214" y="37"/>
                  </a:cubicBezTo>
                  <a:cubicBezTo>
                    <a:pt x="212" y="37"/>
                    <a:pt x="211" y="37"/>
                    <a:pt x="209" y="37"/>
                  </a:cubicBezTo>
                  <a:cubicBezTo>
                    <a:pt x="209" y="36"/>
                    <a:pt x="209" y="36"/>
                    <a:pt x="209" y="36"/>
                  </a:cubicBezTo>
                  <a:cubicBezTo>
                    <a:pt x="209" y="36"/>
                    <a:pt x="209" y="35"/>
                    <a:pt x="210" y="35"/>
                  </a:cubicBezTo>
                  <a:cubicBezTo>
                    <a:pt x="213" y="35"/>
                    <a:pt x="213" y="34"/>
                    <a:pt x="213" y="27"/>
                  </a:cubicBezTo>
                  <a:cubicBezTo>
                    <a:pt x="213" y="19"/>
                    <a:pt x="213" y="19"/>
                    <a:pt x="213" y="19"/>
                  </a:cubicBezTo>
                  <a:cubicBezTo>
                    <a:pt x="213" y="14"/>
                    <a:pt x="213" y="14"/>
                    <a:pt x="210" y="14"/>
                  </a:cubicBezTo>
                  <a:cubicBezTo>
                    <a:pt x="209" y="14"/>
                    <a:pt x="209" y="14"/>
                    <a:pt x="209" y="13"/>
                  </a:cubicBezTo>
                  <a:cubicBezTo>
                    <a:pt x="209" y="12"/>
                    <a:pt x="209" y="12"/>
                    <a:pt x="209" y="12"/>
                  </a:cubicBezTo>
                  <a:cubicBezTo>
                    <a:pt x="211" y="12"/>
                    <a:pt x="213" y="12"/>
                    <a:pt x="214" y="12"/>
                  </a:cubicBezTo>
                  <a:cubicBezTo>
                    <a:pt x="215" y="12"/>
                    <a:pt x="217" y="12"/>
                    <a:pt x="218" y="12"/>
                  </a:cubicBezTo>
                  <a:cubicBezTo>
                    <a:pt x="230" y="30"/>
                    <a:pt x="230" y="30"/>
                    <a:pt x="230" y="30"/>
                  </a:cubicBezTo>
                  <a:cubicBezTo>
                    <a:pt x="230" y="30"/>
                    <a:pt x="230" y="30"/>
                    <a:pt x="230" y="30"/>
                  </a:cubicBezTo>
                  <a:cubicBezTo>
                    <a:pt x="230" y="22"/>
                    <a:pt x="230" y="22"/>
                    <a:pt x="230" y="22"/>
                  </a:cubicBezTo>
                  <a:cubicBezTo>
                    <a:pt x="230" y="15"/>
                    <a:pt x="230" y="14"/>
                    <a:pt x="226" y="14"/>
                  </a:cubicBezTo>
                  <a:cubicBezTo>
                    <a:pt x="226" y="14"/>
                    <a:pt x="226" y="14"/>
                    <a:pt x="226" y="13"/>
                  </a:cubicBezTo>
                  <a:cubicBezTo>
                    <a:pt x="226" y="12"/>
                    <a:pt x="226" y="12"/>
                    <a:pt x="226" y="12"/>
                  </a:cubicBezTo>
                  <a:cubicBezTo>
                    <a:pt x="227" y="12"/>
                    <a:pt x="230" y="12"/>
                    <a:pt x="232" y="12"/>
                  </a:cubicBezTo>
                  <a:cubicBezTo>
                    <a:pt x="233" y="12"/>
                    <a:pt x="235" y="12"/>
                    <a:pt x="236" y="12"/>
                  </a:cubicBezTo>
                  <a:cubicBezTo>
                    <a:pt x="236" y="13"/>
                    <a:pt x="236" y="13"/>
                    <a:pt x="236" y="13"/>
                  </a:cubicBezTo>
                  <a:cubicBezTo>
                    <a:pt x="236" y="14"/>
                    <a:pt x="236" y="14"/>
                    <a:pt x="236" y="14"/>
                  </a:cubicBezTo>
                  <a:cubicBezTo>
                    <a:pt x="233" y="14"/>
                    <a:pt x="233" y="15"/>
                    <a:pt x="233" y="22"/>
                  </a:cubicBezTo>
                  <a:cubicBezTo>
                    <a:pt x="233" y="38"/>
                    <a:pt x="233" y="38"/>
                    <a:pt x="233" y="38"/>
                  </a:cubicBezTo>
                  <a:lnTo>
                    <a:pt x="230" y="38"/>
                  </a:lnTo>
                  <a:close/>
                  <a:moveTo>
                    <a:pt x="290" y="38"/>
                  </a:moveTo>
                  <a:cubicBezTo>
                    <a:pt x="284" y="38"/>
                    <a:pt x="278" y="33"/>
                    <a:pt x="278" y="25"/>
                  </a:cubicBezTo>
                  <a:cubicBezTo>
                    <a:pt x="278" y="16"/>
                    <a:pt x="284" y="11"/>
                    <a:pt x="290" y="11"/>
                  </a:cubicBezTo>
                  <a:cubicBezTo>
                    <a:pt x="297" y="11"/>
                    <a:pt x="302" y="16"/>
                    <a:pt x="302" y="24"/>
                  </a:cubicBezTo>
                  <a:cubicBezTo>
                    <a:pt x="302" y="33"/>
                    <a:pt x="297" y="38"/>
                    <a:pt x="290" y="38"/>
                  </a:cubicBezTo>
                  <a:close/>
                  <a:moveTo>
                    <a:pt x="290" y="14"/>
                  </a:moveTo>
                  <a:cubicBezTo>
                    <a:pt x="285" y="14"/>
                    <a:pt x="283" y="17"/>
                    <a:pt x="283" y="25"/>
                  </a:cubicBezTo>
                  <a:cubicBezTo>
                    <a:pt x="283" y="32"/>
                    <a:pt x="286" y="36"/>
                    <a:pt x="291" y="36"/>
                  </a:cubicBezTo>
                  <a:cubicBezTo>
                    <a:pt x="295" y="36"/>
                    <a:pt x="298" y="32"/>
                    <a:pt x="298" y="24"/>
                  </a:cubicBezTo>
                  <a:cubicBezTo>
                    <a:pt x="298" y="17"/>
                    <a:pt x="294" y="14"/>
                    <a:pt x="290" y="14"/>
                  </a:cubicBezTo>
                  <a:close/>
                  <a:moveTo>
                    <a:pt x="324" y="38"/>
                  </a:moveTo>
                  <a:cubicBezTo>
                    <a:pt x="323" y="36"/>
                    <a:pt x="322" y="35"/>
                    <a:pt x="321" y="34"/>
                  </a:cubicBezTo>
                  <a:cubicBezTo>
                    <a:pt x="310" y="17"/>
                    <a:pt x="310" y="17"/>
                    <a:pt x="310" y="17"/>
                  </a:cubicBezTo>
                  <a:cubicBezTo>
                    <a:pt x="310" y="17"/>
                    <a:pt x="310" y="17"/>
                    <a:pt x="310" y="17"/>
                  </a:cubicBezTo>
                  <a:cubicBezTo>
                    <a:pt x="310" y="27"/>
                    <a:pt x="310" y="27"/>
                    <a:pt x="310" y="27"/>
                  </a:cubicBezTo>
                  <a:cubicBezTo>
                    <a:pt x="310" y="34"/>
                    <a:pt x="310" y="35"/>
                    <a:pt x="314" y="35"/>
                  </a:cubicBezTo>
                  <a:cubicBezTo>
                    <a:pt x="314" y="35"/>
                    <a:pt x="314" y="36"/>
                    <a:pt x="314" y="36"/>
                  </a:cubicBezTo>
                  <a:cubicBezTo>
                    <a:pt x="314" y="37"/>
                    <a:pt x="314" y="37"/>
                    <a:pt x="314" y="37"/>
                  </a:cubicBezTo>
                  <a:cubicBezTo>
                    <a:pt x="313" y="37"/>
                    <a:pt x="310" y="37"/>
                    <a:pt x="308" y="37"/>
                  </a:cubicBezTo>
                  <a:cubicBezTo>
                    <a:pt x="306" y="37"/>
                    <a:pt x="305" y="37"/>
                    <a:pt x="303" y="37"/>
                  </a:cubicBezTo>
                  <a:cubicBezTo>
                    <a:pt x="303" y="36"/>
                    <a:pt x="303" y="36"/>
                    <a:pt x="303" y="36"/>
                  </a:cubicBezTo>
                  <a:cubicBezTo>
                    <a:pt x="303" y="36"/>
                    <a:pt x="304" y="35"/>
                    <a:pt x="304" y="35"/>
                  </a:cubicBezTo>
                  <a:cubicBezTo>
                    <a:pt x="307" y="35"/>
                    <a:pt x="307" y="34"/>
                    <a:pt x="307" y="27"/>
                  </a:cubicBezTo>
                  <a:cubicBezTo>
                    <a:pt x="307" y="19"/>
                    <a:pt x="307" y="19"/>
                    <a:pt x="307" y="19"/>
                  </a:cubicBezTo>
                  <a:cubicBezTo>
                    <a:pt x="307" y="14"/>
                    <a:pt x="307" y="14"/>
                    <a:pt x="304" y="14"/>
                  </a:cubicBezTo>
                  <a:cubicBezTo>
                    <a:pt x="304" y="14"/>
                    <a:pt x="303" y="14"/>
                    <a:pt x="303" y="13"/>
                  </a:cubicBezTo>
                  <a:cubicBezTo>
                    <a:pt x="303" y="12"/>
                    <a:pt x="303" y="12"/>
                    <a:pt x="303" y="12"/>
                  </a:cubicBezTo>
                  <a:cubicBezTo>
                    <a:pt x="305" y="12"/>
                    <a:pt x="307" y="12"/>
                    <a:pt x="308" y="12"/>
                  </a:cubicBezTo>
                  <a:cubicBezTo>
                    <a:pt x="309" y="12"/>
                    <a:pt x="311" y="12"/>
                    <a:pt x="312" y="12"/>
                  </a:cubicBezTo>
                  <a:cubicBezTo>
                    <a:pt x="324" y="30"/>
                    <a:pt x="324" y="30"/>
                    <a:pt x="324" y="30"/>
                  </a:cubicBezTo>
                  <a:cubicBezTo>
                    <a:pt x="324" y="30"/>
                    <a:pt x="324" y="30"/>
                    <a:pt x="324" y="30"/>
                  </a:cubicBezTo>
                  <a:cubicBezTo>
                    <a:pt x="324" y="22"/>
                    <a:pt x="324" y="22"/>
                    <a:pt x="324" y="22"/>
                  </a:cubicBezTo>
                  <a:cubicBezTo>
                    <a:pt x="324" y="15"/>
                    <a:pt x="324" y="14"/>
                    <a:pt x="320" y="14"/>
                  </a:cubicBezTo>
                  <a:cubicBezTo>
                    <a:pt x="320" y="14"/>
                    <a:pt x="320" y="14"/>
                    <a:pt x="320" y="13"/>
                  </a:cubicBezTo>
                  <a:cubicBezTo>
                    <a:pt x="320" y="12"/>
                    <a:pt x="320" y="12"/>
                    <a:pt x="320" y="12"/>
                  </a:cubicBezTo>
                  <a:cubicBezTo>
                    <a:pt x="321" y="12"/>
                    <a:pt x="324" y="12"/>
                    <a:pt x="326" y="12"/>
                  </a:cubicBezTo>
                  <a:cubicBezTo>
                    <a:pt x="328" y="12"/>
                    <a:pt x="329" y="12"/>
                    <a:pt x="330" y="12"/>
                  </a:cubicBezTo>
                  <a:cubicBezTo>
                    <a:pt x="330" y="13"/>
                    <a:pt x="330" y="13"/>
                    <a:pt x="330" y="13"/>
                  </a:cubicBezTo>
                  <a:cubicBezTo>
                    <a:pt x="330" y="14"/>
                    <a:pt x="330" y="14"/>
                    <a:pt x="330" y="14"/>
                  </a:cubicBezTo>
                  <a:cubicBezTo>
                    <a:pt x="327" y="14"/>
                    <a:pt x="327" y="15"/>
                    <a:pt x="327" y="22"/>
                  </a:cubicBezTo>
                  <a:cubicBezTo>
                    <a:pt x="327" y="38"/>
                    <a:pt x="327" y="38"/>
                    <a:pt x="327" y="38"/>
                  </a:cubicBezTo>
                  <a:lnTo>
                    <a:pt x="324" y="38"/>
                  </a:lnTo>
                  <a:close/>
                  <a:moveTo>
                    <a:pt x="335" y="36"/>
                  </a:moveTo>
                  <a:cubicBezTo>
                    <a:pt x="334" y="37"/>
                    <a:pt x="334" y="37"/>
                    <a:pt x="334" y="37"/>
                  </a:cubicBezTo>
                  <a:cubicBezTo>
                    <a:pt x="334" y="37"/>
                    <a:pt x="334" y="37"/>
                    <a:pt x="333" y="37"/>
                  </a:cubicBezTo>
                  <a:cubicBezTo>
                    <a:pt x="333" y="37"/>
                    <a:pt x="333" y="37"/>
                    <a:pt x="333" y="37"/>
                  </a:cubicBezTo>
                  <a:cubicBezTo>
                    <a:pt x="333" y="36"/>
                    <a:pt x="333" y="31"/>
                    <a:pt x="333" y="29"/>
                  </a:cubicBezTo>
                  <a:cubicBezTo>
                    <a:pt x="334" y="29"/>
                    <a:pt x="334" y="29"/>
                    <a:pt x="334" y="29"/>
                  </a:cubicBezTo>
                  <a:cubicBezTo>
                    <a:pt x="334" y="29"/>
                    <a:pt x="334" y="29"/>
                    <a:pt x="334" y="30"/>
                  </a:cubicBezTo>
                  <a:cubicBezTo>
                    <a:pt x="335" y="33"/>
                    <a:pt x="337" y="36"/>
                    <a:pt x="340" y="36"/>
                  </a:cubicBezTo>
                  <a:cubicBezTo>
                    <a:pt x="343" y="36"/>
                    <a:pt x="345" y="34"/>
                    <a:pt x="345" y="32"/>
                  </a:cubicBezTo>
                  <a:cubicBezTo>
                    <a:pt x="345" y="25"/>
                    <a:pt x="333" y="27"/>
                    <a:pt x="333" y="19"/>
                  </a:cubicBezTo>
                  <a:cubicBezTo>
                    <a:pt x="333" y="14"/>
                    <a:pt x="336" y="11"/>
                    <a:pt x="340" y="11"/>
                  </a:cubicBezTo>
                  <a:cubicBezTo>
                    <a:pt x="342" y="11"/>
                    <a:pt x="344" y="12"/>
                    <a:pt x="345" y="13"/>
                  </a:cubicBezTo>
                  <a:cubicBezTo>
                    <a:pt x="346" y="12"/>
                    <a:pt x="346" y="12"/>
                    <a:pt x="346" y="12"/>
                  </a:cubicBezTo>
                  <a:cubicBezTo>
                    <a:pt x="346" y="12"/>
                    <a:pt x="346" y="12"/>
                    <a:pt x="346" y="12"/>
                  </a:cubicBezTo>
                  <a:cubicBezTo>
                    <a:pt x="347" y="12"/>
                    <a:pt x="347" y="12"/>
                    <a:pt x="347" y="12"/>
                  </a:cubicBezTo>
                  <a:cubicBezTo>
                    <a:pt x="347" y="13"/>
                    <a:pt x="347" y="17"/>
                    <a:pt x="347" y="19"/>
                  </a:cubicBezTo>
                  <a:cubicBezTo>
                    <a:pt x="346" y="19"/>
                    <a:pt x="346" y="19"/>
                    <a:pt x="346" y="19"/>
                  </a:cubicBezTo>
                  <a:cubicBezTo>
                    <a:pt x="346" y="19"/>
                    <a:pt x="346" y="19"/>
                    <a:pt x="346" y="19"/>
                  </a:cubicBezTo>
                  <a:cubicBezTo>
                    <a:pt x="345" y="16"/>
                    <a:pt x="343" y="14"/>
                    <a:pt x="340" y="14"/>
                  </a:cubicBezTo>
                  <a:cubicBezTo>
                    <a:pt x="337" y="14"/>
                    <a:pt x="336" y="15"/>
                    <a:pt x="336" y="17"/>
                  </a:cubicBezTo>
                  <a:cubicBezTo>
                    <a:pt x="336" y="23"/>
                    <a:pt x="349" y="21"/>
                    <a:pt x="349" y="30"/>
                  </a:cubicBezTo>
                  <a:cubicBezTo>
                    <a:pt x="349" y="35"/>
                    <a:pt x="345" y="38"/>
                    <a:pt x="340" y="38"/>
                  </a:cubicBezTo>
                  <a:cubicBezTo>
                    <a:pt x="338" y="38"/>
                    <a:pt x="336" y="37"/>
                    <a:pt x="335" y="36"/>
                  </a:cubicBezTo>
                  <a:close/>
                  <a:moveTo>
                    <a:pt x="364" y="38"/>
                  </a:moveTo>
                  <a:cubicBezTo>
                    <a:pt x="357" y="38"/>
                    <a:pt x="354" y="35"/>
                    <a:pt x="354" y="28"/>
                  </a:cubicBezTo>
                  <a:cubicBezTo>
                    <a:pt x="354" y="19"/>
                    <a:pt x="354" y="19"/>
                    <a:pt x="354" y="19"/>
                  </a:cubicBezTo>
                  <a:cubicBezTo>
                    <a:pt x="354" y="14"/>
                    <a:pt x="354" y="14"/>
                    <a:pt x="350" y="14"/>
                  </a:cubicBezTo>
                  <a:cubicBezTo>
                    <a:pt x="350" y="14"/>
                    <a:pt x="350" y="14"/>
                    <a:pt x="350" y="13"/>
                  </a:cubicBezTo>
                  <a:cubicBezTo>
                    <a:pt x="350" y="12"/>
                    <a:pt x="350" y="12"/>
                    <a:pt x="350" y="12"/>
                  </a:cubicBezTo>
                  <a:cubicBezTo>
                    <a:pt x="352" y="12"/>
                    <a:pt x="354" y="12"/>
                    <a:pt x="356" y="12"/>
                  </a:cubicBezTo>
                  <a:cubicBezTo>
                    <a:pt x="357" y="12"/>
                    <a:pt x="360" y="12"/>
                    <a:pt x="361" y="12"/>
                  </a:cubicBezTo>
                  <a:cubicBezTo>
                    <a:pt x="361" y="13"/>
                    <a:pt x="361" y="13"/>
                    <a:pt x="361" y="13"/>
                  </a:cubicBezTo>
                  <a:cubicBezTo>
                    <a:pt x="361" y="14"/>
                    <a:pt x="361" y="14"/>
                    <a:pt x="361" y="14"/>
                  </a:cubicBezTo>
                  <a:cubicBezTo>
                    <a:pt x="358" y="14"/>
                    <a:pt x="358" y="14"/>
                    <a:pt x="358" y="19"/>
                  </a:cubicBezTo>
                  <a:cubicBezTo>
                    <a:pt x="358" y="29"/>
                    <a:pt x="358" y="29"/>
                    <a:pt x="358" y="29"/>
                  </a:cubicBezTo>
                  <a:cubicBezTo>
                    <a:pt x="358" y="33"/>
                    <a:pt x="360" y="35"/>
                    <a:pt x="364" y="35"/>
                  </a:cubicBezTo>
                  <a:cubicBezTo>
                    <a:pt x="369" y="35"/>
                    <a:pt x="371" y="33"/>
                    <a:pt x="371" y="28"/>
                  </a:cubicBezTo>
                  <a:cubicBezTo>
                    <a:pt x="371" y="22"/>
                    <a:pt x="371" y="22"/>
                    <a:pt x="371" y="22"/>
                  </a:cubicBezTo>
                  <a:cubicBezTo>
                    <a:pt x="371" y="15"/>
                    <a:pt x="371" y="14"/>
                    <a:pt x="366" y="14"/>
                  </a:cubicBezTo>
                  <a:cubicBezTo>
                    <a:pt x="366" y="14"/>
                    <a:pt x="366" y="14"/>
                    <a:pt x="366" y="13"/>
                  </a:cubicBezTo>
                  <a:cubicBezTo>
                    <a:pt x="366" y="12"/>
                    <a:pt x="366" y="12"/>
                    <a:pt x="366" y="12"/>
                  </a:cubicBezTo>
                  <a:cubicBezTo>
                    <a:pt x="368" y="12"/>
                    <a:pt x="370" y="12"/>
                    <a:pt x="372" y="12"/>
                  </a:cubicBezTo>
                  <a:cubicBezTo>
                    <a:pt x="374" y="12"/>
                    <a:pt x="374" y="12"/>
                    <a:pt x="376" y="12"/>
                  </a:cubicBezTo>
                  <a:cubicBezTo>
                    <a:pt x="376" y="13"/>
                    <a:pt x="376" y="13"/>
                    <a:pt x="376" y="13"/>
                  </a:cubicBezTo>
                  <a:cubicBezTo>
                    <a:pt x="376" y="14"/>
                    <a:pt x="376" y="14"/>
                    <a:pt x="376" y="14"/>
                  </a:cubicBezTo>
                  <a:cubicBezTo>
                    <a:pt x="373" y="14"/>
                    <a:pt x="373" y="15"/>
                    <a:pt x="373" y="22"/>
                  </a:cubicBezTo>
                  <a:cubicBezTo>
                    <a:pt x="373" y="28"/>
                    <a:pt x="373" y="28"/>
                    <a:pt x="373" y="28"/>
                  </a:cubicBezTo>
                  <a:cubicBezTo>
                    <a:pt x="373" y="35"/>
                    <a:pt x="370" y="38"/>
                    <a:pt x="364" y="38"/>
                  </a:cubicBezTo>
                  <a:close/>
                  <a:moveTo>
                    <a:pt x="392" y="37"/>
                  </a:moveTo>
                  <a:cubicBezTo>
                    <a:pt x="383" y="37"/>
                    <a:pt x="383" y="37"/>
                    <a:pt x="383" y="37"/>
                  </a:cubicBezTo>
                  <a:cubicBezTo>
                    <a:pt x="381" y="37"/>
                    <a:pt x="379" y="37"/>
                    <a:pt x="378" y="37"/>
                  </a:cubicBezTo>
                  <a:cubicBezTo>
                    <a:pt x="378" y="36"/>
                    <a:pt x="378" y="36"/>
                    <a:pt x="378" y="36"/>
                  </a:cubicBezTo>
                  <a:cubicBezTo>
                    <a:pt x="378" y="36"/>
                    <a:pt x="378" y="35"/>
                    <a:pt x="378" y="35"/>
                  </a:cubicBezTo>
                  <a:cubicBezTo>
                    <a:pt x="381" y="35"/>
                    <a:pt x="381" y="35"/>
                    <a:pt x="381" y="30"/>
                  </a:cubicBezTo>
                  <a:cubicBezTo>
                    <a:pt x="381" y="19"/>
                    <a:pt x="381" y="19"/>
                    <a:pt x="381" y="19"/>
                  </a:cubicBezTo>
                  <a:cubicBezTo>
                    <a:pt x="381" y="14"/>
                    <a:pt x="381" y="14"/>
                    <a:pt x="378" y="14"/>
                  </a:cubicBezTo>
                  <a:cubicBezTo>
                    <a:pt x="378" y="14"/>
                    <a:pt x="378" y="14"/>
                    <a:pt x="378" y="13"/>
                  </a:cubicBezTo>
                  <a:cubicBezTo>
                    <a:pt x="378" y="12"/>
                    <a:pt x="378" y="12"/>
                    <a:pt x="378" y="12"/>
                  </a:cubicBezTo>
                  <a:cubicBezTo>
                    <a:pt x="379" y="12"/>
                    <a:pt x="382" y="12"/>
                    <a:pt x="383" y="12"/>
                  </a:cubicBezTo>
                  <a:cubicBezTo>
                    <a:pt x="385" y="12"/>
                    <a:pt x="388" y="12"/>
                    <a:pt x="390" y="12"/>
                  </a:cubicBezTo>
                  <a:cubicBezTo>
                    <a:pt x="390" y="13"/>
                    <a:pt x="390" y="13"/>
                    <a:pt x="390" y="13"/>
                  </a:cubicBezTo>
                  <a:cubicBezTo>
                    <a:pt x="390" y="14"/>
                    <a:pt x="390" y="14"/>
                    <a:pt x="389" y="14"/>
                  </a:cubicBezTo>
                  <a:cubicBezTo>
                    <a:pt x="386" y="14"/>
                    <a:pt x="386" y="14"/>
                    <a:pt x="386" y="19"/>
                  </a:cubicBezTo>
                  <a:cubicBezTo>
                    <a:pt x="386" y="30"/>
                    <a:pt x="386" y="30"/>
                    <a:pt x="386" y="30"/>
                  </a:cubicBezTo>
                  <a:cubicBezTo>
                    <a:pt x="386" y="35"/>
                    <a:pt x="386" y="35"/>
                    <a:pt x="389" y="35"/>
                  </a:cubicBezTo>
                  <a:cubicBezTo>
                    <a:pt x="391" y="35"/>
                    <a:pt x="391" y="35"/>
                    <a:pt x="391" y="35"/>
                  </a:cubicBezTo>
                  <a:cubicBezTo>
                    <a:pt x="394" y="35"/>
                    <a:pt x="395" y="34"/>
                    <a:pt x="396" y="29"/>
                  </a:cubicBezTo>
                  <a:cubicBezTo>
                    <a:pt x="396" y="29"/>
                    <a:pt x="396" y="29"/>
                    <a:pt x="396" y="29"/>
                  </a:cubicBezTo>
                  <a:cubicBezTo>
                    <a:pt x="397" y="29"/>
                    <a:pt x="397" y="29"/>
                    <a:pt x="397" y="29"/>
                  </a:cubicBezTo>
                  <a:cubicBezTo>
                    <a:pt x="397" y="31"/>
                    <a:pt x="397" y="35"/>
                    <a:pt x="397" y="37"/>
                  </a:cubicBezTo>
                  <a:cubicBezTo>
                    <a:pt x="396" y="37"/>
                    <a:pt x="395" y="37"/>
                    <a:pt x="392" y="37"/>
                  </a:cubicBezTo>
                  <a:close/>
                  <a:moveTo>
                    <a:pt x="407" y="37"/>
                  </a:moveTo>
                  <a:cubicBezTo>
                    <a:pt x="405" y="37"/>
                    <a:pt x="403" y="37"/>
                    <a:pt x="401" y="37"/>
                  </a:cubicBezTo>
                  <a:cubicBezTo>
                    <a:pt x="401" y="36"/>
                    <a:pt x="401" y="36"/>
                    <a:pt x="401" y="36"/>
                  </a:cubicBezTo>
                  <a:cubicBezTo>
                    <a:pt x="401" y="36"/>
                    <a:pt x="401" y="35"/>
                    <a:pt x="401" y="35"/>
                  </a:cubicBezTo>
                  <a:cubicBezTo>
                    <a:pt x="404" y="35"/>
                    <a:pt x="404" y="35"/>
                    <a:pt x="404" y="30"/>
                  </a:cubicBezTo>
                  <a:cubicBezTo>
                    <a:pt x="404" y="15"/>
                    <a:pt x="404" y="15"/>
                    <a:pt x="404" y="15"/>
                  </a:cubicBezTo>
                  <a:cubicBezTo>
                    <a:pt x="404" y="14"/>
                    <a:pt x="404" y="14"/>
                    <a:pt x="404" y="14"/>
                  </a:cubicBezTo>
                  <a:cubicBezTo>
                    <a:pt x="402" y="14"/>
                    <a:pt x="402" y="14"/>
                    <a:pt x="402" y="14"/>
                  </a:cubicBezTo>
                  <a:cubicBezTo>
                    <a:pt x="399" y="14"/>
                    <a:pt x="397" y="14"/>
                    <a:pt x="397" y="19"/>
                  </a:cubicBezTo>
                  <a:cubicBezTo>
                    <a:pt x="397" y="19"/>
                    <a:pt x="397" y="19"/>
                    <a:pt x="396" y="19"/>
                  </a:cubicBezTo>
                  <a:cubicBezTo>
                    <a:pt x="395" y="19"/>
                    <a:pt x="395" y="19"/>
                    <a:pt x="395" y="19"/>
                  </a:cubicBezTo>
                  <a:cubicBezTo>
                    <a:pt x="395" y="18"/>
                    <a:pt x="395" y="14"/>
                    <a:pt x="395" y="12"/>
                  </a:cubicBezTo>
                  <a:cubicBezTo>
                    <a:pt x="397" y="12"/>
                    <a:pt x="399" y="12"/>
                    <a:pt x="402" y="12"/>
                  </a:cubicBezTo>
                  <a:cubicBezTo>
                    <a:pt x="411" y="12"/>
                    <a:pt x="411" y="12"/>
                    <a:pt x="411" y="12"/>
                  </a:cubicBezTo>
                  <a:cubicBezTo>
                    <a:pt x="414" y="12"/>
                    <a:pt x="416" y="12"/>
                    <a:pt x="418" y="12"/>
                  </a:cubicBezTo>
                  <a:cubicBezTo>
                    <a:pt x="418" y="14"/>
                    <a:pt x="418" y="18"/>
                    <a:pt x="418" y="19"/>
                  </a:cubicBezTo>
                  <a:cubicBezTo>
                    <a:pt x="417" y="19"/>
                    <a:pt x="417" y="19"/>
                    <a:pt x="417" y="19"/>
                  </a:cubicBezTo>
                  <a:cubicBezTo>
                    <a:pt x="417" y="19"/>
                    <a:pt x="416" y="19"/>
                    <a:pt x="416" y="19"/>
                  </a:cubicBezTo>
                  <a:cubicBezTo>
                    <a:pt x="416" y="14"/>
                    <a:pt x="414" y="14"/>
                    <a:pt x="411" y="14"/>
                  </a:cubicBezTo>
                  <a:cubicBezTo>
                    <a:pt x="409" y="14"/>
                    <a:pt x="409" y="14"/>
                    <a:pt x="409" y="14"/>
                  </a:cubicBezTo>
                  <a:cubicBezTo>
                    <a:pt x="409" y="14"/>
                    <a:pt x="409" y="14"/>
                    <a:pt x="409" y="15"/>
                  </a:cubicBezTo>
                  <a:cubicBezTo>
                    <a:pt x="409" y="30"/>
                    <a:pt x="409" y="30"/>
                    <a:pt x="409" y="30"/>
                  </a:cubicBezTo>
                  <a:cubicBezTo>
                    <a:pt x="409" y="35"/>
                    <a:pt x="409" y="35"/>
                    <a:pt x="412" y="35"/>
                  </a:cubicBezTo>
                  <a:cubicBezTo>
                    <a:pt x="412" y="35"/>
                    <a:pt x="412" y="36"/>
                    <a:pt x="412" y="36"/>
                  </a:cubicBezTo>
                  <a:cubicBezTo>
                    <a:pt x="412" y="37"/>
                    <a:pt x="412" y="37"/>
                    <a:pt x="412" y="37"/>
                  </a:cubicBezTo>
                  <a:cubicBezTo>
                    <a:pt x="410" y="37"/>
                    <a:pt x="408" y="37"/>
                    <a:pt x="407" y="37"/>
                  </a:cubicBezTo>
                  <a:close/>
                  <a:moveTo>
                    <a:pt x="425" y="37"/>
                  </a:moveTo>
                  <a:cubicBezTo>
                    <a:pt x="423" y="37"/>
                    <a:pt x="421" y="37"/>
                    <a:pt x="419" y="37"/>
                  </a:cubicBezTo>
                  <a:cubicBezTo>
                    <a:pt x="419" y="36"/>
                    <a:pt x="419" y="36"/>
                    <a:pt x="419" y="36"/>
                  </a:cubicBezTo>
                  <a:cubicBezTo>
                    <a:pt x="419" y="36"/>
                    <a:pt x="419" y="35"/>
                    <a:pt x="420" y="35"/>
                  </a:cubicBezTo>
                  <a:cubicBezTo>
                    <a:pt x="423" y="35"/>
                    <a:pt x="423" y="35"/>
                    <a:pt x="423" y="30"/>
                  </a:cubicBezTo>
                  <a:cubicBezTo>
                    <a:pt x="423" y="19"/>
                    <a:pt x="423" y="19"/>
                    <a:pt x="423" y="19"/>
                  </a:cubicBezTo>
                  <a:cubicBezTo>
                    <a:pt x="423" y="14"/>
                    <a:pt x="423" y="14"/>
                    <a:pt x="420" y="14"/>
                  </a:cubicBezTo>
                  <a:cubicBezTo>
                    <a:pt x="419" y="14"/>
                    <a:pt x="419" y="14"/>
                    <a:pt x="419" y="13"/>
                  </a:cubicBezTo>
                  <a:cubicBezTo>
                    <a:pt x="419" y="12"/>
                    <a:pt x="419" y="12"/>
                    <a:pt x="419" y="12"/>
                  </a:cubicBezTo>
                  <a:cubicBezTo>
                    <a:pt x="421" y="12"/>
                    <a:pt x="423" y="12"/>
                    <a:pt x="425" y="12"/>
                  </a:cubicBezTo>
                  <a:cubicBezTo>
                    <a:pt x="427" y="12"/>
                    <a:pt x="429" y="12"/>
                    <a:pt x="430" y="12"/>
                  </a:cubicBezTo>
                  <a:cubicBezTo>
                    <a:pt x="430" y="13"/>
                    <a:pt x="430" y="13"/>
                    <a:pt x="430" y="13"/>
                  </a:cubicBezTo>
                  <a:cubicBezTo>
                    <a:pt x="430" y="14"/>
                    <a:pt x="430" y="14"/>
                    <a:pt x="430" y="14"/>
                  </a:cubicBezTo>
                  <a:cubicBezTo>
                    <a:pt x="427" y="14"/>
                    <a:pt x="427" y="14"/>
                    <a:pt x="427" y="19"/>
                  </a:cubicBezTo>
                  <a:cubicBezTo>
                    <a:pt x="427" y="30"/>
                    <a:pt x="427" y="30"/>
                    <a:pt x="427" y="30"/>
                  </a:cubicBezTo>
                  <a:cubicBezTo>
                    <a:pt x="427" y="35"/>
                    <a:pt x="427" y="35"/>
                    <a:pt x="430" y="35"/>
                  </a:cubicBezTo>
                  <a:cubicBezTo>
                    <a:pt x="430" y="35"/>
                    <a:pt x="430" y="36"/>
                    <a:pt x="430" y="36"/>
                  </a:cubicBezTo>
                  <a:cubicBezTo>
                    <a:pt x="430" y="37"/>
                    <a:pt x="430" y="37"/>
                    <a:pt x="430" y="37"/>
                  </a:cubicBezTo>
                  <a:cubicBezTo>
                    <a:pt x="429" y="37"/>
                    <a:pt x="427" y="37"/>
                    <a:pt x="425" y="37"/>
                  </a:cubicBezTo>
                  <a:close/>
                  <a:moveTo>
                    <a:pt x="453" y="38"/>
                  </a:moveTo>
                  <a:cubicBezTo>
                    <a:pt x="452" y="36"/>
                    <a:pt x="451" y="35"/>
                    <a:pt x="450" y="34"/>
                  </a:cubicBezTo>
                  <a:cubicBezTo>
                    <a:pt x="438" y="17"/>
                    <a:pt x="438" y="17"/>
                    <a:pt x="438" y="17"/>
                  </a:cubicBezTo>
                  <a:cubicBezTo>
                    <a:pt x="438" y="17"/>
                    <a:pt x="438" y="17"/>
                    <a:pt x="438" y="17"/>
                  </a:cubicBezTo>
                  <a:cubicBezTo>
                    <a:pt x="438" y="27"/>
                    <a:pt x="438" y="27"/>
                    <a:pt x="438" y="27"/>
                  </a:cubicBezTo>
                  <a:cubicBezTo>
                    <a:pt x="438" y="34"/>
                    <a:pt x="438" y="35"/>
                    <a:pt x="443" y="35"/>
                  </a:cubicBezTo>
                  <a:cubicBezTo>
                    <a:pt x="443" y="35"/>
                    <a:pt x="443" y="36"/>
                    <a:pt x="443" y="36"/>
                  </a:cubicBezTo>
                  <a:cubicBezTo>
                    <a:pt x="443" y="37"/>
                    <a:pt x="443" y="37"/>
                    <a:pt x="443" y="37"/>
                  </a:cubicBezTo>
                  <a:cubicBezTo>
                    <a:pt x="441" y="37"/>
                    <a:pt x="439" y="37"/>
                    <a:pt x="437" y="37"/>
                  </a:cubicBezTo>
                  <a:cubicBezTo>
                    <a:pt x="435" y="37"/>
                    <a:pt x="434" y="37"/>
                    <a:pt x="432" y="37"/>
                  </a:cubicBezTo>
                  <a:cubicBezTo>
                    <a:pt x="432" y="36"/>
                    <a:pt x="432" y="36"/>
                    <a:pt x="432" y="36"/>
                  </a:cubicBezTo>
                  <a:cubicBezTo>
                    <a:pt x="432" y="36"/>
                    <a:pt x="432" y="35"/>
                    <a:pt x="433" y="35"/>
                  </a:cubicBezTo>
                  <a:cubicBezTo>
                    <a:pt x="436" y="35"/>
                    <a:pt x="436" y="34"/>
                    <a:pt x="436" y="27"/>
                  </a:cubicBezTo>
                  <a:cubicBezTo>
                    <a:pt x="436" y="19"/>
                    <a:pt x="436" y="19"/>
                    <a:pt x="436" y="19"/>
                  </a:cubicBezTo>
                  <a:cubicBezTo>
                    <a:pt x="436" y="14"/>
                    <a:pt x="436" y="14"/>
                    <a:pt x="433" y="14"/>
                  </a:cubicBezTo>
                  <a:cubicBezTo>
                    <a:pt x="432" y="14"/>
                    <a:pt x="432" y="14"/>
                    <a:pt x="432" y="13"/>
                  </a:cubicBezTo>
                  <a:cubicBezTo>
                    <a:pt x="432" y="12"/>
                    <a:pt x="432" y="12"/>
                    <a:pt x="432" y="12"/>
                  </a:cubicBezTo>
                  <a:cubicBezTo>
                    <a:pt x="434" y="12"/>
                    <a:pt x="436" y="12"/>
                    <a:pt x="437" y="12"/>
                  </a:cubicBezTo>
                  <a:cubicBezTo>
                    <a:pt x="438" y="12"/>
                    <a:pt x="439" y="12"/>
                    <a:pt x="440" y="12"/>
                  </a:cubicBezTo>
                  <a:cubicBezTo>
                    <a:pt x="453" y="30"/>
                    <a:pt x="453" y="30"/>
                    <a:pt x="453" y="30"/>
                  </a:cubicBezTo>
                  <a:cubicBezTo>
                    <a:pt x="453" y="22"/>
                    <a:pt x="453" y="22"/>
                    <a:pt x="453" y="22"/>
                  </a:cubicBezTo>
                  <a:cubicBezTo>
                    <a:pt x="453" y="15"/>
                    <a:pt x="453" y="14"/>
                    <a:pt x="449" y="14"/>
                  </a:cubicBezTo>
                  <a:cubicBezTo>
                    <a:pt x="449" y="14"/>
                    <a:pt x="449" y="14"/>
                    <a:pt x="449" y="13"/>
                  </a:cubicBezTo>
                  <a:cubicBezTo>
                    <a:pt x="449" y="12"/>
                    <a:pt x="449" y="12"/>
                    <a:pt x="449" y="12"/>
                  </a:cubicBezTo>
                  <a:cubicBezTo>
                    <a:pt x="450" y="12"/>
                    <a:pt x="453" y="12"/>
                    <a:pt x="455" y="12"/>
                  </a:cubicBezTo>
                  <a:cubicBezTo>
                    <a:pt x="456" y="12"/>
                    <a:pt x="458" y="12"/>
                    <a:pt x="459" y="12"/>
                  </a:cubicBezTo>
                  <a:cubicBezTo>
                    <a:pt x="459" y="13"/>
                    <a:pt x="459" y="13"/>
                    <a:pt x="459" y="13"/>
                  </a:cubicBezTo>
                  <a:cubicBezTo>
                    <a:pt x="459" y="14"/>
                    <a:pt x="459" y="14"/>
                    <a:pt x="459" y="14"/>
                  </a:cubicBezTo>
                  <a:cubicBezTo>
                    <a:pt x="456" y="14"/>
                    <a:pt x="456" y="15"/>
                    <a:pt x="456" y="22"/>
                  </a:cubicBezTo>
                  <a:cubicBezTo>
                    <a:pt x="456" y="38"/>
                    <a:pt x="456" y="38"/>
                    <a:pt x="456" y="38"/>
                  </a:cubicBezTo>
                  <a:lnTo>
                    <a:pt x="453" y="38"/>
                  </a:lnTo>
                  <a:close/>
                  <a:moveTo>
                    <a:pt x="484" y="27"/>
                  </a:moveTo>
                  <a:cubicBezTo>
                    <a:pt x="484" y="28"/>
                    <a:pt x="484" y="28"/>
                    <a:pt x="484" y="28"/>
                  </a:cubicBezTo>
                  <a:cubicBezTo>
                    <a:pt x="481" y="28"/>
                    <a:pt x="481" y="28"/>
                    <a:pt x="481" y="31"/>
                  </a:cubicBezTo>
                  <a:cubicBezTo>
                    <a:pt x="481" y="32"/>
                    <a:pt x="481" y="32"/>
                    <a:pt x="481" y="32"/>
                  </a:cubicBezTo>
                  <a:cubicBezTo>
                    <a:pt x="481" y="33"/>
                    <a:pt x="482" y="34"/>
                    <a:pt x="482" y="34"/>
                  </a:cubicBezTo>
                  <a:cubicBezTo>
                    <a:pt x="482" y="35"/>
                    <a:pt x="481" y="35"/>
                    <a:pt x="481" y="35"/>
                  </a:cubicBezTo>
                  <a:cubicBezTo>
                    <a:pt x="479" y="35"/>
                    <a:pt x="478" y="38"/>
                    <a:pt x="472" y="38"/>
                  </a:cubicBezTo>
                  <a:cubicBezTo>
                    <a:pt x="465" y="38"/>
                    <a:pt x="460" y="33"/>
                    <a:pt x="460" y="24"/>
                  </a:cubicBezTo>
                  <a:cubicBezTo>
                    <a:pt x="460" y="17"/>
                    <a:pt x="464" y="11"/>
                    <a:pt x="472" y="11"/>
                  </a:cubicBezTo>
                  <a:cubicBezTo>
                    <a:pt x="475" y="11"/>
                    <a:pt x="477" y="12"/>
                    <a:pt x="478" y="13"/>
                  </a:cubicBezTo>
                  <a:cubicBezTo>
                    <a:pt x="479" y="12"/>
                    <a:pt x="479" y="12"/>
                    <a:pt x="479" y="12"/>
                  </a:cubicBezTo>
                  <a:cubicBezTo>
                    <a:pt x="479" y="12"/>
                    <a:pt x="479" y="12"/>
                    <a:pt x="479" y="12"/>
                  </a:cubicBezTo>
                  <a:cubicBezTo>
                    <a:pt x="480" y="12"/>
                    <a:pt x="480" y="12"/>
                    <a:pt x="480" y="12"/>
                  </a:cubicBezTo>
                  <a:cubicBezTo>
                    <a:pt x="480" y="13"/>
                    <a:pt x="480" y="18"/>
                    <a:pt x="480" y="19"/>
                  </a:cubicBezTo>
                  <a:cubicBezTo>
                    <a:pt x="479" y="19"/>
                    <a:pt x="479" y="19"/>
                    <a:pt x="479" y="19"/>
                  </a:cubicBezTo>
                  <a:cubicBezTo>
                    <a:pt x="479" y="19"/>
                    <a:pt x="478" y="19"/>
                    <a:pt x="478" y="19"/>
                  </a:cubicBezTo>
                  <a:cubicBezTo>
                    <a:pt x="478" y="15"/>
                    <a:pt x="476" y="14"/>
                    <a:pt x="472" y="14"/>
                  </a:cubicBezTo>
                  <a:cubicBezTo>
                    <a:pt x="466" y="14"/>
                    <a:pt x="465" y="19"/>
                    <a:pt x="465" y="24"/>
                  </a:cubicBezTo>
                  <a:cubicBezTo>
                    <a:pt x="465" y="30"/>
                    <a:pt x="467" y="36"/>
                    <a:pt x="473" y="36"/>
                  </a:cubicBezTo>
                  <a:cubicBezTo>
                    <a:pt x="476" y="36"/>
                    <a:pt x="477" y="34"/>
                    <a:pt x="477" y="32"/>
                  </a:cubicBezTo>
                  <a:cubicBezTo>
                    <a:pt x="477" y="31"/>
                    <a:pt x="477" y="31"/>
                    <a:pt x="477" y="31"/>
                  </a:cubicBezTo>
                  <a:cubicBezTo>
                    <a:pt x="477" y="28"/>
                    <a:pt x="477" y="28"/>
                    <a:pt x="473" y="28"/>
                  </a:cubicBezTo>
                  <a:cubicBezTo>
                    <a:pt x="473" y="28"/>
                    <a:pt x="473" y="28"/>
                    <a:pt x="473" y="27"/>
                  </a:cubicBezTo>
                  <a:cubicBezTo>
                    <a:pt x="473" y="26"/>
                    <a:pt x="473" y="26"/>
                    <a:pt x="473" y="26"/>
                  </a:cubicBezTo>
                  <a:cubicBezTo>
                    <a:pt x="475" y="26"/>
                    <a:pt x="477" y="26"/>
                    <a:pt x="479" y="26"/>
                  </a:cubicBezTo>
                  <a:cubicBezTo>
                    <a:pt x="481" y="26"/>
                    <a:pt x="482" y="26"/>
                    <a:pt x="484" y="26"/>
                  </a:cubicBezTo>
                  <a:lnTo>
                    <a:pt x="484" y="27"/>
                  </a:lnTo>
                  <a:close/>
                  <a:moveTo>
                    <a:pt x="526" y="23"/>
                  </a:moveTo>
                  <a:cubicBezTo>
                    <a:pt x="526" y="23"/>
                    <a:pt x="526" y="23"/>
                    <a:pt x="525" y="23"/>
                  </a:cubicBezTo>
                  <a:cubicBezTo>
                    <a:pt x="522" y="24"/>
                    <a:pt x="522" y="24"/>
                    <a:pt x="522" y="28"/>
                  </a:cubicBezTo>
                  <a:cubicBezTo>
                    <a:pt x="522" y="30"/>
                    <a:pt x="522" y="30"/>
                    <a:pt x="522" y="30"/>
                  </a:cubicBezTo>
                  <a:cubicBezTo>
                    <a:pt x="522" y="31"/>
                    <a:pt x="522" y="32"/>
                    <a:pt x="522" y="33"/>
                  </a:cubicBezTo>
                  <a:cubicBezTo>
                    <a:pt x="522" y="33"/>
                    <a:pt x="522" y="33"/>
                    <a:pt x="522" y="33"/>
                  </a:cubicBezTo>
                  <a:cubicBezTo>
                    <a:pt x="519" y="33"/>
                    <a:pt x="517" y="38"/>
                    <a:pt x="510" y="38"/>
                  </a:cubicBezTo>
                  <a:cubicBezTo>
                    <a:pt x="500" y="38"/>
                    <a:pt x="493" y="31"/>
                    <a:pt x="493" y="19"/>
                  </a:cubicBezTo>
                  <a:cubicBezTo>
                    <a:pt x="493" y="8"/>
                    <a:pt x="499" y="0"/>
                    <a:pt x="510" y="0"/>
                  </a:cubicBezTo>
                  <a:cubicBezTo>
                    <a:pt x="513" y="0"/>
                    <a:pt x="516" y="1"/>
                    <a:pt x="518" y="2"/>
                  </a:cubicBezTo>
                  <a:cubicBezTo>
                    <a:pt x="518" y="2"/>
                    <a:pt x="518" y="2"/>
                    <a:pt x="518" y="2"/>
                  </a:cubicBezTo>
                  <a:cubicBezTo>
                    <a:pt x="519" y="1"/>
                    <a:pt x="519" y="1"/>
                    <a:pt x="519" y="1"/>
                  </a:cubicBezTo>
                  <a:cubicBezTo>
                    <a:pt x="519" y="0"/>
                    <a:pt x="519" y="0"/>
                    <a:pt x="520" y="0"/>
                  </a:cubicBezTo>
                  <a:cubicBezTo>
                    <a:pt x="520" y="0"/>
                    <a:pt x="520" y="0"/>
                    <a:pt x="520" y="0"/>
                  </a:cubicBezTo>
                  <a:cubicBezTo>
                    <a:pt x="520" y="3"/>
                    <a:pt x="520" y="8"/>
                    <a:pt x="520" y="11"/>
                  </a:cubicBezTo>
                  <a:cubicBezTo>
                    <a:pt x="519" y="11"/>
                    <a:pt x="519" y="11"/>
                    <a:pt x="519" y="11"/>
                  </a:cubicBezTo>
                  <a:cubicBezTo>
                    <a:pt x="519" y="11"/>
                    <a:pt x="519" y="11"/>
                    <a:pt x="519" y="10"/>
                  </a:cubicBezTo>
                  <a:cubicBezTo>
                    <a:pt x="517" y="5"/>
                    <a:pt x="515" y="2"/>
                    <a:pt x="510" y="2"/>
                  </a:cubicBezTo>
                  <a:cubicBezTo>
                    <a:pt x="501" y="2"/>
                    <a:pt x="499" y="11"/>
                    <a:pt x="499" y="19"/>
                  </a:cubicBezTo>
                  <a:cubicBezTo>
                    <a:pt x="499" y="27"/>
                    <a:pt x="501" y="35"/>
                    <a:pt x="510" y="35"/>
                  </a:cubicBezTo>
                  <a:cubicBezTo>
                    <a:pt x="515" y="35"/>
                    <a:pt x="518" y="33"/>
                    <a:pt x="518" y="30"/>
                  </a:cubicBezTo>
                  <a:cubicBezTo>
                    <a:pt x="518" y="28"/>
                    <a:pt x="518" y="28"/>
                    <a:pt x="518" y="28"/>
                  </a:cubicBezTo>
                  <a:cubicBezTo>
                    <a:pt x="518" y="24"/>
                    <a:pt x="518" y="24"/>
                    <a:pt x="512" y="23"/>
                  </a:cubicBezTo>
                  <a:cubicBezTo>
                    <a:pt x="512" y="23"/>
                    <a:pt x="512" y="23"/>
                    <a:pt x="512" y="23"/>
                  </a:cubicBezTo>
                  <a:cubicBezTo>
                    <a:pt x="512" y="21"/>
                    <a:pt x="512" y="21"/>
                    <a:pt x="512" y="21"/>
                  </a:cubicBezTo>
                  <a:cubicBezTo>
                    <a:pt x="514" y="21"/>
                    <a:pt x="517" y="21"/>
                    <a:pt x="519" y="21"/>
                  </a:cubicBezTo>
                  <a:cubicBezTo>
                    <a:pt x="522" y="21"/>
                    <a:pt x="523" y="21"/>
                    <a:pt x="526" y="21"/>
                  </a:cubicBezTo>
                  <a:lnTo>
                    <a:pt x="526" y="23"/>
                  </a:lnTo>
                  <a:close/>
                  <a:moveTo>
                    <a:pt x="540" y="24"/>
                  </a:moveTo>
                  <a:cubicBezTo>
                    <a:pt x="540" y="24"/>
                    <a:pt x="540" y="24"/>
                    <a:pt x="540" y="24"/>
                  </a:cubicBezTo>
                  <a:cubicBezTo>
                    <a:pt x="548" y="25"/>
                    <a:pt x="546" y="35"/>
                    <a:pt x="549" y="35"/>
                  </a:cubicBezTo>
                  <a:cubicBezTo>
                    <a:pt x="549" y="35"/>
                    <a:pt x="550" y="34"/>
                    <a:pt x="550" y="34"/>
                  </a:cubicBezTo>
                  <a:cubicBezTo>
                    <a:pt x="551" y="35"/>
                    <a:pt x="551" y="35"/>
                    <a:pt x="551" y="35"/>
                  </a:cubicBezTo>
                  <a:cubicBezTo>
                    <a:pt x="551" y="35"/>
                    <a:pt x="551" y="35"/>
                    <a:pt x="551" y="35"/>
                  </a:cubicBezTo>
                  <a:cubicBezTo>
                    <a:pt x="551" y="35"/>
                    <a:pt x="551" y="35"/>
                    <a:pt x="551" y="35"/>
                  </a:cubicBezTo>
                  <a:cubicBezTo>
                    <a:pt x="550" y="36"/>
                    <a:pt x="549" y="37"/>
                    <a:pt x="547" y="37"/>
                  </a:cubicBezTo>
                  <a:cubicBezTo>
                    <a:pt x="543" y="37"/>
                    <a:pt x="543" y="34"/>
                    <a:pt x="542" y="30"/>
                  </a:cubicBezTo>
                  <a:cubicBezTo>
                    <a:pt x="541" y="27"/>
                    <a:pt x="540" y="25"/>
                    <a:pt x="537" y="25"/>
                  </a:cubicBezTo>
                  <a:cubicBezTo>
                    <a:pt x="534" y="25"/>
                    <a:pt x="534" y="25"/>
                    <a:pt x="534" y="25"/>
                  </a:cubicBezTo>
                  <a:cubicBezTo>
                    <a:pt x="534" y="30"/>
                    <a:pt x="534" y="30"/>
                    <a:pt x="534" y="30"/>
                  </a:cubicBezTo>
                  <a:cubicBezTo>
                    <a:pt x="534" y="35"/>
                    <a:pt x="534" y="35"/>
                    <a:pt x="537" y="35"/>
                  </a:cubicBezTo>
                  <a:cubicBezTo>
                    <a:pt x="538" y="35"/>
                    <a:pt x="538" y="36"/>
                    <a:pt x="538" y="36"/>
                  </a:cubicBezTo>
                  <a:cubicBezTo>
                    <a:pt x="538" y="37"/>
                    <a:pt x="538" y="37"/>
                    <a:pt x="538" y="37"/>
                  </a:cubicBezTo>
                  <a:cubicBezTo>
                    <a:pt x="536" y="37"/>
                    <a:pt x="534" y="37"/>
                    <a:pt x="532" y="37"/>
                  </a:cubicBezTo>
                  <a:cubicBezTo>
                    <a:pt x="530" y="37"/>
                    <a:pt x="528" y="37"/>
                    <a:pt x="527" y="37"/>
                  </a:cubicBezTo>
                  <a:cubicBezTo>
                    <a:pt x="527" y="36"/>
                    <a:pt x="527" y="36"/>
                    <a:pt x="527" y="36"/>
                  </a:cubicBezTo>
                  <a:cubicBezTo>
                    <a:pt x="527" y="36"/>
                    <a:pt x="527" y="35"/>
                    <a:pt x="527" y="35"/>
                  </a:cubicBezTo>
                  <a:cubicBezTo>
                    <a:pt x="530" y="35"/>
                    <a:pt x="530" y="35"/>
                    <a:pt x="530" y="30"/>
                  </a:cubicBezTo>
                  <a:cubicBezTo>
                    <a:pt x="530" y="19"/>
                    <a:pt x="530" y="19"/>
                    <a:pt x="530" y="19"/>
                  </a:cubicBezTo>
                  <a:cubicBezTo>
                    <a:pt x="530" y="14"/>
                    <a:pt x="530" y="14"/>
                    <a:pt x="527" y="14"/>
                  </a:cubicBezTo>
                  <a:cubicBezTo>
                    <a:pt x="527" y="14"/>
                    <a:pt x="527" y="14"/>
                    <a:pt x="527" y="13"/>
                  </a:cubicBezTo>
                  <a:cubicBezTo>
                    <a:pt x="527" y="12"/>
                    <a:pt x="527" y="12"/>
                    <a:pt x="527" y="12"/>
                  </a:cubicBezTo>
                  <a:cubicBezTo>
                    <a:pt x="528" y="12"/>
                    <a:pt x="530" y="12"/>
                    <a:pt x="532" y="12"/>
                  </a:cubicBezTo>
                  <a:cubicBezTo>
                    <a:pt x="534" y="12"/>
                    <a:pt x="536" y="12"/>
                    <a:pt x="538" y="12"/>
                  </a:cubicBezTo>
                  <a:cubicBezTo>
                    <a:pt x="543" y="12"/>
                    <a:pt x="547" y="14"/>
                    <a:pt x="547" y="18"/>
                  </a:cubicBezTo>
                  <a:cubicBezTo>
                    <a:pt x="547" y="21"/>
                    <a:pt x="546" y="23"/>
                    <a:pt x="540" y="24"/>
                  </a:cubicBezTo>
                  <a:close/>
                  <a:moveTo>
                    <a:pt x="538" y="14"/>
                  </a:moveTo>
                  <a:cubicBezTo>
                    <a:pt x="537" y="14"/>
                    <a:pt x="534" y="14"/>
                    <a:pt x="534" y="14"/>
                  </a:cubicBezTo>
                  <a:cubicBezTo>
                    <a:pt x="534" y="23"/>
                    <a:pt x="534" y="23"/>
                    <a:pt x="534" y="23"/>
                  </a:cubicBezTo>
                  <a:cubicBezTo>
                    <a:pt x="537" y="23"/>
                    <a:pt x="537" y="23"/>
                    <a:pt x="537" y="23"/>
                  </a:cubicBezTo>
                  <a:cubicBezTo>
                    <a:pt x="540" y="23"/>
                    <a:pt x="543" y="22"/>
                    <a:pt x="543" y="18"/>
                  </a:cubicBezTo>
                  <a:cubicBezTo>
                    <a:pt x="543" y="15"/>
                    <a:pt x="540" y="14"/>
                    <a:pt x="538" y="14"/>
                  </a:cubicBezTo>
                  <a:close/>
                  <a:moveTo>
                    <a:pt x="563" y="38"/>
                  </a:moveTo>
                  <a:cubicBezTo>
                    <a:pt x="556" y="38"/>
                    <a:pt x="551" y="33"/>
                    <a:pt x="551" y="25"/>
                  </a:cubicBezTo>
                  <a:cubicBezTo>
                    <a:pt x="551" y="16"/>
                    <a:pt x="557" y="11"/>
                    <a:pt x="563" y="11"/>
                  </a:cubicBezTo>
                  <a:cubicBezTo>
                    <a:pt x="570" y="11"/>
                    <a:pt x="575" y="16"/>
                    <a:pt x="575" y="24"/>
                  </a:cubicBezTo>
                  <a:cubicBezTo>
                    <a:pt x="575" y="33"/>
                    <a:pt x="570" y="38"/>
                    <a:pt x="563" y="38"/>
                  </a:cubicBezTo>
                  <a:close/>
                  <a:moveTo>
                    <a:pt x="563" y="14"/>
                  </a:moveTo>
                  <a:cubicBezTo>
                    <a:pt x="558" y="14"/>
                    <a:pt x="556" y="17"/>
                    <a:pt x="556" y="25"/>
                  </a:cubicBezTo>
                  <a:cubicBezTo>
                    <a:pt x="556" y="32"/>
                    <a:pt x="559" y="36"/>
                    <a:pt x="563" y="36"/>
                  </a:cubicBezTo>
                  <a:cubicBezTo>
                    <a:pt x="568" y="36"/>
                    <a:pt x="570" y="32"/>
                    <a:pt x="570" y="24"/>
                  </a:cubicBezTo>
                  <a:cubicBezTo>
                    <a:pt x="570" y="17"/>
                    <a:pt x="567" y="14"/>
                    <a:pt x="563" y="14"/>
                  </a:cubicBezTo>
                  <a:close/>
                  <a:moveTo>
                    <a:pt x="590" y="38"/>
                  </a:moveTo>
                  <a:cubicBezTo>
                    <a:pt x="583" y="38"/>
                    <a:pt x="580" y="35"/>
                    <a:pt x="580" y="28"/>
                  </a:cubicBezTo>
                  <a:cubicBezTo>
                    <a:pt x="580" y="19"/>
                    <a:pt x="580" y="19"/>
                    <a:pt x="580" y="19"/>
                  </a:cubicBezTo>
                  <a:cubicBezTo>
                    <a:pt x="580" y="14"/>
                    <a:pt x="580" y="14"/>
                    <a:pt x="577" y="14"/>
                  </a:cubicBezTo>
                  <a:cubicBezTo>
                    <a:pt x="576" y="14"/>
                    <a:pt x="576" y="14"/>
                    <a:pt x="576" y="13"/>
                  </a:cubicBezTo>
                  <a:cubicBezTo>
                    <a:pt x="576" y="12"/>
                    <a:pt x="576" y="12"/>
                    <a:pt x="576" y="12"/>
                  </a:cubicBezTo>
                  <a:cubicBezTo>
                    <a:pt x="578" y="12"/>
                    <a:pt x="580" y="12"/>
                    <a:pt x="582" y="12"/>
                  </a:cubicBezTo>
                  <a:cubicBezTo>
                    <a:pt x="584" y="12"/>
                    <a:pt x="586" y="12"/>
                    <a:pt x="587" y="12"/>
                  </a:cubicBezTo>
                  <a:cubicBezTo>
                    <a:pt x="587" y="13"/>
                    <a:pt x="587" y="13"/>
                    <a:pt x="587" y="13"/>
                  </a:cubicBezTo>
                  <a:cubicBezTo>
                    <a:pt x="587" y="14"/>
                    <a:pt x="587" y="14"/>
                    <a:pt x="587" y="14"/>
                  </a:cubicBezTo>
                  <a:cubicBezTo>
                    <a:pt x="584" y="14"/>
                    <a:pt x="584" y="14"/>
                    <a:pt x="584" y="19"/>
                  </a:cubicBezTo>
                  <a:cubicBezTo>
                    <a:pt x="584" y="29"/>
                    <a:pt x="584" y="29"/>
                    <a:pt x="584" y="29"/>
                  </a:cubicBezTo>
                  <a:cubicBezTo>
                    <a:pt x="584" y="33"/>
                    <a:pt x="586" y="35"/>
                    <a:pt x="590" y="35"/>
                  </a:cubicBezTo>
                  <a:cubicBezTo>
                    <a:pt x="595" y="35"/>
                    <a:pt x="597" y="33"/>
                    <a:pt x="597" y="28"/>
                  </a:cubicBezTo>
                  <a:cubicBezTo>
                    <a:pt x="597" y="22"/>
                    <a:pt x="597" y="22"/>
                    <a:pt x="597" y="22"/>
                  </a:cubicBezTo>
                  <a:cubicBezTo>
                    <a:pt x="597" y="15"/>
                    <a:pt x="597" y="14"/>
                    <a:pt x="592" y="14"/>
                  </a:cubicBezTo>
                  <a:cubicBezTo>
                    <a:pt x="592" y="14"/>
                    <a:pt x="592" y="14"/>
                    <a:pt x="592" y="13"/>
                  </a:cubicBezTo>
                  <a:cubicBezTo>
                    <a:pt x="592" y="12"/>
                    <a:pt x="592" y="12"/>
                    <a:pt x="592" y="12"/>
                  </a:cubicBezTo>
                  <a:cubicBezTo>
                    <a:pt x="594" y="12"/>
                    <a:pt x="596" y="12"/>
                    <a:pt x="598" y="12"/>
                  </a:cubicBezTo>
                  <a:cubicBezTo>
                    <a:pt x="600" y="12"/>
                    <a:pt x="601" y="12"/>
                    <a:pt x="602" y="12"/>
                  </a:cubicBezTo>
                  <a:cubicBezTo>
                    <a:pt x="602" y="13"/>
                    <a:pt x="602" y="13"/>
                    <a:pt x="602" y="13"/>
                  </a:cubicBezTo>
                  <a:cubicBezTo>
                    <a:pt x="602" y="14"/>
                    <a:pt x="602" y="14"/>
                    <a:pt x="602" y="14"/>
                  </a:cubicBezTo>
                  <a:cubicBezTo>
                    <a:pt x="599" y="14"/>
                    <a:pt x="599" y="15"/>
                    <a:pt x="599" y="22"/>
                  </a:cubicBezTo>
                  <a:cubicBezTo>
                    <a:pt x="599" y="28"/>
                    <a:pt x="599" y="28"/>
                    <a:pt x="599" y="28"/>
                  </a:cubicBezTo>
                  <a:cubicBezTo>
                    <a:pt x="599" y="35"/>
                    <a:pt x="596" y="38"/>
                    <a:pt x="590" y="38"/>
                  </a:cubicBezTo>
                  <a:close/>
                  <a:moveTo>
                    <a:pt x="614" y="27"/>
                  </a:moveTo>
                  <a:cubicBezTo>
                    <a:pt x="612" y="27"/>
                    <a:pt x="612" y="27"/>
                    <a:pt x="612" y="27"/>
                  </a:cubicBezTo>
                  <a:cubicBezTo>
                    <a:pt x="612" y="30"/>
                    <a:pt x="612" y="30"/>
                    <a:pt x="612" y="30"/>
                  </a:cubicBezTo>
                  <a:cubicBezTo>
                    <a:pt x="612" y="35"/>
                    <a:pt x="612" y="35"/>
                    <a:pt x="615" y="35"/>
                  </a:cubicBezTo>
                  <a:cubicBezTo>
                    <a:pt x="616" y="35"/>
                    <a:pt x="616" y="36"/>
                    <a:pt x="616" y="36"/>
                  </a:cubicBezTo>
                  <a:cubicBezTo>
                    <a:pt x="616" y="37"/>
                    <a:pt x="616" y="37"/>
                    <a:pt x="616" y="37"/>
                  </a:cubicBezTo>
                  <a:cubicBezTo>
                    <a:pt x="614" y="37"/>
                    <a:pt x="611" y="37"/>
                    <a:pt x="610" y="37"/>
                  </a:cubicBezTo>
                  <a:cubicBezTo>
                    <a:pt x="608" y="37"/>
                    <a:pt x="606" y="37"/>
                    <a:pt x="604" y="37"/>
                  </a:cubicBezTo>
                  <a:cubicBezTo>
                    <a:pt x="604" y="36"/>
                    <a:pt x="604" y="36"/>
                    <a:pt x="604" y="36"/>
                  </a:cubicBezTo>
                  <a:cubicBezTo>
                    <a:pt x="604" y="36"/>
                    <a:pt x="604" y="35"/>
                    <a:pt x="604" y="35"/>
                  </a:cubicBezTo>
                  <a:cubicBezTo>
                    <a:pt x="607" y="35"/>
                    <a:pt x="607" y="35"/>
                    <a:pt x="607" y="30"/>
                  </a:cubicBezTo>
                  <a:cubicBezTo>
                    <a:pt x="607" y="19"/>
                    <a:pt x="607" y="19"/>
                    <a:pt x="607" y="19"/>
                  </a:cubicBezTo>
                  <a:cubicBezTo>
                    <a:pt x="607" y="14"/>
                    <a:pt x="607" y="14"/>
                    <a:pt x="604" y="14"/>
                  </a:cubicBezTo>
                  <a:cubicBezTo>
                    <a:pt x="604" y="14"/>
                    <a:pt x="604" y="14"/>
                    <a:pt x="604" y="13"/>
                  </a:cubicBezTo>
                  <a:cubicBezTo>
                    <a:pt x="604" y="12"/>
                    <a:pt x="604" y="12"/>
                    <a:pt x="604" y="12"/>
                  </a:cubicBezTo>
                  <a:cubicBezTo>
                    <a:pt x="606" y="12"/>
                    <a:pt x="608" y="12"/>
                    <a:pt x="610" y="12"/>
                  </a:cubicBezTo>
                  <a:cubicBezTo>
                    <a:pt x="611" y="12"/>
                    <a:pt x="613" y="12"/>
                    <a:pt x="614" y="12"/>
                  </a:cubicBezTo>
                  <a:cubicBezTo>
                    <a:pt x="619" y="12"/>
                    <a:pt x="625" y="13"/>
                    <a:pt x="625" y="19"/>
                  </a:cubicBezTo>
                  <a:cubicBezTo>
                    <a:pt x="625" y="22"/>
                    <a:pt x="623" y="27"/>
                    <a:pt x="614" y="27"/>
                  </a:cubicBezTo>
                  <a:close/>
                  <a:moveTo>
                    <a:pt x="615" y="14"/>
                  </a:moveTo>
                  <a:cubicBezTo>
                    <a:pt x="614" y="14"/>
                    <a:pt x="612" y="14"/>
                    <a:pt x="612" y="14"/>
                  </a:cubicBezTo>
                  <a:cubicBezTo>
                    <a:pt x="612" y="25"/>
                    <a:pt x="612" y="25"/>
                    <a:pt x="612" y="25"/>
                  </a:cubicBezTo>
                  <a:cubicBezTo>
                    <a:pt x="614" y="25"/>
                    <a:pt x="614" y="25"/>
                    <a:pt x="614" y="25"/>
                  </a:cubicBezTo>
                  <a:cubicBezTo>
                    <a:pt x="618" y="25"/>
                    <a:pt x="620" y="23"/>
                    <a:pt x="620" y="19"/>
                  </a:cubicBezTo>
                  <a:cubicBezTo>
                    <a:pt x="620" y="16"/>
                    <a:pt x="618" y="14"/>
                    <a:pt x="6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sym typeface="Trebuchet MS" panose="020B0603020202020204" pitchFamily="34" charset="0"/>
              </a:endParaRPr>
            </a:p>
          </p:txBody>
        </p:sp>
      </p:grpSp>
      <p:sp>
        <p:nvSpPr>
          <p:cNvPr id="26" name="Subtitle 2"/>
          <p:cNvSpPr>
            <a:spLocks noGrp="1"/>
          </p:cNvSpPr>
          <p:nvPr>
            <p:ph type="subTitle" idx="1" hasCustomPrompt="1"/>
          </p:nvPr>
        </p:nvSpPr>
        <p:spPr bwMode="white">
          <a:xfrm>
            <a:off x="957600"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957600"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Tree>
    <p:extLst>
      <p:ext uri="{BB962C8B-B14F-4D97-AF65-F5344CB8AC3E}">
        <p14:creationId xmlns:p14="http://schemas.microsoft.com/office/powerpoint/2010/main" val="39727212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2593741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15:guide id="1" orient="horz" pos="432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26307644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4347531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88409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a:solidFill>
                <a:prstClr val="white"/>
              </a:solidFill>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17969873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42058344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a:solidFill>
                <a:prstClr val="white"/>
              </a:solidFill>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2823782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solidFill>
                <a:prstClr val="white">
                  <a:lumMod val="50000"/>
                </a:prstClr>
              </a:solidFill>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3125990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800" dirty="0">
              <a:solidFill>
                <a:prstClr val="white">
                  <a:lumMod val="50000"/>
                </a:prstClr>
              </a:solidFill>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solidFill>
                <a:prstClr val="white">
                  <a:lumMod val="50000"/>
                </a:prstClr>
              </a:solidFill>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3428772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solidFill>
                <a:prstClr val="white">
                  <a:lumMod val="50000"/>
                </a:prstClr>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800" dirty="0">
              <a:solidFill>
                <a:prstClr val="white">
                  <a:lumMod val="50000"/>
                </a:prstClr>
              </a:solidFill>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2726042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38214580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Tree>
    <p:extLst>
      <p:ext uri="{BB962C8B-B14F-4D97-AF65-F5344CB8AC3E}">
        <p14:creationId xmlns:p14="http://schemas.microsoft.com/office/powerpoint/2010/main" val="9298087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800">
              <a:solidFill>
                <a:prstClr val="white"/>
              </a:solidFill>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pic>
        <p:nvPicPr>
          <p:cNvPr id="1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33900" y="33829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26534057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pic>
        <p:nvPicPr>
          <p:cNvPr id="17" name="Picture 16"/>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Tree>
    <p:extLst>
      <p:ext uri="{BB962C8B-B14F-4D97-AF65-F5344CB8AC3E}">
        <p14:creationId xmlns:p14="http://schemas.microsoft.com/office/powerpoint/2010/main" val="34254799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875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a:solidFill>
                <a:prstClr val="white"/>
              </a:solidFill>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5177483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pic>
        <p:nvPicPr>
          <p:cNvPr id="13" name="Picture 12"/>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Tree>
    <p:extLst>
      <p:ext uri="{BB962C8B-B14F-4D97-AF65-F5344CB8AC3E}">
        <p14:creationId xmlns:p14="http://schemas.microsoft.com/office/powerpoint/2010/main" val="20475662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41"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a:solidFill>
                <a:prstClr val="white"/>
              </a:solidFill>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21218805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pic>
        <p:nvPicPr>
          <p:cNvPr id="14" name="Picture 13"/>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spTree>
    <p:extLst>
      <p:ext uri="{BB962C8B-B14F-4D97-AF65-F5344CB8AC3E}">
        <p14:creationId xmlns:p14="http://schemas.microsoft.com/office/powerpoint/2010/main" val="3053129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40767495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solidFill>
                <a:prstClr val="white">
                  <a:lumMod val="50000"/>
                </a:prstClr>
              </a:solidFill>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34788901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solidFill>
                <a:srgbClr val="575757"/>
              </a:solidFill>
              <a:sym typeface="Trebuchet MS" panose="020B060302020202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Tree>
    <p:extLst>
      <p:ext uri="{BB962C8B-B14F-4D97-AF65-F5344CB8AC3E}">
        <p14:creationId xmlns:p14="http://schemas.microsoft.com/office/powerpoint/2010/main" val="23125942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a:solidFill>
                <a:prstClr val="white"/>
              </a:solidFill>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19570558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a:lnSpc>
                <a:spcPct val="106000"/>
              </a:lnSpc>
              <a:spcAft>
                <a:spcPts val="700"/>
              </a:spcAft>
            </a:pPr>
            <a:r>
              <a:rPr lang="en-US" sz="5400" dirty="0">
                <a:solidFill>
                  <a:srgbClr val="29BA74"/>
                </a:solidFill>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23338697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a:solidFill>
                <a:prstClr val="white"/>
              </a:solidFill>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16053782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a:solidFill>
                <a:prstClr val="white">
                  <a:lumMod val="50000"/>
                </a:prstClr>
              </a:solidFill>
            </a:endParaRP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34482413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r>
              <a:rPr lang="en-US" sz="900" dirty="0">
                <a:solidFill>
                  <a:srgbClr val="575757"/>
                </a:solidFill>
                <a:sym typeface="Trebuchet MS" panose="020B0603020202020204" pitchFamily="34" charset="0"/>
              </a:rPr>
              <a:t>The services and materials provided by The Boston Consulting Group (BCG) are subject to BCG's Standard Terms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to update these materials after the date hereof, notwithstanding that such information may become outdated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or inaccurate.</a:t>
            </a:r>
          </a:p>
          <a:p>
            <a:r>
              <a:rPr lang="en-US" sz="900" dirty="0">
                <a:solidFill>
                  <a:srgbClr val="575757"/>
                </a:solidFill>
                <a:sym typeface="Trebuchet MS" panose="020B0603020202020204" pitchFamily="34" charset="0"/>
              </a:rPr>
              <a:t> </a:t>
            </a:r>
          </a:p>
          <a:p>
            <a:r>
              <a:rPr lang="en-US" sz="900" dirty="0">
                <a:solidFill>
                  <a:srgbClr val="575757"/>
                </a:solidFill>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of this document shall be deemed agreement with and consideration for the foregoing.</a:t>
            </a:r>
          </a:p>
          <a:p>
            <a:endParaRPr lang="en-US" sz="900" dirty="0">
              <a:solidFill>
                <a:srgbClr val="575757"/>
              </a:solidFill>
              <a:sym typeface="Trebuchet MS" panose="020B0603020202020204" pitchFamily="34" charset="0"/>
            </a:endParaRPr>
          </a:p>
          <a:p>
            <a:pPr>
              <a:defRPr/>
            </a:pPr>
            <a:r>
              <a:rPr lang="en-US" sz="900" dirty="0">
                <a:solidFill>
                  <a:srgbClr val="575757"/>
                </a:solidFill>
                <a:sym typeface="Trebuchet MS" panose="020B0603020202020204" pitchFamily="34" charset="0"/>
              </a:rPr>
              <a:t>BCG does not provide fairness opinions or valuations of market transactions, and these materials should not be relied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rgbClr val="29BA74"/>
                    </a:gs>
                    <a:gs pos="2000">
                      <a:srgbClr val="197A56"/>
                    </a:gs>
                  </a:gsLst>
                  <a:lin ang="2700000" scaled="0"/>
                </a:gradFill>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solidFill>
                <a:prstClr val="white">
                  <a:lumMod val="50000"/>
                </a:prstClr>
              </a:solidFill>
            </a:endParaRPr>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8755695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pic>
        <p:nvPicPr>
          <p:cNvPr id="9" name="TitleAndEndImages"/>
          <p:cNvPicPr>
            <a:picLocks noChangeAspect="1"/>
          </p:cNvPicPr>
          <p:nvPr userDrawn="1">
            <p:custDataLst>
              <p:tags r:id="rId1"/>
            </p:custDataLst>
          </p:nvPr>
        </p:nvPicPr>
        <p:blipFill>
          <a:blip r:embed="rId3">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11" name="Rectangle 10"/>
          <p:cNvSpPr/>
          <p:nvPr/>
        </p:nvSpPr>
        <p:spPr bwMode="black">
          <a:xfrm>
            <a:off x="626289" y="626321"/>
            <a:ext cx="5610517" cy="5532504"/>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a:solidFill>
                <a:prstClr val="white"/>
              </a:solidFill>
              <a:sym typeface="Trebuchet MS" panose="020B0603020202020204" pitchFamily="34" charset="0"/>
            </a:endParaRPr>
          </a:p>
        </p:txBody>
      </p:sp>
      <p:grpSp>
        <p:nvGrpSpPr>
          <p:cNvPr id="12" name="Group 4"/>
          <p:cNvGrpSpPr>
            <a:grpSpLocks noChangeAspect="1"/>
          </p:cNvGrpSpPr>
          <p:nvPr/>
        </p:nvGrpSpPr>
        <p:grpSpPr bwMode="auto">
          <a:xfrm>
            <a:off x="926090" y="2722052"/>
            <a:ext cx="4371144" cy="1344304"/>
            <a:chOff x="585" y="2014"/>
            <a:chExt cx="5583" cy="1717"/>
          </a:xfrm>
          <a:solidFill>
            <a:schemeClr val="bg1"/>
          </a:solidFill>
        </p:grpSpPr>
        <p:sp>
          <p:nvSpPr>
            <p:cNvPr id="13" name="Freeform 5"/>
            <p:cNvSpPr>
              <a:spLocks noEditPoints="1"/>
            </p:cNvSpPr>
            <p:nvPr/>
          </p:nvSpPr>
          <p:spPr bwMode="auto">
            <a:xfrm>
              <a:off x="585" y="2014"/>
              <a:ext cx="2558" cy="1055"/>
            </a:xfrm>
            <a:custGeom>
              <a:avLst/>
              <a:gdLst>
                <a:gd name="T0" fmla="*/ 123 w 1081"/>
                <a:gd name="T1" fmla="*/ 32 h 445"/>
                <a:gd name="T2" fmla="*/ 171 w 1081"/>
                <a:gd name="T3" fmla="*/ 25 h 445"/>
                <a:gd name="T4" fmla="*/ 150 w 1081"/>
                <a:gd name="T5" fmla="*/ 204 h 445"/>
                <a:gd name="T6" fmla="*/ 189 w 1081"/>
                <a:gd name="T7" fmla="*/ 420 h 445"/>
                <a:gd name="T8" fmla="*/ 123 w 1081"/>
                <a:gd name="T9" fmla="*/ 219 h 445"/>
                <a:gd name="T10" fmla="*/ 293 w 1081"/>
                <a:gd name="T11" fmla="*/ 318 h 445"/>
                <a:gd name="T12" fmla="*/ 905 w 1081"/>
                <a:gd name="T13" fmla="*/ 248 h 445"/>
                <a:gd name="T14" fmla="*/ 910 w 1081"/>
                <a:gd name="T15" fmla="*/ 260 h 445"/>
                <a:gd name="T16" fmla="*/ 974 w 1081"/>
                <a:gd name="T17" fmla="*/ 360 h 445"/>
                <a:gd name="T18" fmla="*/ 756 w 1081"/>
                <a:gd name="T19" fmla="*/ 226 h 445"/>
                <a:gd name="T20" fmla="*/ 1000 w 1081"/>
                <a:gd name="T21" fmla="*/ 127 h 445"/>
                <a:gd name="T22" fmla="*/ 1011 w 1081"/>
                <a:gd name="T23" fmla="*/ 132 h 445"/>
                <a:gd name="T24" fmla="*/ 1006 w 1081"/>
                <a:gd name="T25" fmla="*/ 4 h 445"/>
                <a:gd name="T26" fmla="*/ 994 w 1081"/>
                <a:gd name="T27" fmla="*/ 39 h 445"/>
                <a:gd name="T28" fmla="*/ 882 w 1081"/>
                <a:gd name="T29" fmla="*/ 0 h 445"/>
                <a:gd name="T30" fmla="*/ 686 w 1081"/>
                <a:gd name="T31" fmla="*/ 286 h 445"/>
                <a:gd name="T32" fmla="*/ 563 w 1081"/>
                <a:gd name="T33" fmla="*/ 429 h 445"/>
                <a:gd name="T34" fmla="*/ 554 w 1081"/>
                <a:gd name="T35" fmla="*/ 16 h 445"/>
                <a:gd name="T36" fmla="*/ 667 w 1081"/>
                <a:gd name="T37" fmla="*/ 109 h 445"/>
                <a:gd name="T38" fmla="*/ 672 w 1081"/>
                <a:gd name="T39" fmla="*/ 4 h 445"/>
                <a:gd name="T40" fmla="*/ 661 w 1081"/>
                <a:gd name="T41" fmla="*/ 7 h 445"/>
                <a:gd name="T42" fmla="*/ 655 w 1081"/>
                <a:gd name="T43" fmla="*/ 38 h 445"/>
                <a:gd name="T44" fmla="*/ 348 w 1081"/>
                <a:gd name="T45" fmla="*/ 227 h 445"/>
                <a:gd name="T46" fmla="*/ 349 w 1081"/>
                <a:gd name="T47" fmla="*/ 261 h 445"/>
                <a:gd name="T48" fmla="*/ 220 w 1081"/>
                <a:gd name="T49" fmla="*/ 206 h 445"/>
                <a:gd name="T50" fmla="*/ 168 w 1081"/>
                <a:gd name="T51" fmla="*/ 8 h 445"/>
                <a:gd name="T52" fmla="*/ 0 w 1081"/>
                <a:gd name="T53" fmla="*/ 8 h 445"/>
                <a:gd name="T54" fmla="*/ 4 w 1081"/>
                <a:gd name="T55" fmla="*/ 21 h 445"/>
                <a:gd name="T56" fmla="*/ 55 w 1081"/>
                <a:gd name="T57" fmla="*/ 336 h 445"/>
                <a:gd name="T58" fmla="*/ 0 w 1081"/>
                <a:gd name="T59" fmla="*/ 430 h 445"/>
                <a:gd name="T60" fmla="*/ 88 w 1081"/>
                <a:gd name="T61" fmla="*/ 435 h 445"/>
                <a:gd name="T62" fmla="*/ 366 w 1081"/>
                <a:gd name="T63" fmla="*/ 323 h 445"/>
                <a:gd name="T64" fmla="*/ 561 w 1081"/>
                <a:gd name="T65" fmla="*/ 445 h 445"/>
                <a:gd name="T66" fmla="*/ 679 w 1081"/>
                <a:gd name="T67" fmla="*/ 405 h 445"/>
                <a:gd name="T68" fmla="*/ 691 w 1081"/>
                <a:gd name="T69" fmla="*/ 441 h 445"/>
                <a:gd name="T70" fmla="*/ 696 w 1081"/>
                <a:gd name="T71" fmla="*/ 321 h 445"/>
                <a:gd name="T72" fmla="*/ 886 w 1081"/>
                <a:gd name="T73" fmla="*/ 445 h 445"/>
                <a:gd name="T74" fmla="*/ 1041 w 1081"/>
                <a:gd name="T75" fmla="*/ 387 h 445"/>
                <a:gd name="T76" fmla="*/ 1040 w 1081"/>
                <a:gd name="T77" fmla="*/ 323 h 445"/>
                <a:gd name="T78" fmla="*/ 1081 w 1081"/>
                <a:gd name="T79" fmla="*/ 255 h 445"/>
                <a:gd name="T80" fmla="*/ 1002 w 1081"/>
                <a:gd name="T81" fmla="*/ 249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81" h="445">
                  <a:moveTo>
                    <a:pt x="123" y="204"/>
                  </a:moveTo>
                  <a:cubicBezTo>
                    <a:pt x="123" y="32"/>
                    <a:pt x="123" y="32"/>
                    <a:pt x="123" y="32"/>
                  </a:cubicBezTo>
                  <a:cubicBezTo>
                    <a:pt x="123" y="28"/>
                    <a:pt x="124" y="27"/>
                    <a:pt x="130" y="26"/>
                  </a:cubicBezTo>
                  <a:cubicBezTo>
                    <a:pt x="139" y="25"/>
                    <a:pt x="161" y="25"/>
                    <a:pt x="171" y="25"/>
                  </a:cubicBezTo>
                  <a:cubicBezTo>
                    <a:pt x="223" y="25"/>
                    <a:pt x="257" y="56"/>
                    <a:pt x="257" y="115"/>
                  </a:cubicBezTo>
                  <a:cubicBezTo>
                    <a:pt x="257" y="180"/>
                    <a:pt x="217" y="204"/>
                    <a:pt x="150" y="204"/>
                  </a:cubicBezTo>
                  <a:lnTo>
                    <a:pt x="123" y="204"/>
                  </a:lnTo>
                  <a:close/>
                  <a:moveTo>
                    <a:pt x="189" y="420"/>
                  </a:moveTo>
                  <a:cubicBezTo>
                    <a:pt x="132" y="420"/>
                    <a:pt x="123" y="411"/>
                    <a:pt x="123" y="332"/>
                  </a:cubicBezTo>
                  <a:cubicBezTo>
                    <a:pt x="123" y="219"/>
                    <a:pt x="123" y="219"/>
                    <a:pt x="123" y="219"/>
                  </a:cubicBezTo>
                  <a:cubicBezTo>
                    <a:pt x="149" y="219"/>
                    <a:pt x="149" y="219"/>
                    <a:pt x="149" y="219"/>
                  </a:cubicBezTo>
                  <a:cubicBezTo>
                    <a:pt x="224" y="219"/>
                    <a:pt x="293" y="237"/>
                    <a:pt x="293" y="318"/>
                  </a:cubicBezTo>
                  <a:cubicBezTo>
                    <a:pt x="293" y="382"/>
                    <a:pt x="255" y="420"/>
                    <a:pt x="189" y="420"/>
                  </a:cubicBezTo>
                  <a:close/>
                  <a:moveTo>
                    <a:pt x="905" y="248"/>
                  </a:moveTo>
                  <a:cubicBezTo>
                    <a:pt x="905" y="255"/>
                    <a:pt x="905" y="255"/>
                    <a:pt x="905" y="255"/>
                  </a:cubicBezTo>
                  <a:cubicBezTo>
                    <a:pt x="905" y="258"/>
                    <a:pt x="906" y="260"/>
                    <a:pt x="910" y="260"/>
                  </a:cubicBezTo>
                  <a:cubicBezTo>
                    <a:pt x="974" y="262"/>
                    <a:pt x="974" y="269"/>
                    <a:pt x="974" y="319"/>
                  </a:cubicBezTo>
                  <a:cubicBezTo>
                    <a:pt x="974" y="360"/>
                    <a:pt x="974" y="360"/>
                    <a:pt x="974" y="360"/>
                  </a:cubicBezTo>
                  <a:cubicBezTo>
                    <a:pt x="974" y="402"/>
                    <a:pt x="946" y="429"/>
                    <a:pt x="890" y="429"/>
                  </a:cubicBezTo>
                  <a:cubicBezTo>
                    <a:pt x="796" y="429"/>
                    <a:pt x="756" y="339"/>
                    <a:pt x="756" y="226"/>
                  </a:cubicBezTo>
                  <a:cubicBezTo>
                    <a:pt x="756" y="119"/>
                    <a:pt x="785" y="16"/>
                    <a:pt x="888" y="16"/>
                  </a:cubicBezTo>
                  <a:cubicBezTo>
                    <a:pt x="947" y="16"/>
                    <a:pt x="996" y="56"/>
                    <a:pt x="1000" y="127"/>
                  </a:cubicBezTo>
                  <a:cubicBezTo>
                    <a:pt x="1000" y="132"/>
                    <a:pt x="1002" y="132"/>
                    <a:pt x="1005" y="132"/>
                  </a:cubicBezTo>
                  <a:cubicBezTo>
                    <a:pt x="1011" y="132"/>
                    <a:pt x="1011" y="132"/>
                    <a:pt x="1011" y="132"/>
                  </a:cubicBezTo>
                  <a:cubicBezTo>
                    <a:pt x="1011" y="103"/>
                    <a:pt x="1010" y="34"/>
                    <a:pt x="1010" y="4"/>
                  </a:cubicBezTo>
                  <a:cubicBezTo>
                    <a:pt x="1006" y="4"/>
                    <a:pt x="1006" y="4"/>
                    <a:pt x="1006" y="4"/>
                  </a:cubicBezTo>
                  <a:cubicBezTo>
                    <a:pt x="1002" y="4"/>
                    <a:pt x="1000" y="5"/>
                    <a:pt x="1000" y="7"/>
                  </a:cubicBezTo>
                  <a:cubicBezTo>
                    <a:pt x="994" y="39"/>
                    <a:pt x="994" y="39"/>
                    <a:pt x="994" y="39"/>
                  </a:cubicBezTo>
                  <a:cubicBezTo>
                    <a:pt x="993" y="39"/>
                    <a:pt x="993" y="39"/>
                    <a:pt x="993" y="39"/>
                  </a:cubicBezTo>
                  <a:cubicBezTo>
                    <a:pt x="964" y="12"/>
                    <a:pt x="921" y="0"/>
                    <a:pt x="882" y="0"/>
                  </a:cubicBezTo>
                  <a:cubicBezTo>
                    <a:pt x="760" y="0"/>
                    <a:pt x="680" y="103"/>
                    <a:pt x="680" y="227"/>
                  </a:cubicBezTo>
                  <a:cubicBezTo>
                    <a:pt x="680" y="248"/>
                    <a:pt x="682" y="268"/>
                    <a:pt x="686" y="286"/>
                  </a:cubicBezTo>
                  <a:cubicBezTo>
                    <a:pt x="685" y="304"/>
                    <a:pt x="685" y="304"/>
                    <a:pt x="685" y="304"/>
                  </a:cubicBezTo>
                  <a:cubicBezTo>
                    <a:pt x="678" y="399"/>
                    <a:pt x="622" y="429"/>
                    <a:pt x="563" y="429"/>
                  </a:cubicBezTo>
                  <a:cubicBezTo>
                    <a:pt x="469" y="429"/>
                    <a:pt x="424" y="343"/>
                    <a:pt x="424" y="226"/>
                  </a:cubicBezTo>
                  <a:cubicBezTo>
                    <a:pt x="424" y="119"/>
                    <a:pt x="451" y="16"/>
                    <a:pt x="554" y="16"/>
                  </a:cubicBezTo>
                  <a:cubicBezTo>
                    <a:pt x="606" y="16"/>
                    <a:pt x="651" y="49"/>
                    <a:pt x="661" y="104"/>
                  </a:cubicBezTo>
                  <a:cubicBezTo>
                    <a:pt x="662" y="109"/>
                    <a:pt x="663" y="109"/>
                    <a:pt x="667" y="109"/>
                  </a:cubicBezTo>
                  <a:cubicBezTo>
                    <a:pt x="673" y="109"/>
                    <a:pt x="673" y="109"/>
                    <a:pt x="673" y="109"/>
                  </a:cubicBezTo>
                  <a:cubicBezTo>
                    <a:pt x="672" y="80"/>
                    <a:pt x="672" y="34"/>
                    <a:pt x="672" y="4"/>
                  </a:cubicBezTo>
                  <a:cubicBezTo>
                    <a:pt x="668" y="4"/>
                    <a:pt x="668" y="4"/>
                    <a:pt x="668" y="4"/>
                  </a:cubicBezTo>
                  <a:cubicBezTo>
                    <a:pt x="663" y="4"/>
                    <a:pt x="662" y="5"/>
                    <a:pt x="661" y="7"/>
                  </a:cubicBezTo>
                  <a:cubicBezTo>
                    <a:pt x="655" y="38"/>
                    <a:pt x="655" y="38"/>
                    <a:pt x="655" y="38"/>
                  </a:cubicBezTo>
                  <a:cubicBezTo>
                    <a:pt x="655" y="38"/>
                    <a:pt x="655" y="38"/>
                    <a:pt x="655" y="38"/>
                  </a:cubicBezTo>
                  <a:cubicBezTo>
                    <a:pt x="626" y="12"/>
                    <a:pt x="585" y="0"/>
                    <a:pt x="546" y="0"/>
                  </a:cubicBezTo>
                  <a:cubicBezTo>
                    <a:pt x="427" y="0"/>
                    <a:pt x="348" y="103"/>
                    <a:pt x="348" y="227"/>
                  </a:cubicBezTo>
                  <a:cubicBezTo>
                    <a:pt x="348" y="239"/>
                    <a:pt x="349" y="250"/>
                    <a:pt x="351" y="261"/>
                  </a:cubicBezTo>
                  <a:cubicBezTo>
                    <a:pt x="349" y="261"/>
                    <a:pt x="349" y="261"/>
                    <a:pt x="349" y="261"/>
                  </a:cubicBezTo>
                  <a:cubicBezTo>
                    <a:pt x="325" y="227"/>
                    <a:pt x="278" y="210"/>
                    <a:pt x="220" y="207"/>
                  </a:cubicBezTo>
                  <a:cubicBezTo>
                    <a:pt x="220" y="206"/>
                    <a:pt x="220" y="206"/>
                    <a:pt x="220" y="206"/>
                  </a:cubicBezTo>
                  <a:cubicBezTo>
                    <a:pt x="283" y="194"/>
                    <a:pt x="325" y="162"/>
                    <a:pt x="325" y="109"/>
                  </a:cubicBezTo>
                  <a:cubicBezTo>
                    <a:pt x="325" y="29"/>
                    <a:pt x="238" y="8"/>
                    <a:pt x="168" y="8"/>
                  </a:cubicBezTo>
                  <a:cubicBezTo>
                    <a:pt x="149" y="8"/>
                    <a:pt x="106" y="10"/>
                    <a:pt x="93" y="10"/>
                  </a:cubicBezTo>
                  <a:cubicBezTo>
                    <a:pt x="62" y="10"/>
                    <a:pt x="29" y="9"/>
                    <a:pt x="0" y="8"/>
                  </a:cubicBezTo>
                  <a:cubicBezTo>
                    <a:pt x="0" y="15"/>
                    <a:pt x="0" y="15"/>
                    <a:pt x="0" y="15"/>
                  </a:cubicBezTo>
                  <a:cubicBezTo>
                    <a:pt x="0" y="19"/>
                    <a:pt x="1" y="21"/>
                    <a:pt x="4" y="21"/>
                  </a:cubicBezTo>
                  <a:cubicBezTo>
                    <a:pt x="55" y="23"/>
                    <a:pt x="55" y="30"/>
                    <a:pt x="55" y="109"/>
                  </a:cubicBezTo>
                  <a:cubicBezTo>
                    <a:pt x="55" y="336"/>
                    <a:pt x="55" y="336"/>
                    <a:pt x="55" y="336"/>
                  </a:cubicBezTo>
                  <a:cubicBezTo>
                    <a:pt x="55" y="415"/>
                    <a:pt x="55" y="422"/>
                    <a:pt x="5" y="424"/>
                  </a:cubicBezTo>
                  <a:cubicBezTo>
                    <a:pt x="1" y="424"/>
                    <a:pt x="0" y="426"/>
                    <a:pt x="0" y="430"/>
                  </a:cubicBezTo>
                  <a:cubicBezTo>
                    <a:pt x="0" y="436"/>
                    <a:pt x="0" y="436"/>
                    <a:pt x="0" y="436"/>
                  </a:cubicBezTo>
                  <a:cubicBezTo>
                    <a:pt x="30" y="436"/>
                    <a:pt x="58" y="435"/>
                    <a:pt x="88" y="435"/>
                  </a:cubicBezTo>
                  <a:cubicBezTo>
                    <a:pt x="126" y="435"/>
                    <a:pt x="142" y="436"/>
                    <a:pt x="192" y="436"/>
                  </a:cubicBezTo>
                  <a:cubicBezTo>
                    <a:pt x="297" y="436"/>
                    <a:pt x="361" y="387"/>
                    <a:pt x="366" y="323"/>
                  </a:cubicBezTo>
                  <a:cubicBezTo>
                    <a:pt x="367" y="323"/>
                    <a:pt x="367" y="323"/>
                    <a:pt x="367" y="323"/>
                  </a:cubicBezTo>
                  <a:cubicBezTo>
                    <a:pt x="399" y="398"/>
                    <a:pt x="469" y="445"/>
                    <a:pt x="561" y="445"/>
                  </a:cubicBezTo>
                  <a:cubicBezTo>
                    <a:pt x="605" y="445"/>
                    <a:pt x="645" y="431"/>
                    <a:pt x="678" y="405"/>
                  </a:cubicBezTo>
                  <a:cubicBezTo>
                    <a:pt x="679" y="405"/>
                    <a:pt x="679" y="405"/>
                    <a:pt x="679" y="405"/>
                  </a:cubicBezTo>
                  <a:cubicBezTo>
                    <a:pt x="684" y="438"/>
                    <a:pt x="684" y="438"/>
                    <a:pt x="684" y="438"/>
                  </a:cubicBezTo>
                  <a:cubicBezTo>
                    <a:pt x="685" y="440"/>
                    <a:pt x="687" y="441"/>
                    <a:pt x="691" y="441"/>
                  </a:cubicBezTo>
                  <a:cubicBezTo>
                    <a:pt x="695" y="441"/>
                    <a:pt x="695" y="441"/>
                    <a:pt x="695" y="441"/>
                  </a:cubicBezTo>
                  <a:cubicBezTo>
                    <a:pt x="695" y="420"/>
                    <a:pt x="696" y="363"/>
                    <a:pt x="696" y="321"/>
                  </a:cubicBezTo>
                  <a:cubicBezTo>
                    <a:pt x="697" y="321"/>
                    <a:pt x="697" y="321"/>
                    <a:pt x="697" y="321"/>
                  </a:cubicBezTo>
                  <a:cubicBezTo>
                    <a:pt x="729" y="399"/>
                    <a:pt x="800" y="445"/>
                    <a:pt x="886" y="445"/>
                  </a:cubicBezTo>
                  <a:cubicBezTo>
                    <a:pt x="970" y="445"/>
                    <a:pt x="1001" y="393"/>
                    <a:pt x="1037" y="393"/>
                  </a:cubicBezTo>
                  <a:cubicBezTo>
                    <a:pt x="1040" y="393"/>
                    <a:pt x="1041" y="392"/>
                    <a:pt x="1041" y="387"/>
                  </a:cubicBezTo>
                  <a:cubicBezTo>
                    <a:pt x="1041" y="380"/>
                    <a:pt x="1040" y="362"/>
                    <a:pt x="1040" y="351"/>
                  </a:cubicBezTo>
                  <a:cubicBezTo>
                    <a:pt x="1040" y="323"/>
                    <a:pt x="1040" y="323"/>
                    <a:pt x="1040" y="323"/>
                  </a:cubicBezTo>
                  <a:cubicBezTo>
                    <a:pt x="1040" y="269"/>
                    <a:pt x="1040" y="262"/>
                    <a:pt x="1076" y="260"/>
                  </a:cubicBezTo>
                  <a:cubicBezTo>
                    <a:pt x="1081" y="260"/>
                    <a:pt x="1081" y="258"/>
                    <a:pt x="1081" y="255"/>
                  </a:cubicBezTo>
                  <a:cubicBezTo>
                    <a:pt x="1081" y="248"/>
                    <a:pt x="1081" y="248"/>
                    <a:pt x="1081" y="248"/>
                  </a:cubicBezTo>
                  <a:cubicBezTo>
                    <a:pt x="1052" y="248"/>
                    <a:pt x="1032" y="249"/>
                    <a:pt x="1002" y="249"/>
                  </a:cubicBezTo>
                  <a:cubicBezTo>
                    <a:pt x="971" y="249"/>
                    <a:pt x="934" y="248"/>
                    <a:pt x="905" y="2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6E6F73"/>
                </a:solidFill>
                <a:sym typeface="Trebuchet MS" panose="020B0603020202020204" pitchFamily="34" charset="0"/>
              </a:endParaRPr>
            </a:p>
          </p:txBody>
        </p:sp>
        <p:sp>
          <p:nvSpPr>
            <p:cNvPr id="14" name="Freeform 6"/>
            <p:cNvSpPr>
              <a:spLocks noEditPoints="1"/>
            </p:cNvSpPr>
            <p:nvPr/>
          </p:nvSpPr>
          <p:spPr bwMode="auto">
            <a:xfrm>
              <a:off x="1475" y="3449"/>
              <a:ext cx="4693" cy="282"/>
            </a:xfrm>
            <a:custGeom>
              <a:avLst/>
              <a:gdLst>
                <a:gd name="T0" fmla="*/ 101 w 1984"/>
                <a:gd name="T1" fmla="*/ 32 h 119"/>
                <a:gd name="T2" fmla="*/ 43 w 1984"/>
                <a:gd name="T3" fmla="*/ 12 h 119"/>
                <a:gd name="T4" fmla="*/ 355 w 1984"/>
                <a:gd name="T5" fmla="*/ 29 h 119"/>
                <a:gd name="T6" fmla="*/ 274 w 1984"/>
                <a:gd name="T7" fmla="*/ 117 h 119"/>
                <a:gd name="T8" fmla="*/ 340 w 1984"/>
                <a:gd name="T9" fmla="*/ 31 h 119"/>
                <a:gd name="T10" fmla="*/ 869 w 1984"/>
                <a:gd name="T11" fmla="*/ 82 h 119"/>
                <a:gd name="T12" fmla="*/ 861 w 1984"/>
                <a:gd name="T13" fmla="*/ 6 h 119"/>
                <a:gd name="T14" fmla="*/ 153 w 1984"/>
                <a:gd name="T15" fmla="*/ 117 h 119"/>
                <a:gd name="T16" fmla="*/ 121 w 1984"/>
                <a:gd name="T17" fmla="*/ 117 h 119"/>
                <a:gd name="T18" fmla="*/ 103 w 1984"/>
                <a:gd name="T19" fmla="*/ 38 h 119"/>
                <a:gd name="T20" fmla="*/ 135 w 1984"/>
                <a:gd name="T21" fmla="*/ 38 h 119"/>
                <a:gd name="T22" fmla="*/ 153 w 1984"/>
                <a:gd name="T23" fmla="*/ 117 h 119"/>
                <a:gd name="T24" fmla="*/ 177 w 1984"/>
                <a:gd name="T25" fmla="*/ 38 h 119"/>
                <a:gd name="T26" fmla="*/ 201 w 1984"/>
                <a:gd name="T27" fmla="*/ 73 h 119"/>
                <a:gd name="T28" fmla="*/ 201 w 1984"/>
                <a:gd name="T29" fmla="*/ 78 h 119"/>
                <a:gd name="T30" fmla="*/ 374 w 1984"/>
                <a:gd name="T31" fmla="*/ 79 h 119"/>
                <a:gd name="T32" fmla="*/ 461 w 1984"/>
                <a:gd name="T33" fmla="*/ 117 h 119"/>
                <a:gd name="T34" fmla="*/ 497 w 1984"/>
                <a:gd name="T35" fmla="*/ 41 h 119"/>
                <a:gd name="T36" fmla="*/ 481 w 1984"/>
                <a:gd name="T37" fmla="*/ 119 h 119"/>
                <a:gd name="T38" fmla="*/ 515 w 1984"/>
                <a:gd name="T39" fmla="*/ 61 h 119"/>
                <a:gd name="T40" fmla="*/ 561 w 1984"/>
                <a:gd name="T41" fmla="*/ 44 h 119"/>
                <a:gd name="T42" fmla="*/ 622 w 1984"/>
                <a:gd name="T43" fmla="*/ 36 h 119"/>
                <a:gd name="T44" fmla="*/ 684 w 1984"/>
                <a:gd name="T45" fmla="*/ 53 h 119"/>
                <a:gd name="T46" fmla="*/ 675 w 1984"/>
                <a:gd name="T47" fmla="*/ 84 h 119"/>
                <a:gd name="T48" fmla="*/ 716 w 1984"/>
                <a:gd name="T49" fmla="*/ 43 h 119"/>
                <a:gd name="T50" fmla="*/ 921 w 1984"/>
                <a:gd name="T51" fmla="*/ 119 h 119"/>
                <a:gd name="T52" fmla="*/ 1029 w 1984"/>
                <a:gd name="T53" fmla="*/ 119 h 119"/>
                <a:gd name="T54" fmla="*/ 963 w 1984"/>
                <a:gd name="T55" fmla="*/ 113 h 119"/>
                <a:gd name="T56" fmla="*/ 1030 w 1984"/>
                <a:gd name="T57" fmla="*/ 96 h 119"/>
                <a:gd name="T58" fmla="*/ 1038 w 1984"/>
                <a:gd name="T59" fmla="*/ 119 h 119"/>
                <a:gd name="T60" fmla="*/ 1097 w 1984"/>
                <a:gd name="T61" fmla="*/ 101 h 119"/>
                <a:gd name="T62" fmla="*/ 1080 w 1984"/>
                <a:gd name="T63" fmla="*/ 43 h 119"/>
                <a:gd name="T64" fmla="*/ 1111 w 1984"/>
                <a:gd name="T65" fmla="*/ 38 h 119"/>
                <a:gd name="T66" fmla="*/ 1163 w 1984"/>
                <a:gd name="T67" fmla="*/ 43 h 119"/>
                <a:gd name="T68" fmla="*/ 1243 w 1984"/>
                <a:gd name="T69" fmla="*/ 117 h 119"/>
                <a:gd name="T70" fmla="*/ 1217 w 1984"/>
                <a:gd name="T71" fmla="*/ 38 h 119"/>
                <a:gd name="T72" fmla="*/ 1261 w 1984"/>
                <a:gd name="T73" fmla="*/ 91 h 119"/>
                <a:gd name="T74" fmla="*/ 1276 w 1984"/>
                <a:gd name="T75" fmla="*/ 44 h 119"/>
                <a:gd name="T76" fmla="*/ 1322 w 1984"/>
                <a:gd name="T77" fmla="*/ 61 h 119"/>
                <a:gd name="T78" fmla="*/ 1331 w 1984"/>
                <a:gd name="T79" fmla="*/ 117 h 119"/>
                <a:gd name="T80" fmla="*/ 1367 w 1984"/>
                <a:gd name="T81" fmla="*/ 42 h 119"/>
                <a:gd name="T82" fmla="*/ 1392 w 1984"/>
                <a:gd name="T83" fmla="*/ 53 h 119"/>
                <a:gd name="T84" fmla="*/ 1383 w 1984"/>
                <a:gd name="T85" fmla="*/ 84 h 119"/>
                <a:gd name="T86" fmla="*/ 1424 w 1984"/>
                <a:gd name="T87" fmla="*/ 42 h 119"/>
                <a:gd name="T88" fmla="*/ 1536 w 1984"/>
                <a:gd name="T89" fmla="*/ 87 h 119"/>
                <a:gd name="T90" fmla="*/ 1521 w 1984"/>
                <a:gd name="T91" fmla="*/ 37 h 119"/>
                <a:gd name="T92" fmla="*/ 1503 w 1984"/>
                <a:gd name="T93" fmla="*/ 87 h 119"/>
                <a:gd name="T94" fmla="*/ 1659 w 1984"/>
                <a:gd name="T95" fmla="*/ 104 h 119"/>
                <a:gd name="T96" fmla="*/ 1653 w 1984"/>
                <a:gd name="T97" fmla="*/ 33 h 119"/>
                <a:gd name="T98" fmla="*/ 1625 w 1984"/>
                <a:gd name="T99" fmla="*/ 66 h 119"/>
                <a:gd name="T100" fmla="*/ 1750 w 1984"/>
                <a:gd name="T101" fmla="*/ 111 h 119"/>
                <a:gd name="T102" fmla="*/ 1672 w 1984"/>
                <a:gd name="T103" fmla="*/ 117 h 119"/>
                <a:gd name="T104" fmla="*/ 1738 w 1984"/>
                <a:gd name="T105" fmla="*/ 56 h 119"/>
                <a:gd name="T106" fmla="*/ 1788 w 1984"/>
                <a:gd name="T107" fmla="*/ 36 h 119"/>
                <a:gd name="T108" fmla="*/ 1841 w 1984"/>
                <a:gd name="T109" fmla="*/ 59 h 119"/>
                <a:gd name="T110" fmla="*/ 1875 w 1984"/>
                <a:gd name="T111" fmla="*/ 110 h 119"/>
                <a:gd name="T112" fmla="*/ 1903 w 1984"/>
                <a:gd name="T113" fmla="*/ 71 h 119"/>
                <a:gd name="T114" fmla="*/ 1918 w 1984"/>
                <a:gd name="T115" fmla="*/ 117 h 119"/>
                <a:gd name="T116" fmla="*/ 1984 w 1984"/>
                <a:gd name="T117" fmla="*/ 5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84" h="119">
                  <a:moveTo>
                    <a:pt x="73" y="117"/>
                  </a:moveTo>
                  <a:cubicBezTo>
                    <a:pt x="73" y="113"/>
                    <a:pt x="73" y="113"/>
                    <a:pt x="73" y="113"/>
                  </a:cubicBezTo>
                  <a:cubicBezTo>
                    <a:pt x="73" y="112"/>
                    <a:pt x="72" y="111"/>
                    <a:pt x="71" y="111"/>
                  </a:cubicBezTo>
                  <a:cubicBezTo>
                    <a:pt x="58" y="109"/>
                    <a:pt x="58" y="109"/>
                    <a:pt x="58" y="88"/>
                  </a:cubicBezTo>
                  <a:cubicBezTo>
                    <a:pt x="58" y="12"/>
                    <a:pt x="58" y="12"/>
                    <a:pt x="58" y="12"/>
                  </a:cubicBezTo>
                  <a:cubicBezTo>
                    <a:pt x="58" y="11"/>
                    <a:pt x="59" y="10"/>
                    <a:pt x="60" y="10"/>
                  </a:cubicBezTo>
                  <a:cubicBezTo>
                    <a:pt x="71" y="10"/>
                    <a:pt x="71" y="10"/>
                    <a:pt x="71" y="10"/>
                  </a:cubicBezTo>
                  <a:cubicBezTo>
                    <a:pt x="85" y="10"/>
                    <a:pt x="93" y="12"/>
                    <a:pt x="95" y="31"/>
                  </a:cubicBezTo>
                  <a:cubicBezTo>
                    <a:pt x="96" y="32"/>
                    <a:pt x="96" y="32"/>
                    <a:pt x="97" y="32"/>
                  </a:cubicBezTo>
                  <a:cubicBezTo>
                    <a:pt x="101" y="32"/>
                    <a:pt x="101" y="32"/>
                    <a:pt x="101" y="32"/>
                  </a:cubicBezTo>
                  <a:cubicBezTo>
                    <a:pt x="101" y="24"/>
                    <a:pt x="101" y="10"/>
                    <a:pt x="101" y="2"/>
                  </a:cubicBezTo>
                  <a:cubicBezTo>
                    <a:pt x="94" y="2"/>
                    <a:pt x="85" y="2"/>
                    <a:pt x="71" y="2"/>
                  </a:cubicBezTo>
                  <a:cubicBezTo>
                    <a:pt x="31" y="2"/>
                    <a:pt x="31" y="2"/>
                    <a:pt x="31" y="2"/>
                  </a:cubicBezTo>
                  <a:cubicBezTo>
                    <a:pt x="16" y="2"/>
                    <a:pt x="7" y="2"/>
                    <a:pt x="0" y="2"/>
                  </a:cubicBezTo>
                  <a:cubicBezTo>
                    <a:pt x="0" y="10"/>
                    <a:pt x="0" y="27"/>
                    <a:pt x="0" y="35"/>
                  </a:cubicBezTo>
                  <a:cubicBezTo>
                    <a:pt x="4" y="35"/>
                    <a:pt x="4" y="35"/>
                    <a:pt x="4" y="35"/>
                  </a:cubicBezTo>
                  <a:cubicBezTo>
                    <a:pt x="5" y="35"/>
                    <a:pt x="6" y="34"/>
                    <a:pt x="6" y="33"/>
                  </a:cubicBezTo>
                  <a:cubicBezTo>
                    <a:pt x="8" y="12"/>
                    <a:pt x="16" y="10"/>
                    <a:pt x="30" y="10"/>
                  </a:cubicBezTo>
                  <a:cubicBezTo>
                    <a:pt x="41" y="10"/>
                    <a:pt x="41" y="10"/>
                    <a:pt x="41" y="10"/>
                  </a:cubicBezTo>
                  <a:cubicBezTo>
                    <a:pt x="43" y="10"/>
                    <a:pt x="43" y="11"/>
                    <a:pt x="43" y="12"/>
                  </a:cubicBezTo>
                  <a:cubicBezTo>
                    <a:pt x="43" y="88"/>
                    <a:pt x="43" y="88"/>
                    <a:pt x="43" y="88"/>
                  </a:cubicBezTo>
                  <a:cubicBezTo>
                    <a:pt x="43" y="109"/>
                    <a:pt x="43" y="109"/>
                    <a:pt x="30" y="111"/>
                  </a:cubicBezTo>
                  <a:cubicBezTo>
                    <a:pt x="29" y="111"/>
                    <a:pt x="29" y="112"/>
                    <a:pt x="29" y="113"/>
                  </a:cubicBezTo>
                  <a:cubicBezTo>
                    <a:pt x="29" y="117"/>
                    <a:pt x="29" y="117"/>
                    <a:pt x="29" y="117"/>
                  </a:cubicBezTo>
                  <a:cubicBezTo>
                    <a:pt x="36" y="117"/>
                    <a:pt x="43" y="117"/>
                    <a:pt x="51" y="117"/>
                  </a:cubicBezTo>
                  <a:cubicBezTo>
                    <a:pt x="59" y="117"/>
                    <a:pt x="65" y="117"/>
                    <a:pt x="73" y="117"/>
                  </a:cubicBezTo>
                  <a:close/>
                  <a:moveTo>
                    <a:pt x="367" y="85"/>
                  </a:moveTo>
                  <a:cubicBezTo>
                    <a:pt x="367" y="65"/>
                    <a:pt x="349" y="57"/>
                    <a:pt x="330" y="56"/>
                  </a:cubicBezTo>
                  <a:cubicBezTo>
                    <a:pt x="330" y="55"/>
                    <a:pt x="330" y="55"/>
                    <a:pt x="330" y="55"/>
                  </a:cubicBezTo>
                  <a:cubicBezTo>
                    <a:pt x="344" y="52"/>
                    <a:pt x="355" y="44"/>
                    <a:pt x="355" y="29"/>
                  </a:cubicBezTo>
                  <a:cubicBezTo>
                    <a:pt x="355" y="8"/>
                    <a:pt x="332" y="2"/>
                    <a:pt x="313" y="2"/>
                  </a:cubicBezTo>
                  <a:cubicBezTo>
                    <a:pt x="307" y="2"/>
                    <a:pt x="304" y="2"/>
                    <a:pt x="297" y="2"/>
                  </a:cubicBezTo>
                  <a:cubicBezTo>
                    <a:pt x="289" y="2"/>
                    <a:pt x="281" y="2"/>
                    <a:pt x="274" y="2"/>
                  </a:cubicBezTo>
                  <a:cubicBezTo>
                    <a:pt x="274" y="7"/>
                    <a:pt x="274" y="7"/>
                    <a:pt x="274" y="7"/>
                  </a:cubicBezTo>
                  <a:cubicBezTo>
                    <a:pt x="274" y="8"/>
                    <a:pt x="274" y="8"/>
                    <a:pt x="275" y="8"/>
                  </a:cubicBezTo>
                  <a:cubicBezTo>
                    <a:pt x="288" y="10"/>
                    <a:pt x="288" y="11"/>
                    <a:pt x="288" y="32"/>
                  </a:cubicBezTo>
                  <a:cubicBezTo>
                    <a:pt x="288" y="88"/>
                    <a:pt x="288" y="88"/>
                    <a:pt x="288" y="88"/>
                  </a:cubicBezTo>
                  <a:cubicBezTo>
                    <a:pt x="288" y="109"/>
                    <a:pt x="288" y="109"/>
                    <a:pt x="275" y="111"/>
                  </a:cubicBezTo>
                  <a:cubicBezTo>
                    <a:pt x="274" y="111"/>
                    <a:pt x="274" y="112"/>
                    <a:pt x="274" y="113"/>
                  </a:cubicBezTo>
                  <a:cubicBezTo>
                    <a:pt x="274" y="117"/>
                    <a:pt x="274" y="117"/>
                    <a:pt x="274" y="117"/>
                  </a:cubicBezTo>
                  <a:cubicBezTo>
                    <a:pt x="282" y="117"/>
                    <a:pt x="289" y="117"/>
                    <a:pt x="297" y="117"/>
                  </a:cubicBezTo>
                  <a:cubicBezTo>
                    <a:pt x="306" y="117"/>
                    <a:pt x="310" y="117"/>
                    <a:pt x="320" y="117"/>
                  </a:cubicBezTo>
                  <a:cubicBezTo>
                    <a:pt x="349" y="117"/>
                    <a:pt x="367" y="103"/>
                    <a:pt x="367" y="85"/>
                  </a:cubicBezTo>
                  <a:close/>
                  <a:moveTo>
                    <a:pt x="349" y="85"/>
                  </a:moveTo>
                  <a:cubicBezTo>
                    <a:pt x="349" y="102"/>
                    <a:pt x="339" y="109"/>
                    <a:pt x="319" y="109"/>
                  </a:cubicBezTo>
                  <a:cubicBezTo>
                    <a:pt x="304" y="109"/>
                    <a:pt x="304" y="108"/>
                    <a:pt x="304" y="86"/>
                  </a:cubicBezTo>
                  <a:cubicBezTo>
                    <a:pt x="304" y="60"/>
                    <a:pt x="304" y="60"/>
                    <a:pt x="304" y="60"/>
                  </a:cubicBezTo>
                  <a:cubicBezTo>
                    <a:pt x="311" y="60"/>
                    <a:pt x="311" y="60"/>
                    <a:pt x="311" y="60"/>
                  </a:cubicBezTo>
                  <a:cubicBezTo>
                    <a:pt x="335" y="60"/>
                    <a:pt x="349" y="66"/>
                    <a:pt x="349" y="85"/>
                  </a:cubicBezTo>
                  <a:close/>
                  <a:moveTo>
                    <a:pt x="340" y="31"/>
                  </a:moveTo>
                  <a:cubicBezTo>
                    <a:pt x="340" y="47"/>
                    <a:pt x="329" y="53"/>
                    <a:pt x="311" y="53"/>
                  </a:cubicBezTo>
                  <a:cubicBezTo>
                    <a:pt x="304" y="53"/>
                    <a:pt x="304" y="53"/>
                    <a:pt x="304" y="53"/>
                  </a:cubicBezTo>
                  <a:cubicBezTo>
                    <a:pt x="304" y="12"/>
                    <a:pt x="304" y="12"/>
                    <a:pt x="304" y="12"/>
                  </a:cubicBezTo>
                  <a:cubicBezTo>
                    <a:pt x="304" y="10"/>
                    <a:pt x="304" y="10"/>
                    <a:pt x="306" y="10"/>
                  </a:cubicBezTo>
                  <a:cubicBezTo>
                    <a:pt x="308" y="10"/>
                    <a:pt x="314" y="10"/>
                    <a:pt x="316" y="10"/>
                  </a:cubicBezTo>
                  <a:cubicBezTo>
                    <a:pt x="331" y="10"/>
                    <a:pt x="340" y="16"/>
                    <a:pt x="340" y="31"/>
                  </a:cubicBezTo>
                  <a:close/>
                  <a:moveTo>
                    <a:pt x="875" y="118"/>
                  </a:moveTo>
                  <a:cubicBezTo>
                    <a:pt x="875" y="110"/>
                    <a:pt x="875" y="89"/>
                    <a:pt x="875" y="81"/>
                  </a:cubicBezTo>
                  <a:cubicBezTo>
                    <a:pt x="871" y="81"/>
                    <a:pt x="871" y="81"/>
                    <a:pt x="871" y="81"/>
                  </a:cubicBezTo>
                  <a:cubicBezTo>
                    <a:pt x="870" y="81"/>
                    <a:pt x="869" y="81"/>
                    <a:pt x="869" y="82"/>
                  </a:cubicBezTo>
                  <a:cubicBezTo>
                    <a:pt x="867" y="103"/>
                    <a:pt x="856" y="112"/>
                    <a:pt x="838" y="112"/>
                  </a:cubicBezTo>
                  <a:cubicBezTo>
                    <a:pt x="814" y="112"/>
                    <a:pt x="802" y="92"/>
                    <a:pt x="802" y="59"/>
                  </a:cubicBezTo>
                  <a:cubicBezTo>
                    <a:pt x="802" y="34"/>
                    <a:pt x="807" y="7"/>
                    <a:pt x="834" y="7"/>
                  </a:cubicBezTo>
                  <a:cubicBezTo>
                    <a:pt x="850" y="7"/>
                    <a:pt x="859" y="17"/>
                    <a:pt x="863" y="34"/>
                  </a:cubicBezTo>
                  <a:cubicBezTo>
                    <a:pt x="863" y="35"/>
                    <a:pt x="863" y="35"/>
                    <a:pt x="864" y="35"/>
                  </a:cubicBezTo>
                  <a:cubicBezTo>
                    <a:pt x="869" y="35"/>
                    <a:pt x="869" y="35"/>
                    <a:pt x="869" y="35"/>
                  </a:cubicBezTo>
                  <a:cubicBezTo>
                    <a:pt x="869" y="27"/>
                    <a:pt x="868" y="9"/>
                    <a:pt x="868" y="1"/>
                  </a:cubicBezTo>
                  <a:cubicBezTo>
                    <a:pt x="866" y="1"/>
                    <a:pt x="866" y="1"/>
                    <a:pt x="866" y="1"/>
                  </a:cubicBezTo>
                  <a:cubicBezTo>
                    <a:pt x="865" y="1"/>
                    <a:pt x="864" y="1"/>
                    <a:pt x="863" y="2"/>
                  </a:cubicBezTo>
                  <a:cubicBezTo>
                    <a:pt x="861" y="6"/>
                    <a:pt x="861" y="6"/>
                    <a:pt x="861" y="6"/>
                  </a:cubicBezTo>
                  <a:cubicBezTo>
                    <a:pt x="861" y="6"/>
                    <a:pt x="861" y="6"/>
                    <a:pt x="861" y="6"/>
                  </a:cubicBezTo>
                  <a:cubicBezTo>
                    <a:pt x="854" y="2"/>
                    <a:pt x="845" y="0"/>
                    <a:pt x="834" y="0"/>
                  </a:cubicBezTo>
                  <a:cubicBezTo>
                    <a:pt x="802" y="0"/>
                    <a:pt x="784" y="26"/>
                    <a:pt x="784" y="59"/>
                  </a:cubicBezTo>
                  <a:cubicBezTo>
                    <a:pt x="784" y="98"/>
                    <a:pt x="806" y="119"/>
                    <a:pt x="836" y="119"/>
                  </a:cubicBezTo>
                  <a:cubicBezTo>
                    <a:pt x="852" y="119"/>
                    <a:pt x="862" y="115"/>
                    <a:pt x="867" y="113"/>
                  </a:cubicBezTo>
                  <a:cubicBezTo>
                    <a:pt x="867" y="113"/>
                    <a:pt x="867" y="113"/>
                    <a:pt x="867" y="113"/>
                  </a:cubicBezTo>
                  <a:cubicBezTo>
                    <a:pt x="870" y="117"/>
                    <a:pt x="870" y="117"/>
                    <a:pt x="870" y="117"/>
                  </a:cubicBezTo>
                  <a:cubicBezTo>
                    <a:pt x="871" y="118"/>
                    <a:pt x="871" y="118"/>
                    <a:pt x="872" y="118"/>
                  </a:cubicBezTo>
                  <a:lnTo>
                    <a:pt x="875" y="118"/>
                  </a:lnTo>
                  <a:close/>
                  <a:moveTo>
                    <a:pt x="153" y="117"/>
                  </a:moveTo>
                  <a:cubicBezTo>
                    <a:pt x="147" y="117"/>
                    <a:pt x="140" y="117"/>
                    <a:pt x="135" y="117"/>
                  </a:cubicBezTo>
                  <a:cubicBezTo>
                    <a:pt x="135" y="113"/>
                    <a:pt x="135" y="113"/>
                    <a:pt x="135" y="113"/>
                  </a:cubicBezTo>
                  <a:cubicBezTo>
                    <a:pt x="135" y="112"/>
                    <a:pt x="135" y="112"/>
                    <a:pt x="136" y="112"/>
                  </a:cubicBezTo>
                  <a:cubicBezTo>
                    <a:pt x="146" y="111"/>
                    <a:pt x="146" y="110"/>
                    <a:pt x="146" y="96"/>
                  </a:cubicBezTo>
                  <a:cubicBezTo>
                    <a:pt x="146" y="79"/>
                    <a:pt x="146" y="79"/>
                    <a:pt x="146" y="79"/>
                  </a:cubicBezTo>
                  <a:cubicBezTo>
                    <a:pt x="110" y="79"/>
                    <a:pt x="110" y="79"/>
                    <a:pt x="110" y="79"/>
                  </a:cubicBezTo>
                  <a:cubicBezTo>
                    <a:pt x="110" y="96"/>
                    <a:pt x="110" y="96"/>
                    <a:pt x="110" y="96"/>
                  </a:cubicBezTo>
                  <a:cubicBezTo>
                    <a:pt x="110" y="110"/>
                    <a:pt x="110" y="111"/>
                    <a:pt x="120" y="112"/>
                  </a:cubicBezTo>
                  <a:cubicBezTo>
                    <a:pt x="121" y="112"/>
                    <a:pt x="121" y="112"/>
                    <a:pt x="121" y="113"/>
                  </a:cubicBezTo>
                  <a:cubicBezTo>
                    <a:pt x="121" y="117"/>
                    <a:pt x="121" y="117"/>
                    <a:pt x="121" y="117"/>
                  </a:cubicBezTo>
                  <a:cubicBezTo>
                    <a:pt x="116" y="117"/>
                    <a:pt x="109" y="117"/>
                    <a:pt x="103" y="117"/>
                  </a:cubicBezTo>
                  <a:cubicBezTo>
                    <a:pt x="98" y="117"/>
                    <a:pt x="91" y="117"/>
                    <a:pt x="86" y="117"/>
                  </a:cubicBezTo>
                  <a:cubicBezTo>
                    <a:pt x="86" y="113"/>
                    <a:pt x="86" y="113"/>
                    <a:pt x="86" y="113"/>
                  </a:cubicBezTo>
                  <a:cubicBezTo>
                    <a:pt x="86" y="112"/>
                    <a:pt x="86" y="112"/>
                    <a:pt x="86" y="112"/>
                  </a:cubicBezTo>
                  <a:cubicBezTo>
                    <a:pt x="96" y="111"/>
                    <a:pt x="96" y="110"/>
                    <a:pt x="96" y="96"/>
                  </a:cubicBezTo>
                  <a:cubicBezTo>
                    <a:pt x="96" y="59"/>
                    <a:pt x="96" y="59"/>
                    <a:pt x="96" y="59"/>
                  </a:cubicBezTo>
                  <a:cubicBezTo>
                    <a:pt x="96" y="45"/>
                    <a:pt x="96" y="44"/>
                    <a:pt x="86" y="43"/>
                  </a:cubicBezTo>
                  <a:cubicBezTo>
                    <a:pt x="86" y="43"/>
                    <a:pt x="86" y="43"/>
                    <a:pt x="86" y="42"/>
                  </a:cubicBezTo>
                  <a:cubicBezTo>
                    <a:pt x="86" y="38"/>
                    <a:pt x="86" y="38"/>
                    <a:pt x="86" y="38"/>
                  </a:cubicBezTo>
                  <a:cubicBezTo>
                    <a:pt x="91" y="38"/>
                    <a:pt x="98" y="38"/>
                    <a:pt x="103" y="38"/>
                  </a:cubicBezTo>
                  <a:cubicBezTo>
                    <a:pt x="109" y="38"/>
                    <a:pt x="116" y="38"/>
                    <a:pt x="121" y="38"/>
                  </a:cubicBezTo>
                  <a:cubicBezTo>
                    <a:pt x="121" y="42"/>
                    <a:pt x="121" y="42"/>
                    <a:pt x="121" y="42"/>
                  </a:cubicBezTo>
                  <a:cubicBezTo>
                    <a:pt x="121" y="43"/>
                    <a:pt x="121" y="43"/>
                    <a:pt x="120" y="43"/>
                  </a:cubicBezTo>
                  <a:cubicBezTo>
                    <a:pt x="110" y="44"/>
                    <a:pt x="110" y="45"/>
                    <a:pt x="110" y="59"/>
                  </a:cubicBezTo>
                  <a:cubicBezTo>
                    <a:pt x="110" y="73"/>
                    <a:pt x="110" y="73"/>
                    <a:pt x="110" y="73"/>
                  </a:cubicBezTo>
                  <a:cubicBezTo>
                    <a:pt x="146" y="73"/>
                    <a:pt x="146" y="73"/>
                    <a:pt x="146" y="73"/>
                  </a:cubicBezTo>
                  <a:cubicBezTo>
                    <a:pt x="146" y="59"/>
                    <a:pt x="146" y="59"/>
                    <a:pt x="146" y="59"/>
                  </a:cubicBezTo>
                  <a:cubicBezTo>
                    <a:pt x="146" y="45"/>
                    <a:pt x="146" y="44"/>
                    <a:pt x="136" y="43"/>
                  </a:cubicBezTo>
                  <a:cubicBezTo>
                    <a:pt x="135" y="43"/>
                    <a:pt x="135" y="43"/>
                    <a:pt x="135" y="42"/>
                  </a:cubicBezTo>
                  <a:cubicBezTo>
                    <a:pt x="135" y="38"/>
                    <a:pt x="135" y="38"/>
                    <a:pt x="135" y="38"/>
                  </a:cubicBezTo>
                  <a:cubicBezTo>
                    <a:pt x="140" y="38"/>
                    <a:pt x="147" y="38"/>
                    <a:pt x="153" y="38"/>
                  </a:cubicBezTo>
                  <a:cubicBezTo>
                    <a:pt x="158" y="38"/>
                    <a:pt x="165" y="38"/>
                    <a:pt x="171" y="38"/>
                  </a:cubicBezTo>
                  <a:cubicBezTo>
                    <a:pt x="171" y="42"/>
                    <a:pt x="171" y="42"/>
                    <a:pt x="171" y="42"/>
                  </a:cubicBezTo>
                  <a:cubicBezTo>
                    <a:pt x="171" y="43"/>
                    <a:pt x="170" y="43"/>
                    <a:pt x="170" y="43"/>
                  </a:cubicBezTo>
                  <a:cubicBezTo>
                    <a:pt x="160" y="44"/>
                    <a:pt x="160" y="45"/>
                    <a:pt x="160" y="59"/>
                  </a:cubicBezTo>
                  <a:cubicBezTo>
                    <a:pt x="160" y="96"/>
                    <a:pt x="160" y="96"/>
                    <a:pt x="160" y="96"/>
                  </a:cubicBezTo>
                  <a:cubicBezTo>
                    <a:pt x="160" y="110"/>
                    <a:pt x="160" y="111"/>
                    <a:pt x="170" y="112"/>
                  </a:cubicBezTo>
                  <a:cubicBezTo>
                    <a:pt x="170" y="112"/>
                    <a:pt x="171" y="112"/>
                    <a:pt x="171" y="113"/>
                  </a:cubicBezTo>
                  <a:cubicBezTo>
                    <a:pt x="171" y="117"/>
                    <a:pt x="171" y="117"/>
                    <a:pt x="171" y="117"/>
                  </a:cubicBezTo>
                  <a:cubicBezTo>
                    <a:pt x="165" y="117"/>
                    <a:pt x="158" y="117"/>
                    <a:pt x="153" y="117"/>
                  </a:cubicBezTo>
                  <a:close/>
                  <a:moveTo>
                    <a:pt x="219" y="117"/>
                  </a:moveTo>
                  <a:cubicBezTo>
                    <a:pt x="194" y="117"/>
                    <a:pt x="194" y="117"/>
                    <a:pt x="194" y="117"/>
                  </a:cubicBezTo>
                  <a:cubicBezTo>
                    <a:pt x="189" y="117"/>
                    <a:pt x="182" y="117"/>
                    <a:pt x="177" y="117"/>
                  </a:cubicBezTo>
                  <a:cubicBezTo>
                    <a:pt x="177" y="113"/>
                    <a:pt x="177" y="113"/>
                    <a:pt x="177" y="113"/>
                  </a:cubicBezTo>
                  <a:cubicBezTo>
                    <a:pt x="177" y="112"/>
                    <a:pt x="177" y="112"/>
                    <a:pt x="178" y="112"/>
                  </a:cubicBezTo>
                  <a:cubicBezTo>
                    <a:pt x="188" y="111"/>
                    <a:pt x="188" y="110"/>
                    <a:pt x="188" y="96"/>
                  </a:cubicBezTo>
                  <a:cubicBezTo>
                    <a:pt x="188" y="59"/>
                    <a:pt x="188" y="59"/>
                    <a:pt x="188" y="59"/>
                  </a:cubicBezTo>
                  <a:cubicBezTo>
                    <a:pt x="188" y="45"/>
                    <a:pt x="188" y="44"/>
                    <a:pt x="178" y="43"/>
                  </a:cubicBezTo>
                  <a:cubicBezTo>
                    <a:pt x="177" y="43"/>
                    <a:pt x="177" y="43"/>
                    <a:pt x="177" y="42"/>
                  </a:cubicBezTo>
                  <a:cubicBezTo>
                    <a:pt x="177" y="38"/>
                    <a:pt x="177" y="38"/>
                    <a:pt x="177" y="38"/>
                  </a:cubicBezTo>
                  <a:cubicBezTo>
                    <a:pt x="182" y="38"/>
                    <a:pt x="189" y="38"/>
                    <a:pt x="194" y="38"/>
                  </a:cubicBezTo>
                  <a:cubicBezTo>
                    <a:pt x="213" y="38"/>
                    <a:pt x="213" y="38"/>
                    <a:pt x="213" y="38"/>
                  </a:cubicBezTo>
                  <a:cubicBezTo>
                    <a:pt x="223" y="38"/>
                    <a:pt x="229" y="38"/>
                    <a:pt x="234" y="38"/>
                  </a:cubicBezTo>
                  <a:cubicBezTo>
                    <a:pt x="234" y="44"/>
                    <a:pt x="234" y="54"/>
                    <a:pt x="235" y="59"/>
                  </a:cubicBezTo>
                  <a:cubicBezTo>
                    <a:pt x="231" y="59"/>
                    <a:pt x="231" y="59"/>
                    <a:pt x="231" y="59"/>
                  </a:cubicBezTo>
                  <a:cubicBezTo>
                    <a:pt x="230" y="59"/>
                    <a:pt x="230" y="59"/>
                    <a:pt x="230" y="58"/>
                  </a:cubicBezTo>
                  <a:cubicBezTo>
                    <a:pt x="228" y="46"/>
                    <a:pt x="223" y="44"/>
                    <a:pt x="213" y="44"/>
                  </a:cubicBezTo>
                  <a:cubicBezTo>
                    <a:pt x="202" y="44"/>
                    <a:pt x="202" y="44"/>
                    <a:pt x="202" y="44"/>
                  </a:cubicBezTo>
                  <a:cubicBezTo>
                    <a:pt x="201" y="44"/>
                    <a:pt x="201" y="45"/>
                    <a:pt x="201" y="46"/>
                  </a:cubicBezTo>
                  <a:cubicBezTo>
                    <a:pt x="201" y="73"/>
                    <a:pt x="201" y="73"/>
                    <a:pt x="201" y="73"/>
                  </a:cubicBezTo>
                  <a:cubicBezTo>
                    <a:pt x="202" y="73"/>
                    <a:pt x="202" y="73"/>
                    <a:pt x="202" y="73"/>
                  </a:cubicBezTo>
                  <a:cubicBezTo>
                    <a:pt x="212" y="73"/>
                    <a:pt x="215" y="71"/>
                    <a:pt x="216" y="63"/>
                  </a:cubicBezTo>
                  <a:cubicBezTo>
                    <a:pt x="216" y="62"/>
                    <a:pt x="216" y="62"/>
                    <a:pt x="217" y="62"/>
                  </a:cubicBezTo>
                  <a:cubicBezTo>
                    <a:pt x="221" y="62"/>
                    <a:pt x="221" y="62"/>
                    <a:pt x="221" y="62"/>
                  </a:cubicBezTo>
                  <a:cubicBezTo>
                    <a:pt x="221" y="67"/>
                    <a:pt x="220" y="71"/>
                    <a:pt x="220" y="76"/>
                  </a:cubicBezTo>
                  <a:cubicBezTo>
                    <a:pt x="220" y="82"/>
                    <a:pt x="221" y="85"/>
                    <a:pt x="221" y="90"/>
                  </a:cubicBezTo>
                  <a:cubicBezTo>
                    <a:pt x="217" y="90"/>
                    <a:pt x="217" y="90"/>
                    <a:pt x="217" y="90"/>
                  </a:cubicBezTo>
                  <a:cubicBezTo>
                    <a:pt x="216" y="90"/>
                    <a:pt x="216" y="90"/>
                    <a:pt x="216" y="89"/>
                  </a:cubicBezTo>
                  <a:cubicBezTo>
                    <a:pt x="215" y="79"/>
                    <a:pt x="212" y="78"/>
                    <a:pt x="202" y="78"/>
                  </a:cubicBezTo>
                  <a:cubicBezTo>
                    <a:pt x="201" y="78"/>
                    <a:pt x="201" y="78"/>
                    <a:pt x="201" y="78"/>
                  </a:cubicBezTo>
                  <a:cubicBezTo>
                    <a:pt x="201" y="95"/>
                    <a:pt x="201" y="95"/>
                    <a:pt x="201" y="95"/>
                  </a:cubicBezTo>
                  <a:cubicBezTo>
                    <a:pt x="201" y="109"/>
                    <a:pt x="201" y="110"/>
                    <a:pt x="212" y="110"/>
                  </a:cubicBezTo>
                  <a:cubicBezTo>
                    <a:pt x="219" y="110"/>
                    <a:pt x="219" y="110"/>
                    <a:pt x="219" y="110"/>
                  </a:cubicBezTo>
                  <a:cubicBezTo>
                    <a:pt x="229" y="110"/>
                    <a:pt x="234" y="108"/>
                    <a:pt x="236" y="94"/>
                  </a:cubicBezTo>
                  <a:cubicBezTo>
                    <a:pt x="236" y="94"/>
                    <a:pt x="236" y="93"/>
                    <a:pt x="237" y="93"/>
                  </a:cubicBezTo>
                  <a:cubicBezTo>
                    <a:pt x="241" y="93"/>
                    <a:pt x="241" y="93"/>
                    <a:pt x="241" y="93"/>
                  </a:cubicBezTo>
                  <a:cubicBezTo>
                    <a:pt x="241" y="99"/>
                    <a:pt x="240" y="111"/>
                    <a:pt x="240" y="117"/>
                  </a:cubicBezTo>
                  <a:cubicBezTo>
                    <a:pt x="235" y="117"/>
                    <a:pt x="229" y="117"/>
                    <a:pt x="219" y="117"/>
                  </a:cubicBezTo>
                  <a:close/>
                  <a:moveTo>
                    <a:pt x="412" y="119"/>
                  </a:moveTo>
                  <a:cubicBezTo>
                    <a:pt x="391" y="119"/>
                    <a:pt x="374" y="103"/>
                    <a:pt x="374" y="79"/>
                  </a:cubicBezTo>
                  <a:cubicBezTo>
                    <a:pt x="374" y="50"/>
                    <a:pt x="392" y="36"/>
                    <a:pt x="412" y="36"/>
                  </a:cubicBezTo>
                  <a:cubicBezTo>
                    <a:pt x="434" y="36"/>
                    <a:pt x="451" y="52"/>
                    <a:pt x="451" y="76"/>
                  </a:cubicBezTo>
                  <a:cubicBezTo>
                    <a:pt x="451" y="105"/>
                    <a:pt x="433" y="119"/>
                    <a:pt x="412" y="119"/>
                  </a:cubicBezTo>
                  <a:close/>
                  <a:moveTo>
                    <a:pt x="411" y="43"/>
                  </a:moveTo>
                  <a:cubicBezTo>
                    <a:pt x="397" y="43"/>
                    <a:pt x="390" y="54"/>
                    <a:pt x="390" y="78"/>
                  </a:cubicBezTo>
                  <a:cubicBezTo>
                    <a:pt x="390" y="103"/>
                    <a:pt x="399" y="112"/>
                    <a:pt x="413" y="112"/>
                  </a:cubicBezTo>
                  <a:cubicBezTo>
                    <a:pt x="428" y="112"/>
                    <a:pt x="435" y="101"/>
                    <a:pt x="435" y="77"/>
                  </a:cubicBezTo>
                  <a:cubicBezTo>
                    <a:pt x="435" y="52"/>
                    <a:pt x="426" y="43"/>
                    <a:pt x="411" y="43"/>
                  </a:cubicBezTo>
                  <a:close/>
                  <a:moveTo>
                    <a:pt x="463" y="115"/>
                  </a:moveTo>
                  <a:cubicBezTo>
                    <a:pt x="461" y="117"/>
                    <a:pt x="461" y="117"/>
                    <a:pt x="461" y="117"/>
                  </a:cubicBezTo>
                  <a:cubicBezTo>
                    <a:pt x="461" y="118"/>
                    <a:pt x="460" y="118"/>
                    <a:pt x="459" y="118"/>
                  </a:cubicBezTo>
                  <a:cubicBezTo>
                    <a:pt x="457" y="118"/>
                    <a:pt x="457" y="118"/>
                    <a:pt x="457" y="118"/>
                  </a:cubicBezTo>
                  <a:cubicBezTo>
                    <a:pt x="457" y="113"/>
                    <a:pt x="457" y="98"/>
                    <a:pt x="457" y="93"/>
                  </a:cubicBezTo>
                  <a:cubicBezTo>
                    <a:pt x="461" y="93"/>
                    <a:pt x="461" y="93"/>
                    <a:pt x="461" y="93"/>
                  </a:cubicBezTo>
                  <a:cubicBezTo>
                    <a:pt x="461" y="93"/>
                    <a:pt x="462" y="93"/>
                    <a:pt x="462" y="93"/>
                  </a:cubicBezTo>
                  <a:cubicBezTo>
                    <a:pt x="464" y="106"/>
                    <a:pt x="470" y="112"/>
                    <a:pt x="481" y="112"/>
                  </a:cubicBezTo>
                  <a:cubicBezTo>
                    <a:pt x="491" y="112"/>
                    <a:pt x="497" y="108"/>
                    <a:pt x="497" y="101"/>
                  </a:cubicBezTo>
                  <a:cubicBezTo>
                    <a:pt x="497" y="79"/>
                    <a:pt x="457" y="86"/>
                    <a:pt x="457" y="59"/>
                  </a:cubicBezTo>
                  <a:cubicBezTo>
                    <a:pt x="457" y="45"/>
                    <a:pt x="467" y="36"/>
                    <a:pt x="481" y="36"/>
                  </a:cubicBezTo>
                  <a:cubicBezTo>
                    <a:pt x="486" y="36"/>
                    <a:pt x="493" y="37"/>
                    <a:pt x="497" y="41"/>
                  </a:cubicBezTo>
                  <a:cubicBezTo>
                    <a:pt x="499" y="39"/>
                    <a:pt x="499" y="39"/>
                    <a:pt x="499" y="39"/>
                  </a:cubicBezTo>
                  <a:cubicBezTo>
                    <a:pt x="499" y="38"/>
                    <a:pt x="499" y="38"/>
                    <a:pt x="500" y="38"/>
                  </a:cubicBezTo>
                  <a:cubicBezTo>
                    <a:pt x="503" y="38"/>
                    <a:pt x="503" y="38"/>
                    <a:pt x="503" y="38"/>
                  </a:cubicBezTo>
                  <a:cubicBezTo>
                    <a:pt x="503" y="43"/>
                    <a:pt x="503" y="56"/>
                    <a:pt x="503" y="61"/>
                  </a:cubicBezTo>
                  <a:cubicBezTo>
                    <a:pt x="499" y="61"/>
                    <a:pt x="499" y="61"/>
                    <a:pt x="499" y="61"/>
                  </a:cubicBezTo>
                  <a:cubicBezTo>
                    <a:pt x="499" y="61"/>
                    <a:pt x="499" y="61"/>
                    <a:pt x="498" y="61"/>
                  </a:cubicBezTo>
                  <a:cubicBezTo>
                    <a:pt x="496" y="50"/>
                    <a:pt x="491" y="43"/>
                    <a:pt x="481" y="43"/>
                  </a:cubicBezTo>
                  <a:cubicBezTo>
                    <a:pt x="472" y="43"/>
                    <a:pt x="468" y="48"/>
                    <a:pt x="468" y="53"/>
                  </a:cubicBezTo>
                  <a:cubicBezTo>
                    <a:pt x="468" y="74"/>
                    <a:pt x="509" y="67"/>
                    <a:pt x="509" y="94"/>
                  </a:cubicBezTo>
                  <a:cubicBezTo>
                    <a:pt x="509" y="111"/>
                    <a:pt x="495" y="119"/>
                    <a:pt x="481" y="119"/>
                  </a:cubicBezTo>
                  <a:cubicBezTo>
                    <a:pt x="473" y="119"/>
                    <a:pt x="467" y="117"/>
                    <a:pt x="463" y="115"/>
                  </a:cubicBezTo>
                  <a:close/>
                  <a:moveTo>
                    <a:pt x="547" y="117"/>
                  </a:moveTo>
                  <a:cubicBezTo>
                    <a:pt x="541" y="117"/>
                    <a:pt x="534" y="117"/>
                    <a:pt x="529" y="117"/>
                  </a:cubicBezTo>
                  <a:cubicBezTo>
                    <a:pt x="529" y="113"/>
                    <a:pt x="529" y="113"/>
                    <a:pt x="529" y="113"/>
                  </a:cubicBezTo>
                  <a:cubicBezTo>
                    <a:pt x="529" y="112"/>
                    <a:pt x="529" y="112"/>
                    <a:pt x="530" y="112"/>
                  </a:cubicBezTo>
                  <a:cubicBezTo>
                    <a:pt x="540" y="111"/>
                    <a:pt x="540" y="110"/>
                    <a:pt x="540" y="96"/>
                  </a:cubicBezTo>
                  <a:cubicBezTo>
                    <a:pt x="540" y="46"/>
                    <a:pt x="540" y="46"/>
                    <a:pt x="540" y="46"/>
                  </a:cubicBezTo>
                  <a:cubicBezTo>
                    <a:pt x="540" y="45"/>
                    <a:pt x="540" y="44"/>
                    <a:pt x="539" y="44"/>
                  </a:cubicBezTo>
                  <a:cubicBezTo>
                    <a:pt x="532" y="44"/>
                    <a:pt x="532" y="44"/>
                    <a:pt x="532" y="44"/>
                  </a:cubicBezTo>
                  <a:cubicBezTo>
                    <a:pt x="522" y="44"/>
                    <a:pt x="517" y="46"/>
                    <a:pt x="515" y="61"/>
                  </a:cubicBezTo>
                  <a:cubicBezTo>
                    <a:pt x="515" y="61"/>
                    <a:pt x="515" y="61"/>
                    <a:pt x="514" y="61"/>
                  </a:cubicBezTo>
                  <a:cubicBezTo>
                    <a:pt x="511" y="61"/>
                    <a:pt x="511" y="61"/>
                    <a:pt x="511" y="61"/>
                  </a:cubicBezTo>
                  <a:cubicBezTo>
                    <a:pt x="511" y="56"/>
                    <a:pt x="511" y="44"/>
                    <a:pt x="511" y="38"/>
                  </a:cubicBezTo>
                  <a:cubicBezTo>
                    <a:pt x="516" y="38"/>
                    <a:pt x="522" y="38"/>
                    <a:pt x="532" y="38"/>
                  </a:cubicBezTo>
                  <a:cubicBezTo>
                    <a:pt x="561" y="38"/>
                    <a:pt x="561" y="38"/>
                    <a:pt x="561" y="38"/>
                  </a:cubicBezTo>
                  <a:cubicBezTo>
                    <a:pt x="571" y="38"/>
                    <a:pt x="577" y="38"/>
                    <a:pt x="582" y="38"/>
                  </a:cubicBezTo>
                  <a:cubicBezTo>
                    <a:pt x="582" y="44"/>
                    <a:pt x="583" y="56"/>
                    <a:pt x="583" y="61"/>
                  </a:cubicBezTo>
                  <a:cubicBezTo>
                    <a:pt x="579" y="61"/>
                    <a:pt x="579" y="61"/>
                    <a:pt x="579" y="61"/>
                  </a:cubicBezTo>
                  <a:cubicBezTo>
                    <a:pt x="578" y="61"/>
                    <a:pt x="578" y="61"/>
                    <a:pt x="578" y="61"/>
                  </a:cubicBezTo>
                  <a:cubicBezTo>
                    <a:pt x="576" y="46"/>
                    <a:pt x="571" y="44"/>
                    <a:pt x="561" y="44"/>
                  </a:cubicBezTo>
                  <a:cubicBezTo>
                    <a:pt x="555" y="44"/>
                    <a:pt x="555" y="44"/>
                    <a:pt x="555" y="44"/>
                  </a:cubicBezTo>
                  <a:cubicBezTo>
                    <a:pt x="554" y="44"/>
                    <a:pt x="554" y="45"/>
                    <a:pt x="554" y="46"/>
                  </a:cubicBezTo>
                  <a:cubicBezTo>
                    <a:pt x="554" y="96"/>
                    <a:pt x="554" y="96"/>
                    <a:pt x="554" y="96"/>
                  </a:cubicBezTo>
                  <a:cubicBezTo>
                    <a:pt x="554" y="110"/>
                    <a:pt x="554" y="111"/>
                    <a:pt x="563" y="112"/>
                  </a:cubicBezTo>
                  <a:cubicBezTo>
                    <a:pt x="564" y="112"/>
                    <a:pt x="564" y="112"/>
                    <a:pt x="564" y="113"/>
                  </a:cubicBezTo>
                  <a:cubicBezTo>
                    <a:pt x="564" y="117"/>
                    <a:pt x="564" y="117"/>
                    <a:pt x="564" y="117"/>
                  </a:cubicBezTo>
                  <a:cubicBezTo>
                    <a:pt x="559" y="117"/>
                    <a:pt x="552" y="117"/>
                    <a:pt x="547" y="117"/>
                  </a:cubicBezTo>
                  <a:close/>
                  <a:moveTo>
                    <a:pt x="622" y="119"/>
                  </a:moveTo>
                  <a:cubicBezTo>
                    <a:pt x="601" y="119"/>
                    <a:pt x="584" y="103"/>
                    <a:pt x="584" y="79"/>
                  </a:cubicBezTo>
                  <a:cubicBezTo>
                    <a:pt x="584" y="50"/>
                    <a:pt x="602" y="36"/>
                    <a:pt x="622" y="36"/>
                  </a:cubicBezTo>
                  <a:cubicBezTo>
                    <a:pt x="644" y="36"/>
                    <a:pt x="660" y="52"/>
                    <a:pt x="660" y="76"/>
                  </a:cubicBezTo>
                  <a:cubicBezTo>
                    <a:pt x="660" y="105"/>
                    <a:pt x="643" y="119"/>
                    <a:pt x="622" y="119"/>
                  </a:cubicBezTo>
                  <a:close/>
                  <a:moveTo>
                    <a:pt x="621" y="43"/>
                  </a:moveTo>
                  <a:cubicBezTo>
                    <a:pt x="607" y="43"/>
                    <a:pt x="600" y="54"/>
                    <a:pt x="600" y="78"/>
                  </a:cubicBezTo>
                  <a:cubicBezTo>
                    <a:pt x="600" y="103"/>
                    <a:pt x="609" y="112"/>
                    <a:pt x="623" y="112"/>
                  </a:cubicBezTo>
                  <a:cubicBezTo>
                    <a:pt x="638" y="112"/>
                    <a:pt x="645" y="101"/>
                    <a:pt x="645" y="77"/>
                  </a:cubicBezTo>
                  <a:cubicBezTo>
                    <a:pt x="645" y="52"/>
                    <a:pt x="635" y="43"/>
                    <a:pt x="621" y="43"/>
                  </a:cubicBezTo>
                  <a:close/>
                  <a:moveTo>
                    <a:pt x="729" y="119"/>
                  </a:moveTo>
                  <a:cubicBezTo>
                    <a:pt x="727" y="115"/>
                    <a:pt x="724" y="111"/>
                    <a:pt x="721" y="107"/>
                  </a:cubicBezTo>
                  <a:cubicBezTo>
                    <a:pt x="684" y="53"/>
                    <a:pt x="684" y="53"/>
                    <a:pt x="684" y="53"/>
                  </a:cubicBezTo>
                  <a:cubicBezTo>
                    <a:pt x="683" y="53"/>
                    <a:pt x="683" y="53"/>
                    <a:pt x="683" y="53"/>
                  </a:cubicBezTo>
                  <a:cubicBezTo>
                    <a:pt x="683" y="84"/>
                    <a:pt x="683" y="84"/>
                    <a:pt x="683" y="84"/>
                  </a:cubicBezTo>
                  <a:cubicBezTo>
                    <a:pt x="683" y="108"/>
                    <a:pt x="683" y="111"/>
                    <a:pt x="697" y="112"/>
                  </a:cubicBezTo>
                  <a:cubicBezTo>
                    <a:pt x="698" y="112"/>
                    <a:pt x="698" y="112"/>
                    <a:pt x="698" y="113"/>
                  </a:cubicBezTo>
                  <a:cubicBezTo>
                    <a:pt x="698" y="117"/>
                    <a:pt x="698" y="117"/>
                    <a:pt x="698" y="117"/>
                  </a:cubicBezTo>
                  <a:cubicBezTo>
                    <a:pt x="693" y="117"/>
                    <a:pt x="685" y="117"/>
                    <a:pt x="679" y="117"/>
                  </a:cubicBezTo>
                  <a:cubicBezTo>
                    <a:pt x="673" y="117"/>
                    <a:pt x="669" y="117"/>
                    <a:pt x="664" y="117"/>
                  </a:cubicBezTo>
                  <a:cubicBezTo>
                    <a:pt x="664" y="113"/>
                    <a:pt x="664" y="113"/>
                    <a:pt x="664" y="113"/>
                  </a:cubicBezTo>
                  <a:cubicBezTo>
                    <a:pt x="664" y="112"/>
                    <a:pt x="664" y="112"/>
                    <a:pt x="665" y="112"/>
                  </a:cubicBezTo>
                  <a:cubicBezTo>
                    <a:pt x="675" y="111"/>
                    <a:pt x="675" y="108"/>
                    <a:pt x="675" y="84"/>
                  </a:cubicBezTo>
                  <a:cubicBezTo>
                    <a:pt x="675" y="59"/>
                    <a:pt x="675" y="59"/>
                    <a:pt x="675" y="59"/>
                  </a:cubicBezTo>
                  <a:cubicBezTo>
                    <a:pt x="675" y="45"/>
                    <a:pt x="675" y="44"/>
                    <a:pt x="665" y="43"/>
                  </a:cubicBezTo>
                  <a:cubicBezTo>
                    <a:pt x="664" y="43"/>
                    <a:pt x="664" y="43"/>
                    <a:pt x="664" y="42"/>
                  </a:cubicBezTo>
                  <a:cubicBezTo>
                    <a:pt x="664" y="38"/>
                    <a:pt x="664" y="38"/>
                    <a:pt x="664" y="38"/>
                  </a:cubicBezTo>
                  <a:cubicBezTo>
                    <a:pt x="668" y="38"/>
                    <a:pt x="675" y="38"/>
                    <a:pt x="678" y="38"/>
                  </a:cubicBezTo>
                  <a:cubicBezTo>
                    <a:pt x="683" y="38"/>
                    <a:pt x="687" y="38"/>
                    <a:pt x="690" y="38"/>
                  </a:cubicBezTo>
                  <a:cubicBezTo>
                    <a:pt x="730" y="96"/>
                    <a:pt x="730" y="96"/>
                    <a:pt x="730" y="96"/>
                  </a:cubicBezTo>
                  <a:cubicBezTo>
                    <a:pt x="731" y="96"/>
                    <a:pt x="731" y="96"/>
                    <a:pt x="731" y="96"/>
                  </a:cubicBezTo>
                  <a:cubicBezTo>
                    <a:pt x="731" y="71"/>
                    <a:pt x="731" y="71"/>
                    <a:pt x="731" y="71"/>
                  </a:cubicBezTo>
                  <a:cubicBezTo>
                    <a:pt x="731" y="47"/>
                    <a:pt x="730" y="44"/>
                    <a:pt x="716" y="43"/>
                  </a:cubicBezTo>
                  <a:cubicBezTo>
                    <a:pt x="716" y="43"/>
                    <a:pt x="716" y="43"/>
                    <a:pt x="716" y="42"/>
                  </a:cubicBezTo>
                  <a:cubicBezTo>
                    <a:pt x="716" y="38"/>
                    <a:pt x="716" y="38"/>
                    <a:pt x="716" y="38"/>
                  </a:cubicBezTo>
                  <a:cubicBezTo>
                    <a:pt x="721" y="38"/>
                    <a:pt x="729" y="38"/>
                    <a:pt x="735" y="38"/>
                  </a:cubicBezTo>
                  <a:cubicBezTo>
                    <a:pt x="740" y="38"/>
                    <a:pt x="744" y="38"/>
                    <a:pt x="750" y="38"/>
                  </a:cubicBezTo>
                  <a:cubicBezTo>
                    <a:pt x="750" y="42"/>
                    <a:pt x="750" y="42"/>
                    <a:pt x="750" y="42"/>
                  </a:cubicBezTo>
                  <a:cubicBezTo>
                    <a:pt x="750" y="43"/>
                    <a:pt x="750" y="43"/>
                    <a:pt x="749" y="43"/>
                  </a:cubicBezTo>
                  <a:cubicBezTo>
                    <a:pt x="739" y="44"/>
                    <a:pt x="739" y="47"/>
                    <a:pt x="739" y="71"/>
                  </a:cubicBezTo>
                  <a:cubicBezTo>
                    <a:pt x="739" y="119"/>
                    <a:pt x="739" y="119"/>
                    <a:pt x="739" y="119"/>
                  </a:cubicBezTo>
                  <a:lnTo>
                    <a:pt x="729" y="119"/>
                  </a:lnTo>
                  <a:close/>
                  <a:moveTo>
                    <a:pt x="921" y="119"/>
                  </a:moveTo>
                  <a:cubicBezTo>
                    <a:pt x="900" y="119"/>
                    <a:pt x="883" y="103"/>
                    <a:pt x="883" y="79"/>
                  </a:cubicBezTo>
                  <a:cubicBezTo>
                    <a:pt x="883" y="50"/>
                    <a:pt x="901" y="36"/>
                    <a:pt x="921" y="36"/>
                  </a:cubicBezTo>
                  <a:cubicBezTo>
                    <a:pt x="943" y="36"/>
                    <a:pt x="960" y="52"/>
                    <a:pt x="960" y="76"/>
                  </a:cubicBezTo>
                  <a:cubicBezTo>
                    <a:pt x="960" y="105"/>
                    <a:pt x="942" y="119"/>
                    <a:pt x="921" y="119"/>
                  </a:cubicBezTo>
                  <a:close/>
                  <a:moveTo>
                    <a:pt x="920" y="43"/>
                  </a:moveTo>
                  <a:cubicBezTo>
                    <a:pt x="906" y="43"/>
                    <a:pt x="899" y="54"/>
                    <a:pt x="899" y="78"/>
                  </a:cubicBezTo>
                  <a:cubicBezTo>
                    <a:pt x="899" y="103"/>
                    <a:pt x="908" y="112"/>
                    <a:pt x="922" y="112"/>
                  </a:cubicBezTo>
                  <a:cubicBezTo>
                    <a:pt x="937" y="112"/>
                    <a:pt x="944" y="101"/>
                    <a:pt x="944" y="77"/>
                  </a:cubicBezTo>
                  <a:cubicBezTo>
                    <a:pt x="944" y="52"/>
                    <a:pt x="935" y="43"/>
                    <a:pt x="920" y="43"/>
                  </a:cubicBezTo>
                  <a:close/>
                  <a:moveTo>
                    <a:pt x="1029" y="119"/>
                  </a:moveTo>
                  <a:cubicBezTo>
                    <a:pt x="1026" y="115"/>
                    <a:pt x="1023" y="111"/>
                    <a:pt x="1020" y="107"/>
                  </a:cubicBezTo>
                  <a:cubicBezTo>
                    <a:pt x="983" y="53"/>
                    <a:pt x="983" y="53"/>
                    <a:pt x="983" y="53"/>
                  </a:cubicBezTo>
                  <a:cubicBezTo>
                    <a:pt x="982" y="53"/>
                    <a:pt x="982" y="53"/>
                    <a:pt x="982" y="53"/>
                  </a:cubicBezTo>
                  <a:cubicBezTo>
                    <a:pt x="982" y="84"/>
                    <a:pt x="982" y="84"/>
                    <a:pt x="982" y="84"/>
                  </a:cubicBezTo>
                  <a:cubicBezTo>
                    <a:pt x="982" y="108"/>
                    <a:pt x="983" y="111"/>
                    <a:pt x="996" y="112"/>
                  </a:cubicBezTo>
                  <a:cubicBezTo>
                    <a:pt x="997" y="112"/>
                    <a:pt x="997" y="112"/>
                    <a:pt x="997" y="113"/>
                  </a:cubicBezTo>
                  <a:cubicBezTo>
                    <a:pt x="997" y="117"/>
                    <a:pt x="997" y="117"/>
                    <a:pt x="997" y="117"/>
                  </a:cubicBezTo>
                  <a:cubicBezTo>
                    <a:pt x="992" y="117"/>
                    <a:pt x="984" y="117"/>
                    <a:pt x="978" y="117"/>
                  </a:cubicBezTo>
                  <a:cubicBezTo>
                    <a:pt x="972" y="117"/>
                    <a:pt x="969" y="117"/>
                    <a:pt x="963" y="117"/>
                  </a:cubicBezTo>
                  <a:cubicBezTo>
                    <a:pt x="963" y="113"/>
                    <a:pt x="963" y="113"/>
                    <a:pt x="963" y="113"/>
                  </a:cubicBezTo>
                  <a:cubicBezTo>
                    <a:pt x="963" y="112"/>
                    <a:pt x="963" y="112"/>
                    <a:pt x="964" y="112"/>
                  </a:cubicBezTo>
                  <a:cubicBezTo>
                    <a:pt x="974" y="111"/>
                    <a:pt x="974" y="108"/>
                    <a:pt x="974" y="84"/>
                  </a:cubicBezTo>
                  <a:cubicBezTo>
                    <a:pt x="974" y="59"/>
                    <a:pt x="974" y="59"/>
                    <a:pt x="974" y="59"/>
                  </a:cubicBezTo>
                  <a:cubicBezTo>
                    <a:pt x="974" y="45"/>
                    <a:pt x="974" y="44"/>
                    <a:pt x="964" y="43"/>
                  </a:cubicBezTo>
                  <a:cubicBezTo>
                    <a:pt x="963" y="43"/>
                    <a:pt x="963" y="43"/>
                    <a:pt x="963" y="42"/>
                  </a:cubicBezTo>
                  <a:cubicBezTo>
                    <a:pt x="963" y="38"/>
                    <a:pt x="963" y="38"/>
                    <a:pt x="963" y="38"/>
                  </a:cubicBezTo>
                  <a:cubicBezTo>
                    <a:pt x="968" y="38"/>
                    <a:pt x="974" y="38"/>
                    <a:pt x="977" y="38"/>
                  </a:cubicBezTo>
                  <a:cubicBezTo>
                    <a:pt x="982" y="38"/>
                    <a:pt x="986" y="38"/>
                    <a:pt x="989" y="38"/>
                  </a:cubicBezTo>
                  <a:cubicBezTo>
                    <a:pt x="1029" y="96"/>
                    <a:pt x="1029" y="96"/>
                    <a:pt x="1029" y="96"/>
                  </a:cubicBezTo>
                  <a:cubicBezTo>
                    <a:pt x="1030" y="96"/>
                    <a:pt x="1030" y="96"/>
                    <a:pt x="1030" y="96"/>
                  </a:cubicBezTo>
                  <a:cubicBezTo>
                    <a:pt x="1030" y="71"/>
                    <a:pt x="1030" y="71"/>
                    <a:pt x="1030" y="71"/>
                  </a:cubicBezTo>
                  <a:cubicBezTo>
                    <a:pt x="1030" y="47"/>
                    <a:pt x="1030" y="44"/>
                    <a:pt x="1016" y="43"/>
                  </a:cubicBezTo>
                  <a:cubicBezTo>
                    <a:pt x="1015" y="43"/>
                    <a:pt x="1015" y="43"/>
                    <a:pt x="1015" y="42"/>
                  </a:cubicBezTo>
                  <a:cubicBezTo>
                    <a:pt x="1015" y="38"/>
                    <a:pt x="1015" y="38"/>
                    <a:pt x="1015" y="38"/>
                  </a:cubicBezTo>
                  <a:cubicBezTo>
                    <a:pt x="1020" y="38"/>
                    <a:pt x="1028" y="38"/>
                    <a:pt x="1034" y="38"/>
                  </a:cubicBezTo>
                  <a:cubicBezTo>
                    <a:pt x="1040" y="38"/>
                    <a:pt x="1044" y="38"/>
                    <a:pt x="1049" y="38"/>
                  </a:cubicBezTo>
                  <a:cubicBezTo>
                    <a:pt x="1049" y="42"/>
                    <a:pt x="1049" y="42"/>
                    <a:pt x="1049" y="42"/>
                  </a:cubicBezTo>
                  <a:cubicBezTo>
                    <a:pt x="1049" y="43"/>
                    <a:pt x="1049" y="43"/>
                    <a:pt x="1048" y="43"/>
                  </a:cubicBezTo>
                  <a:cubicBezTo>
                    <a:pt x="1038" y="44"/>
                    <a:pt x="1038" y="47"/>
                    <a:pt x="1038" y="71"/>
                  </a:cubicBezTo>
                  <a:cubicBezTo>
                    <a:pt x="1038" y="119"/>
                    <a:pt x="1038" y="119"/>
                    <a:pt x="1038" y="119"/>
                  </a:cubicBezTo>
                  <a:lnTo>
                    <a:pt x="1029" y="119"/>
                  </a:lnTo>
                  <a:close/>
                  <a:moveTo>
                    <a:pt x="1062" y="115"/>
                  </a:moveTo>
                  <a:cubicBezTo>
                    <a:pt x="1060" y="117"/>
                    <a:pt x="1060" y="117"/>
                    <a:pt x="1060" y="117"/>
                  </a:cubicBezTo>
                  <a:cubicBezTo>
                    <a:pt x="1060" y="118"/>
                    <a:pt x="1059" y="118"/>
                    <a:pt x="1059" y="118"/>
                  </a:cubicBezTo>
                  <a:cubicBezTo>
                    <a:pt x="1056" y="118"/>
                    <a:pt x="1056" y="118"/>
                    <a:pt x="1056" y="118"/>
                  </a:cubicBezTo>
                  <a:cubicBezTo>
                    <a:pt x="1056" y="113"/>
                    <a:pt x="1056" y="98"/>
                    <a:pt x="1056" y="93"/>
                  </a:cubicBezTo>
                  <a:cubicBezTo>
                    <a:pt x="1060" y="93"/>
                    <a:pt x="1060" y="93"/>
                    <a:pt x="1060" y="93"/>
                  </a:cubicBezTo>
                  <a:cubicBezTo>
                    <a:pt x="1060" y="93"/>
                    <a:pt x="1061" y="93"/>
                    <a:pt x="1061" y="93"/>
                  </a:cubicBezTo>
                  <a:cubicBezTo>
                    <a:pt x="1063" y="106"/>
                    <a:pt x="1069" y="112"/>
                    <a:pt x="1080" y="112"/>
                  </a:cubicBezTo>
                  <a:cubicBezTo>
                    <a:pt x="1090" y="112"/>
                    <a:pt x="1097" y="108"/>
                    <a:pt x="1097" y="101"/>
                  </a:cubicBezTo>
                  <a:cubicBezTo>
                    <a:pt x="1097" y="79"/>
                    <a:pt x="1056" y="86"/>
                    <a:pt x="1056" y="59"/>
                  </a:cubicBezTo>
                  <a:cubicBezTo>
                    <a:pt x="1056" y="45"/>
                    <a:pt x="1066" y="36"/>
                    <a:pt x="1080" y="36"/>
                  </a:cubicBezTo>
                  <a:cubicBezTo>
                    <a:pt x="1085" y="36"/>
                    <a:pt x="1091" y="37"/>
                    <a:pt x="1096" y="40"/>
                  </a:cubicBezTo>
                  <a:cubicBezTo>
                    <a:pt x="1098" y="38"/>
                    <a:pt x="1098" y="38"/>
                    <a:pt x="1098" y="38"/>
                  </a:cubicBezTo>
                  <a:cubicBezTo>
                    <a:pt x="1098" y="37"/>
                    <a:pt x="1099" y="37"/>
                    <a:pt x="1100" y="37"/>
                  </a:cubicBezTo>
                  <a:cubicBezTo>
                    <a:pt x="1102" y="37"/>
                    <a:pt x="1102" y="37"/>
                    <a:pt x="1102" y="37"/>
                  </a:cubicBezTo>
                  <a:cubicBezTo>
                    <a:pt x="1102" y="42"/>
                    <a:pt x="1102" y="54"/>
                    <a:pt x="1102" y="59"/>
                  </a:cubicBezTo>
                  <a:cubicBezTo>
                    <a:pt x="1099" y="59"/>
                    <a:pt x="1099" y="59"/>
                    <a:pt x="1099" y="59"/>
                  </a:cubicBezTo>
                  <a:cubicBezTo>
                    <a:pt x="1098" y="59"/>
                    <a:pt x="1098" y="59"/>
                    <a:pt x="1098" y="58"/>
                  </a:cubicBezTo>
                  <a:cubicBezTo>
                    <a:pt x="1096" y="50"/>
                    <a:pt x="1090" y="43"/>
                    <a:pt x="1080" y="43"/>
                  </a:cubicBezTo>
                  <a:cubicBezTo>
                    <a:pt x="1071" y="43"/>
                    <a:pt x="1068" y="48"/>
                    <a:pt x="1068" y="53"/>
                  </a:cubicBezTo>
                  <a:cubicBezTo>
                    <a:pt x="1068" y="74"/>
                    <a:pt x="1109" y="67"/>
                    <a:pt x="1109" y="94"/>
                  </a:cubicBezTo>
                  <a:cubicBezTo>
                    <a:pt x="1109" y="111"/>
                    <a:pt x="1094" y="119"/>
                    <a:pt x="1081" y="119"/>
                  </a:cubicBezTo>
                  <a:cubicBezTo>
                    <a:pt x="1072" y="119"/>
                    <a:pt x="1067" y="117"/>
                    <a:pt x="1062" y="115"/>
                  </a:cubicBezTo>
                  <a:close/>
                  <a:moveTo>
                    <a:pt x="1155" y="119"/>
                  </a:moveTo>
                  <a:cubicBezTo>
                    <a:pt x="1132" y="119"/>
                    <a:pt x="1122" y="110"/>
                    <a:pt x="1122" y="89"/>
                  </a:cubicBezTo>
                  <a:cubicBezTo>
                    <a:pt x="1122" y="59"/>
                    <a:pt x="1122" y="59"/>
                    <a:pt x="1122" y="59"/>
                  </a:cubicBezTo>
                  <a:cubicBezTo>
                    <a:pt x="1122" y="45"/>
                    <a:pt x="1122" y="44"/>
                    <a:pt x="1113" y="43"/>
                  </a:cubicBezTo>
                  <a:cubicBezTo>
                    <a:pt x="1112" y="43"/>
                    <a:pt x="1111" y="43"/>
                    <a:pt x="1111" y="42"/>
                  </a:cubicBezTo>
                  <a:cubicBezTo>
                    <a:pt x="1111" y="38"/>
                    <a:pt x="1111" y="38"/>
                    <a:pt x="1111" y="38"/>
                  </a:cubicBezTo>
                  <a:cubicBezTo>
                    <a:pt x="1117" y="38"/>
                    <a:pt x="1124" y="38"/>
                    <a:pt x="1129" y="38"/>
                  </a:cubicBezTo>
                  <a:cubicBezTo>
                    <a:pt x="1135" y="38"/>
                    <a:pt x="1142" y="38"/>
                    <a:pt x="1147" y="38"/>
                  </a:cubicBezTo>
                  <a:cubicBezTo>
                    <a:pt x="1147" y="42"/>
                    <a:pt x="1147" y="42"/>
                    <a:pt x="1147" y="42"/>
                  </a:cubicBezTo>
                  <a:cubicBezTo>
                    <a:pt x="1147" y="43"/>
                    <a:pt x="1147" y="43"/>
                    <a:pt x="1146" y="43"/>
                  </a:cubicBezTo>
                  <a:cubicBezTo>
                    <a:pt x="1136" y="44"/>
                    <a:pt x="1136" y="45"/>
                    <a:pt x="1136" y="59"/>
                  </a:cubicBezTo>
                  <a:cubicBezTo>
                    <a:pt x="1136" y="91"/>
                    <a:pt x="1136" y="91"/>
                    <a:pt x="1136" y="91"/>
                  </a:cubicBezTo>
                  <a:cubicBezTo>
                    <a:pt x="1136" y="103"/>
                    <a:pt x="1142" y="110"/>
                    <a:pt x="1157" y="110"/>
                  </a:cubicBezTo>
                  <a:cubicBezTo>
                    <a:pt x="1170" y="110"/>
                    <a:pt x="1177" y="103"/>
                    <a:pt x="1177" y="90"/>
                  </a:cubicBezTo>
                  <a:cubicBezTo>
                    <a:pt x="1177" y="71"/>
                    <a:pt x="1177" y="71"/>
                    <a:pt x="1177" y="71"/>
                  </a:cubicBezTo>
                  <a:cubicBezTo>
                    <a:pt x="1177" y="46"/>
                    <a:pt x="1177" y="45"/>
                    <a:pt x="1163" y="43"/>
                  </a:cubicBezTo>
                  <a:cubicBezTo>
                    <a:pt x="1162" y="43"/>
                    <a:pt x="1162" y="43"/>
                    <a:pt x="1162" y="42"/>
                  </a:cubicBezTo>
                  <a:cubicBezTo>
                    <a:pt x="1162" y="38"/>
                    <a:pt x="1162" y="38"/>
                    <a:pt x="1162" y="38"/>
                  </a:cubicBezTo>
                  <a:cubicBezTo>
                    <a:pt x="1167" y="38"/>
                    <a:pt x="1175" y="38"/>
                    <a:pt x="1181" y="38"/>
                  </a:cubicBezTo>
                  <a:cubicBezTo>
                    <a:pt x="1186" y="38"/>
                    <a:pt x="1189" y="38"/>
                    <a:pt x="1194" y="38"/>
                  </a:cubicBezTo>
                  <a:cubicBezTo>
                    <a:pt x="1194" y="42"/>
                    <a:pt x="1194" y="42"/>
                    <a:pt x="1194" y="42"/>
                  </a:cubicBezTo>
                  <a:cubicBezTo>
                    <a:pt x="1194" y="43"/>
                    <a:pt x="1194" y="43"/>
                    <a:pt x="1193" y="43"/>
                  </a:cubicBezTo>
                  <a:cubicBezTo>
                    <a:pt x="1185" y="44"/>
                    <a:pt x="1185" y="46"/>
                    <a:pt x="1185" y="71"/>
                  </a:cubicBezTo>
                  <a:cubicBezTo>
                    <a:pt x="1185" y="88"/>
                    <a:pt x="1185" y="88"/>
                    <a:pt x="1185" y="88"/>
                  </a:cubicBezTo>
                  <a:cubicBezTo>
                    <a:pt x="1185" y="109"/>
                    <a:pt x="1175" y="119"/>
                    <a:pt x="1155" y="119"/>
                  </a:cubicBezTo>
                  <a:close/>
                  <a:moveTo>
                    <a:pt x="1243" y="117"/>
                  </a:moveTo>
                  <a:cubicBezTo>
                    <a:pt x="1216" y="117"/>
                    <a:pt x="1216" y="117"/>
                    <a:pt x="1216" y="117"/>
                  </a:cubicBezTo>
                  <a:cubicBezTo>
                    <a:pt x="1211" y="117"/>
                    <a:pt x="1205" y="117"/>
                    <a:pt x="1199" y="117"/>
                  </a:cubicBezTo>
                  <a:cubicBezTo>
                    <a:pt x="1199" y="113"/>
                    <a:pt x="1199" y="113"/>
                    <a:pt x="1199" y="113"/>
                  </a:cubicBezTo>
                  <a:cubicBezTo>
                    <a:pt x="1199" y="112"/>
                    <a:pt x="1199" y="112"/>
                    <a:pt x="1200" y="112"/>
                  </a:cubicBezTo>
                  <a:cubicBezTo>
                    <a:pt x="1210" y="111"/>
                    <a:pt x="1210" y="110"/>
                    <a:pt x="1210" y="96"/>
                  </a:cubicBezTo>
                  <a:cubicBezTo>
                    <a:pt x="1210" y="59"/>
                    <a:pt x="1210" y="59"/>
                    <a:pt x="1210" y="59"/>
                  </a:cubicBezTo>
                  <a:cubicBezTo>
                    <a:pt x="1210" y="45"/>
                    <a:pt x="1210" y="44"/>
                    <a:pt x="1200" y="43"/>
                  </a:cubicBezTo>
                  <a:cubicBezTo>
                    <a:pt x="1199" y="43"/>
                    <a:pt x="1199" y="43"/>
                    <a:pt x="1199" y="42"/>
                  </a:cubicBezTo>
                  <a:cubicBezTo>
                    <a:pt x="1199" y="38"/>
                    <a:pt x="1199" y="38"/>
                    <a:pt x="1199" y="38"/>
                  </a:cubicBezTo>
                  <a:cubicBezTo>
                    <a:pt x="1205" y="38"/>
                    <a:pt x="1212" y="38"/>
                    <a:pt x="1217" y="38"/>
                  </a:cubicBezTo>
                  <a:cubicBezTo>
                    <a:pt x="1223" y="38"/>
                    <a:pt x="1232" y="38"/>
                    <a:pt x="1237" y="38"/>
                  </a:cubicBezTo>
                  <a:cubicBezTo>
                    <a:pt x="1237" y="42"/>
                    <a:pt x="1237" y="42"/>
                    <a:pt x="1237" y="42"/>
                  </a:cubicBezTo>
                  <a:cubicBezTo>
                    <a:pt x="1237" y="43"/>
                    <a:pt x="1237" y="43"/>
                    <a:pt x="1236" y="43"/>
                  </a:cubicBezTo>
                  <a:cubicBezTo>
                    <a:pt x="1224" y="44"/>
                    <a:pt x="1224" y="45"/>
                    <a:pt x="1224" y="59"/>
                  </a:cubicBezTo>
                  <a:cubicBezTo>
                    <a:pt x="1224" y="95"/>
                    <a:pt x="1224" y="95"/>
                    <a:pt x="1224" y="95"/>
                  </a:cubicBezTo>
                  <a:cubicBezTo>
                    <a:pt x="1224" y="109"/>
                    <a:pt x="1224" y="110"/>
                    <a:pt x="1235" y="110"/>
                  </a:cubicBezTo>
                  <a:cubicBezTo>
                    <a:pt x="1240" y="110"/>
                    <a:pt x="1240" y="110"/>
                    <a:pt x="1240" y="110"/>
                  </a:cubicBezTo>
                  <a:cubicBezTo>
                    <a:pt x="1250" y="110"/>
                    <a:pt x="1255" y="107"/>
                    <a:pt x="1257" y="92"/>
                  </a:cubicBezTo>
                  <a:cubicBezTo>
                    <a:pt x="1257" y="92"/>
                    <a:pt x="1257" y="91"/>
                    <a:pt x="1258" y="91"/>
                  </a:cubicBezTo>
                  <a:cubicBezTo>
                    <a:pt x="1261" y="91"/>
                    <a:pt x="1261" y="91"/>
                    <a:pt x="1261" y="91"/>
                  </a:cubicBezTo>
                  <a:cubicBezTo>
                    <a:pt x="1261" y="97"/>
                    <a:pt x="1261" y="111"/>
                    <a:pt x="1261" y="117"/>
                  </a:cubicBezTo>
                  <a:cubicBezTo>
                    <a:pt x="1256" y="117"/>
                    <a:pt x="1253" y="117"/>
                    <a:pt x="1243" y="117"/>
                  </a:cubicBezTo>
                  <a:close/>
                  <a:moveTo>
                    <a:pt x="1291" y="117"/>
                  </a:moveTo>
                  <a:cubicBezTo>
                    <a:pt x="1285" y="117"/>
                    <a:pt x="1278" y="117"/>
                    <a:pt x="1273" y="117"/>
                  </a:cubicBezTo>
                  <a:cubicBezTo>
                    <a:pt x="1273" y="113"/>
                    <a:pt x="1273" y="113"/>
                    <a:pt x="1273" y="113"/>
                  </a:cubicBezTo>
                  <a:cubicBezTo>
                    <a:pt x="1273" y="112"/>
                    <a:pt x="1273" y="112"/>
                    <a:pt x="1274" y="112"/>
                  </a:cubicBezTo>
                  <a:cubicBezTo>
                    <a:pt x="1284" y="111"/>
                    <a:pt x="1284" y="110"/>
                    <a:pt x="1284" y="96"/>
                  </a:cubicBezTo>
                  <a:cubicBezTo>
                    <a:pt x="1284" y="46"/>
                    <a:pt x="1284" y="46"/>
                    <a:pt x="1284" y="46"/>
                  </a:cubicBezTo>
                  <a:cubicBezTo>
                    <a:pt x="1284" y="45"/>
                    <a:pt x="1284" y="44"/>
                    <a:pt x="1283" y="44"/>
                  </a:cubicBezTo>
                  <a:cubicBezTo>
                    <a:pt x="1276" y="44"/>
                    <a:pt x="1276" y="44"/>
                    <a:pt x="1276" y="44"/>
                  </a:cubicBezTo>
                  <a:cubicBezTo>
                    <a:pt x="1266" y="44"/>
                    <a:pt x="1261" y="46"/>
                    <a:pt x="1260" y="61"/>
                  </a:cubicBezTo>
                  <a:cubicBezTo>
                    <a:pt x="1260" y="61"/>
                    <a:pt x="1259" y="61"/>
                    <a:pt x="1259" y="61"/>
                  </a:cubicBezTo>
                  <a:cubicBezTo>
                    <a:pt x="1255" y="61"/>
                    <a:pt x="1255" y="61"/>
                    <a:pt x="1255" y="61"/>
                  </a:cubicBezTo>
                  <a:cubicBezTo>
                    <a:pt x="1255" y="56"/>
                    <a:pt x="1255" y="44"/>
                    <a:pt x="1255" y="38"/>
                  </a:cubicBezTo>
                  <a:cubicBezTo>
                    <a:pt x="1260" y="38"/>
                    <a:pt x="1266" y="38"/>
                    <a:pt x="1276" y="38"/>
                  </a:cubicBezTo>
                  <a:cubicBezTo>
                    <a:pt x="1306" y="38"/>
                    <a:pt x="1306" y="38"/>
                    <a:pt x="1306" y="38"/>
                  </a:cubicBezTo>
                  <a:cubicBezTo>
                    <a:pt x="1316" y="38"/>
                    <a:pt x="1322" y="38"/>
                    <a:pt x="1327" y="38"/>
                  </a:cubicBezTo>
                  <a:cubicBezTo>
                    <a:pt x="1327" y="44"/>
                    <a:pt x="1327" y="56"/>
                    <a:pt x="1327" y="61"/>
                  </a:cubicBezTo>
                  <a:cubicBezTo>
                    <a:pt x="1323" y="61"/>
                    <a:pt x="1323" y="61"/>
                    <a:pt x="1323" y="61"/>
                  </a:cubicBezTo>
                  <a:cubicBezTo>
                    <a:pt x="1323" y="61"/>
                    <a:pt x="1322" y="61"/>
                    <a:pt x="1322" y="61"/>
                  </a:cubicBezTo>
                  <a:cubicBezTo>
                    <a:pt x="1320" y="46"/>
                    <a:pt x="1315" y="44"/>
                    <a:pt x="1306" y="44"/>
                  </a:cubicBezTo>
                  <a:cubicBezTo>
                    <a:pt x="1299" y="44"/>
                    <a:pt x="1299" y="44"/>
                    <a:pt x="1299" y="44"/>
                  </a:cubicBezTo>
                  <a:cubicBezTo>
                    <a:pt x="1298" y="44"/>
                    <a:pt x="1298" y="45"/>
                    <a:pt x="1298" y="46"/>
                  </a:cubicBezTo>
                  <a:cubicBezTo>
                    <a:pt x="1298" y="96"/>
                    <a:pt x="1298" y="96"/>
                    <a:pt x="1298" y="96"/>
                  </a:cubicBezTo>
                  <a:cubicBezTo>
                    <a:pt x="1298" y="110"/>
                    <a:pt x="1298" y="111"/>
                    <a:pt x="1308" y="112"/>
                  </a:cubicBezTo>
                  <a:cubicBezTo>
                    <a:pt x="1309" y="112"/>
                    <a:pt x="1309" y="112"/>
                    <a:pt x="1309" y="113"/>
                  </a:cubicBezTo>
                  <a:cubicBezTo>
                    <a:pt x="1309" y="117"/>
                    <a:pt x="1309" y="117"/>
                    <a:pt x="1309" y="117"/>
                  </a:cubicBezTo>
                  <a:cubicBezTo>
                    <a:pt x="1303" y="117"/>
                    <a:pt x="1296" y="117"/>
                    <a:pt x="1291" y="117"/>
                  </a:cubicBezTo>
                  <a:close/>
                  <a:moveTo>
                    <a:pt x="1349" y="117"/>
                  </a:moveTo>
                  <a:cubicBezTo>
                    <a:pt x="1343" y="117"/>
                    <a:pt x="1336" y="117"/>
                    <a:pt x="1331" y="117"/>
                  </a:cubicBezTo>
                  <a:cubicBezTo>
                    <a:pt x="1331" y="113"/>
                    <a:pt x="1331" y="113"/>
                    <a:pt x="1331" y="113"/>
                  </a:cubicBezTo>
                  <a:cubicBezTo>
                    <a:pt x="1331" y="112"/>
                    <a:pt x="1331" y="112"/>
                    <a:pt x="1332" y="112"/>
                  </a:cubicBezTo>
                  <a:cubicBezTo>
                    <a:pt x="1342" y="111"/>
                    <a:pt x="1342" y="110"/>
                    <a:pt x="1342" y="96"/>
                  </a:cubicBezTo>
                  <a:cubicBezTo>
                    <a:pt x="1342" y="59"/>
                    <a:pt x="1342" y="59"/>
                    <a:pt x="1342" y="59"/>
                  </a:cubicBezTo>
                  <a:cubicBezTo>
                    <a:pt x="1342" y="45"/>
                    <a:pt x="1342" y="44"/>
                    <a:pt x="1332" y="43"/>
                  </a:cubicBezTo>
                  <a:cubicBezTo>
                    <a:pt x="1331" y="43"/>
                    <a:pt x="1331" y="43"/>
                    <a:pt x="1331" y="42"/>
                  </a:cubicBezTo>
                  <a:cubicBezTo>
                    <a:pt x="1331" y="38"/>
                    <a:pt x="1331" y="38"/>
                    <a:pt x="1331" y="38"/>
                  </a:cubicBezTo>
                  <a:cubicBezTo>
                    <a:pt x="1336" y="38"/>
                    <a:pt x="1343" y="38"/>
                    <a:pt x="1349" y="38"/>
                  </a:cubicBezTo>
                  <a:cubicBezTo>
                    <a:pt x="1355" y="38"/>
                    <a:pt x="1361" y="38"/>
                    <a:pt x="1367" y="38"/>
                  </a:cubicBezTo>
                  <a:cubicBezTo>
                    <a:pt x="1367" y="42"/>
                    <a:pt x="1367" y="42"/>
                    <a:pt x="1367" y="42"/>
                  </a:cubicBezTo>
                  <a:cubicBezTo>
                    <a:pt x="1367" y="43"/>
                    <a:pt x="1367" y="43"/>
                    <a:pt x="1366" y="43"/>
                  </a:cubicBezTo>
                  <a:cubicBezTo>
                    <a:pt x="1356" y="44"/>
                    <a:pt x="1356" y="45"/>
                    <a:pt x="1356" y="59"/>
                  </a:cubicBezTo>
                  <a:cubicBezTo>
                    <a:pt x="1356" y="96"/>
                    <a:pt x="1356" y="96"/>
                    <a:pt x="1356" y="96"/>
                  </a:cubicBezTo>
                  <a:cubicBezTo>
                    <a:pt x="1356" y="110"/>
                    <a:pt x="1356" y="111"/>
                    <a:pt x="1366" y="112"/>
                  </a:cubicBezTo>
                  <a:cubicBezTo>
                    <a:pt x="1367" y="112"/>
                    <a:pt x="1367" y="112"/>
                    <a:pt x="1367" y="113"/>
                  </a:cubicBezTo>
                  <a:cubicBezTo>
                    <a:pt x="1367" y="117"/>
                    <a:pt x="1367" y="117"/>
                    <a:pt x="1367" y="117"/>
                  </a:cubicBezTo>
                  <a:cubicBezTo>
                    <a:pt x="1361" y="117"/>
                    <a:pt x="1354" y="117"/>
                    <a:pt x="1349" y="117"/>
                  </a:cubicBezTo>
                  <a:close/>
                  <a:moveTo>
                    <a:pt x="1438" y="119"/>
                  </a:moveTo>
                  <a:cubicBezTo>
                    <a:pt x="1436" y="115"/>
                    <a:pt x="1433" y="111"/>
                    <a:pt x="1430" y="107"/>
                  </a:cubicBezTo>
                  <a:cubicBezTo>
                    <a:pt x="1392" y="53"/>
                    <a:pt x="1392" y="53"/>
                    <a:pt x="1392" y="53"/>
                  </a:cubicBezTo>
                  <a:cubicBezTo>
                    <a:pt x="1392" y="53"/>
                    <a:pt x="1392" y="53"/>
                    <a:pt x="1392" y="53"/>
                  </a:cubicBezTo>
                  <a:cubicBezTo>
                    <a:pt x="1392" y="84"/>
                    <a:pt x="1392" y="84"/>
                    <a:pt x="1392" y="84"/>
                  </a:cubicBezTo>
                  <a:cubicBezTo>
                    <a:pt x="1392" y="108"/>
                    <a:pt x="1392" y="111"/>
                    <a:pt x="1406" y="112"/>
                  </a:cubicBezTo>
                  <a:cubicBezTo>
                    <a:pt x="1406" y="112"/>
                    <a:pt x="1407" y="112"/>
                    <a:pt x="1407" y="113"/>
                  </a:cubicBezTo>
                  <a:cubicBezTo>
                    <a:pt x="1407" y="117"/>
                    <a:pt x="1407" y="117"/>
                    <a:pt x="1407" y="117"/>
                  </a:cubicBezTo>
                  <a:cubicBezTo>
                    <a:pt x="1401" y="117"/>
                    <a:pt x="1393" y="117"/>
                    <a:pt x="1387" y="117"/>
                  </a:cubicBezTo>
                  <a:cubicBezTo>
                    <a:pt x="1382" y="117"/>
                    <a:pt x="1378" y="117"/>
                    <a:pt x="1373" y="117"/>
                  </a:cubicBezTo>
                  <a:cubicBezTo>
                    <a:pt x="1373" y="113"/>
                    <a:pt x="1373" y="113"/>
                    <a:pt x="1373" y="113"/>
                  </a:cubicBezTo>
                  <a:cubicBezTo>
                    <a:pt x="1373" y="112"/>
                    <a:pt x="1373" y="112"/>
                    <a:pt x="1374" y="112"/>
                  </a:cubicBezTo>
                  <a:cubicBezTo>
                    <a:pt x="1383" y="111"/>
                    <a:pt x="1383" y="108"/>
                    <a:pt x="1383" y="84"/>
                  </a:cubicBezTo>
                  <a:cubicBezTo>
                    <a:pt x="1383" y="59"/>
                    <a:pt x="1383" y="59"/>
                    <a:pt x="1383" y="59"/>
                  </a:cubicBezTo>
                  <a:cubicBezTo>
                    <a:pt x="1383" y="45"/>
                    <a:pt x="1383" y="44"/>
                    <a:pt x="1374" y="43"/>
                  </a:cubicBezTo>
                  <a:cubicBezTo>
                    <a:pt x="1373" y="43"/>
                    <a:pt x="1373" y="43"/>
                    <a:pt x="1373" y="42"/>
                  </a:cubicBezTo>
                  <a:cubicBezTo>
                    <a:pt x="1373" y="38"/>
                    <a:pt x="1373" y="38"/>
                    <a:pt x="1373" y="38"/>
                  </a:cubicBezTo>
                  <a:cubicBezTo>
                    <a:pt x="1377" y="38"/>
                    <a:pt x="1384" y="38"/>
                    <a:pt x="1386" y="38"/>
                  </a:cubicBezTo>
                  <a:cubicBezTo>
                    <a:pt x="1391" y="38"/>
                    <a:pt x="1396" y="38"/>
                    <a:pt x="1399" y="38"/>
                  </a:cubicBezTo>
                  <a:cubicBezTo>
                    <a:pt x="1439" y="96"/>
                    <a:pt x="1439" y="96"/>
                    <a:pt x="1439" y="96"/>
                  </a:cubicBezTo>
                  <a:cubicBezTo>
                    <a:pt x="1439" y="71"/>
                    <a:pt x="1439" y="71"/>
                    <a:pt x="1439" y="71"/>
                  </a:cubicBezTo>
                  <a:cubicBezTo>
                    <a:pt x="1439" y="47"/>
                    <a:pt x="1439" y="44"/>
                    <a:pt x="1425" y="43"/>
                  </a:cubicBezTo>
                  <a:cubicBezTo>
                    <a:pt x="1424" y="43"/>
                    <a:pt x="1424" y="43"/>
                    <a:pt x="1424" y="42"/>
                  </a:cubicBezTo>
                  <a:cubicBezTo>
                    <a:pt x="1424" y="38"/>
                    <a:pt x="1424" y="38"/>
                    <a:pt x="1424" y="38"/>
                  </a:cubicBezTo>
                  <a:cubicBezTo>
                    <a:pt x="1430" y="38"/>
                    <a:pt x="1438" y="38"/>
                    <a:pt x="1443" y="38"/>
                  </a:cubicBezTo>
                  <a:cubicBezTo>
                    <a:pt x="1449" y="38"/>
                    <a:pt x="1453" y="38"/>
                    <a:pt x="1458" y="38"/>
                  </a:cubicBezTo>
                  <a:cubicBezTo>
                    <a:pt x="1458" y="42"/>
                    <a:pt x="1458" y="42"/>
                    <a:pt x="1458" y="42"/>
                  </a:cubicBezTo>
                  <a:cubicBezTo>
                    <a:pt x="1458" y="43"/>
                    <a:pt x="1458" y="43"/>
                    <a:pt x="1458" y="43"/>
                  </a:cubicBezTo>
                  <a:cubicBezTo>
                    <a:pt x="1448" y="44"/>
                    <a:pt x="1447" y="47"/>
                    <a:pt x="1447" y="71"/>
                  </a:cubicBezTo>
                  <a:cubicBezTo>
                    <a:pt x="1447" y="119"/>
                    <a:pt x="1447" y="119"/>
                    <a:pt x="1447" y="119"/>
                  </a:cubicBezTo>
                  <a:lnTo>
                    <a:pt x="1438" y="119"/>
                  </a:lnTo>
                  <a:close/>
                  <a:moveTo>
                    <a:pt x="1537" y="86"/>
                  </a:moveTo>
                  <a:cubicBezTo>
                    <a:pt x="1537" y="87"/>
                    <a:pt x="1537" y="87"/>
                    <a:pt x="1536" y="87"/>
                  </a:cubicBezTo>
                  <a:cubicBezTo>
                    <a:pt x="1529" y="89"/>
                    <a:pt x="1529" y="89"/>
                    <a:pt x="1529" y="99"/>
                  </a:cubicBezTo>
                  <a:cubicBezTo>
                    <a:pt x="1529" y="102"/>
                    <a:pt x="1529" y="102"/>
                    <a:pt x="1529" y="102"/>
                  </a:cubicBezTo>
                  <a:cubicBezTo>
                    <a:pt x="1529" y="104"/>
                    <a:pt x="1529" y="108"/>
                    <a:pt x="1529" y="109"/>
                  </a:cubicBezTo>
                  <a:cubicBezTo>
                    <a:pt x="1529" y="110"/>
                    <a:pt x="1529" y="110"/>
                    <a:pt x="1528" y="110"/>
                  </a:cubicBezTo>
                  <a:cubicBezTo>
                    <a:pt x="1521" y="110"/>
                    <a:pt x="1517" y="119"/>
                    <a:pt x="1499" y="119"/>
                  </a:cubicBezTo>
                  <a:cubicBezTo>
                    <a:pt x="1478" y="119"/>
                    <a:pt x="1462" y="105"/>
                    <a:pt x="1462" y="77"/>
                  </a:cubicBezTo>
                  <a:cubicBezTo>
                    <a:pt x="1462" y="55"/>
                    <a:pt x="1474" y="36"/>
                    <a:pt x="1499" y="36"/>
                  </a:cubicBezTo>
                  <a:cubicBezTo>
                    <a:pt x="1507" y="36"/>
                    <a:pt x="1513" y="38"/>
                    <a:pt x="1517" y="40"/>
                  </a:cubicBezTo>
                  <a:cubicBezTo>
                    <a:pt x="1520" y="38"/>
                    <a:pt x="1520" y="38"/>
                    <a:pt x="1520" y="38"/>
                  </a:cubicBezTo>
                  <a:cubicBezTo>
                    <a:pt x="1520" y="37"/>
                    <a:pt x="1520" y="37"/>
                    <a:pt x="1521" y="37"/>
                  </a:cubicBezTo>
                  <a:cubicBezTo>
                    <a:pt x="1524" y="37"/>
                    <a:pt x="1524" y="37"/>
                    <a:pt x="1524" y="37"/>
                  </a:cubicBezTo>
                  <a:cubicBezTo>
                    <a:pt x="1524" y="42"/>
                    <a:pt x="1524" y="55"/>
                    <a:pt x="1524" y="61"/>
                  </a:cubicBezTo>
                  <a:cubicBezTo>
                    <a:pt x="1520" y="61"/>
                    <a:pt x="1520" y="61"/>
                    <a:pt x="1520" y="61"/>
                  </a:cubicBezTo>
                  <a:cubicBezTo>
                    <a:pt x="1520" y="61"/>
                    <a:pt x="1519" y="61"/>
                    <a:pt x="1519" y="60"/>
                  </a:cubicBezTo>
                  <a:cubicBezTo>
                    <a:pt x="1516" y="48"/>
                    <a:pt x="1511" y="43"/>
                    <a:pt x="1500" y="43"/>
                  </a:cubicBezTo>
                  <a:cubicBezTo>
                    <a:pt x="1481" y="43"/>
                    <a:pt x="1477" y="61"/>
                    <a:pt x="1477" y="77"/>
                  </a:cubicBezTo>
                  <a:cubicBezTo>
                    <a:pt x="1477" y="94"/>
                    <a:pt x="1482" y="113"/>
                    <a:pt x="1501" y="113"/>
                  </a:cubicBezTo>
                  <a:cubicBezTo>
                    <a:pt x="1510" y="113"/>
                    <a:pt x="1515" y="108"/>
                    <a:pt x="1515" y="100"/>
                  </a:cubicBezTo>
                  <a:cubicBezTo>
                    <a:pt x="1515" y="98"/>
                    <a:pt x="1515" y="98"/>
                    <a:pt x="1515" y="98"/>
                  </a:cubicBezTo>
                  <a:cubicBezTo>
                    <a:pt x="1515" y="89"/>
                    <a:pt x="1515" y="89"/>
                    <a:pt x="1503" y="87"/>
                  </a:cubicBezTo>
                  <a:cubicBezTo>
                    <a:pt x="1502" y="87"/>
                    <a:pt x="1502" y="87"/>
                    <a:pt x="1502" y="86"/>
                  </a:cubicBezTo>
                  <a:cubicBezTo>
                    <a:pt x="1502" y="82"/>
                    <a:pt x="1502" y="82"/>
                    <a:pt x="1502" y="82"/>
                  </a:cubicBezTo>
                  <a:cubicBezTo>
                    <a:pt x="1508" y="83"/>
                    <a:pt x="1516" y="83"/>
                    <a:pt x="1521" y="83"/>
                  </a:cubicBezTo>
                  <a:cubicBezTo>
                    <a:pt x="1527" y="83"/>
                    <a:pt x="1531" y="83"/>
                    <a:pt x="1537" y="82"/>
                  </a:cubicBezTo>
                  <a:lnTo>
                    <a:pt x="1537" y="86"/>
                  </a:lnTo>
                  <a:close/>
                  <a:moveTo>
                    <a:pt x="1670" y="71"/>
                  </a:moveTo>
                  <a:cubicBezTo>
                    <a:pt x="1670" y="72"/>
                    <a:pt x="1670" y="73"/>
                    <a:pt x="1669" y="73"/>
                  </a:cubicBezTo>
                  <a:cubicBezTo>
                    <a:pt x="1658" y="75"/>
                    <a:pt x="1658" y="75"/>
                    <a:pt x="1658" y="90"/>
                  </a:cubicBezTo>
                  <a:cubicBezTo>
                    <a:pt x="1658" y="94"/>
                    <a:pt x="1658" y="94"/>
                    <a:pt x="1658" y="94"/>
                  </a:cubicBezTo>
                  <a:cubicBezTo>
                    <a:pt x="1658" y="97"/>
                    <a:pt x="1659" y="102"/>
                    <a:pt x="1659" y="104"/>
                  </a:cubicBezTo>
                  <a:cubicBezTo>
                    <a:pt x="1659" y="105"/>
                    <a:pt x="1658" y="105"/>
                    <a:pt x="1658" y="105"/>
                  </a:cubicBezTo>
                  <a:cubicBezTo>
                    <a:pt x="1647" y="105"/>
                    <a:pt x="1643" y="119"/>
                    <a:pt x="1619" y="119"/>
                  </a:cubicBezTo>
                  <a:cubicBezTo>
                    <a:pt x="1589" y="119"/>
                    <a:pt x="1566" y="99"/>
                    <a:pt x="1566" y="59"/>
                  </a:cubicBezTo>
                  <a:cubicBezTo>
                    <a:pt x="1566" y="26"/>
                    <a:pt x="1583" y="0"/>
                    <a:pt x="1618" y="0"/>
                  </a:cubicBezTo>
                  <a:cubicBezTo>
                    <a:pt x="1629" y="0"/>
                    <a:pt x="1639" y="2"/>
                    <a:pt x="1645" y="6"/>
                  </a:cubicBezTo>
                  <a:cubicBezTo>
                    <a:pt x="1645" y="6"/>
                    <a:pt x="1645" y="6"/>
                    <a:pt x="1645" y="6"/>
                  </a:cubicBezTo>
                  <a:cubicBezTo>
                    <a:pt x="1648" y="2"/>
                    <a:pt x="1648" y="2"/>
                    <a:pt x="1648" y="2"/>
                  </a:cubicBezTo>
                  <a:cubicBezTo>
                    <a:pt x="1648" y="1"/>
                    <a:pt x="1649" y="1"/>
                    <a:pt x="1650" y="1"/>
                  </a:cubicBezTo>
                  <a:cubicBezTo>
                    <a:pt x="1652" y="1"/>
                    <a:pt x="1652" y="1"/>
                    <a:pt x="1652" y="1"/>
                  </a:cubicBezTo>
                  <a:cubicBezTo>
                    <a:pt x="1652" y="9"/>
                    <a:pt x="1653" y="26"/>
                    <a:pt x="1653" y="33"/>
                  </a:cubicBezTo>
                  <a:cubicBezTo>
                    <a:pt x="1648" y="33"/>
                    <a:pt x="1648" y="33"/>
                    <a:pt x="1648" y="33"/>
                  </a:cubicBezTo>
                  <a:cubicBezTo>
                    <a:pt x="1648" y="33"/>
                    <a:pt x="1647" y="33"/>
                    <a:pt x="1647" y="32"/>
                  </a:cubicBezTo>
                  <a:cubicBezTo>
                    <a:pt x="1643" y="16"/>
                    <a:pt x="1634" y="7"/>
                    <a:pt x="1618" y="7"/>
                  </a:cubicBezTo>
                  <a:cubicBezTo>
                    <a:pt x="1590" y="7"/>
                    <a:pt x="1585" y="34"/>
                    <a:pt x="1585" y="59"/>
                  </a:cubicBezTo>
                  <a:cubicBezTo>
                    <a:pt x="1585" y="85"/>
                    <a:pt x="1592" y="112"/>
                    <a:pt x="1620" y="112"/>
                  </a:cubicBezTo>
                  <a:cubicBezTo>
                    <a:pt x="1634" y="112"/>
                    <a:pt x="1643" y="105"/>
                    <a:pt x="1643" y="94"/>
                  </a:cubicBezTo>
                  <a:cubicBezTo>
                    <a:pt x="1643" y="89"/>
                    <a:pt x="1643" y="89"/>
                    <a:pt x="1643" y="89"/>
                  </a:cubicBezTo>
                  <a:cubicBezTo>
                    <a:pt x="1643" y="75"/>
                    <a:pt x="1643" y="75"/>
                    <a:pt x="1627" y="73"/>
                  </a:cubicBezTo>
                  <a:cubicBezTo>
                    <a:pt x="1626" y="73"/>
                    <a:pt x="1625" y="72"/>
                    <a:pt x="1625" y="71"/>
                  </a:cubicBezTo>
                  <a:cubicBezTo>
                    <a:pt x="1625" y="66"/>
                    <a:pt x="1625" y="66"/>
                    <a:pt x="1625" y="66"/>
                  </a:cubicBezTo>
                  <a:cubicBezTo>
                    <a:pt x="1633" y="66"/>
                    <a:pt x="1640" y="67"/>
                    <a:pt x="1649" y="67"/>
                  </a:cubicBezTo>
                  <a:cubicBezTo>
                    <a:pt x="1657" y="67"/>
                    <a:pt x="1662" y="66"/>
                    <a:pt x="1670" y="66"/>
                  </a:cubicBezTo>
                  <a:lnTo>
                    <a:pt x="1670" y="71"/>
                  </a:lnTo>
                  <a:close/>
                  <a:moveTo>
                    <a:pt x="1716" y="76"/>
                  </a:moveTo>
                  <a:cubicBezTo>
                    <a:pt x="1716" y="76"/>
                    <a:pt x="1716" y="76"/>
                    <a:pt x="1716" y="76"/>
                  </a:cubicBezTo>
                  <a:cubicBezTo>
                    <a:pt x="1740" y="80"/>
                    <a:pt x="1733" y="110"/>
                    <a:pt x="1742" y="110"/>
                  </a:cubicBezTo>
                  <a:cubicBezTo>
                    <a:pt x="1745" y="110"/>
                    <a:pt x="1746" y="109"/>
                    <a:pt x="1748" y="107"/>
                  </a:cubicBezTo>
                  <a:cubicBezTo>
                    <a:pt x="1750" y="110"/>
                    <a:pt x="1750" y="110"/>
                    <a:pt x="1750" y="110"/>
                  </a:cubicBezTo>
                  <a:cubicBezTo>
                    <a:pt x="1750" y="110"/>
                    <a:pt x="1751" y="110"/>
                    <a:pt x="1751" y="111"/>
                  </a:cubicBezTo>
                  <a:cubicBezTo>
                    <a:pt x="1751" y="111"/>
                    <a:pt x="1750" y="111"/>
                    <a:pt x="1750" y="111"/>
                  </a:cubicBezTo>
                  <a:cubicBezTo>
                    <a:pt x="1747" y="116"/>
                    <a:pt x="1742" y="118"/>
                    <a:pt x="1737" y="118"/>
                  </a:cubicBezTo>
                  <a:cubicBezTo>
                    <a:pt x="1725" y="118"/>
                    <a:pt x="1723" y="108"/>
                    <a:pt x="1720" y="96"/>
                  </a:cubicBezTo>
                  <a:cubicBezTo>
                    <a:pt x="1718" y="85"/>
                    <a:pt x="1715" y="79"/>
                    <a:pt x="1705" y="79"/>
                  </a:cubicBezTo>
                  <a:cubicBezTo>
                    <a:pt x="1697" y="79"/>
                    <a:pt x="1697" y="79"/>
                    <a:pt x="1697" y="79"/>
                  </a:cubicBezTo>
                  <a:cubicBezTo>
                    <a:pt x="1697" y="96"/>
                    <a:pt x="1697" y="96"/>
                    <a:pt x="1697" y="96"/>
                  </a:cubicBezTo>
                  <a:cubicBezTo>
                    <a:pt x="1697" y="110"/>
                    <a:pt x="1697" y="111"/>
                    <a:pt x="1707" y="112"/>
                  </a:cubicBezTo>
                  <a:cubicBezTo>
                    <a:pt x="1708" y="112"/>
                    <a:pt x="1708" y="112"/>
                    <a:pt x="1708" y="113"/>
                  </a:cubicBezTo>
                  <a:cubicBezTo>
                    <a:pt x="1708" y="117"/>
                    <a:pt x="1708" y="117"/>
                    <a:pt x="1708" y="117"/>
                  </a:cubicBezTo>
                  <a:cubicBezTo>
                    <a:pt x="1702" y="117"/>
                    <a:pt x="1695" y="117"/>
                    <a:pt x="1690" y="117"/>
                  </a:cubicBezTo>
                  <a:cubicBezTo>
                    <a:pt x="1684" y="117"/>
                    <a:pt x="1678" y="117"/>
                    <a:pt x="1672" y="117"/>
                  </a:cubicBezTo>
                  <a:cubicBezTo>
                    <a:pt x="1672" y="113"/>
                    <a:pt x="1672" y="113"/>
                    <a:pt x="1672" y="113"/>
                  </a:cubicBezTo>
                  <a:cubicBezTo>
                    <a:pt x="1672" y="112"/>
                    <a:pt x="1672" y="112"/>
                    <a:pt x="1673" y="112"/>
                  </a:cubicBezTo>
                  <a:cubicBezTo>
                    <a:pt x="1683" y="111"/>
                    <a:pt x="1683" y="110"/>
                    <a:pt x="1683" y="96"/>
                  </a:cubicBezTo>
                  <a:cubicBezTo>
                    <a:pt x="1683" y="59"/>
                    <a:pt x="1683" y="59"/>
                    <a:pt x="1683" y="59"/>
                  </a:cubicBezTo>
                  <a:cubicBezTo>
                    <a:pt x="1683" y="45"/>
                    <a:pt x="1683" y="44"/>
                    <a:pt x="1673" y="43"/>
                  </a:cubicBezTo>
                  <a:cubicBezTo>
                    <a:pt x="1672" y="43"/>
                    <a:pt x="1672" y="43"/>
                    <a:pt x="1672" y="42"/>
                  </a:cubicBezTo>
                  <a:cubicBezTo>
                    <a:pt x="1672" y="38"/>
                    <a:pt x="1672" y="38"/>
                    <a:pt x="1672" y="38"/>
                  </a:cubicBezTo>
                  <a:cubicBezTo>
                    <a:pt x="1678" y="38"/>
                    <a:pt x="1684" y="38"/>
                    <a:pt x="1690" y="38"/>
                  </a:cubicBezTo>
                  <a:cubicBezTo>
                    <a:pt x="1695" y="38"/>
                    <a:pt x="1704" y="38"/>
                    <a:pt x="1708" y="38"/>
                  </a:cubicBezTo>
                  <a:cubicBezTo>
                    <a:pt x="1724" y="38"/>
                    <a:pt x="1738" y="43"/>
                    <a:pt x="1738" y="56"/>
                  </a:cubicBezTo>
                  <a:cubicBezTo>
                    <a:pt x="1738" y="65"/>
                    <a:pt x="1733" y="73"/>
                    <a:pt x="1716" y="76"/>
                  </a:cubicBezTo>
                  <a:close/>
                  <a:moveTo>
                    <a:pt x="1708" y="44"/>
                  </a:moveTo>
                  <a:cubicBezTo>
                    <a:pt x="1704" y="44"/>
                    <a:pt x="1697" y="44"/>
                    <a:pt x="1697" y="46"/>
                  </a:cubicBezTo>
                  <a:cubicBezTo>
                    <a:pt x="1697" y="73"/>
                    <a:pt x="1697" y="73"/>
                    <a:pt x="1697" y="73"/>
                  </a:cubicBezTo>
                  <a:cubicBezTo>
                    <a:pt x="1704" y="73"/>
                    <a:pt x="1704" y="73"/>
                    <a:pt x="1704" y="73"/>
                  </a:cubicBezTo>
                  <a:cubicBezTo>
                    <a:pt x="1716" y="73"/>
                    <a:pt x="1723" y="69"/>
                    <a:pt x="1723" y="58"/>
                  </a:cubicBezTo>
                  <a:cubicBezTo>
                    <a:pt x="1723" y="48"/>
                    <a:pt x="1716" y="44"/>
                    <a:pt x="1708" y="44"/>
                  </a:cubicBezTo>
                  <a:close/>
                  <a:moveTo>
                    <a:pt x="1789" y="119"/>
                  </a:moveTo>
                  <a:cubicBezTo>
                    <a:pt x="1767" y="119"/>
                    <a:pt x="1750" y="103"/>
                    <a:pt x="1750" y="79"/>
                  </a:cubicBezTo>
                  <a:cubicBezTo>
                    <a:pt x="1750" y="50"/>
                    <a:pt x="1768" y="36"/>
                    <a:pt x="1788" y="36"/>
                  </a:cubicBezTo>
                  <a:cubicBezTo>
                    <a:pt x="1810" y="36"/>
                    <a:pt x="1827" y="52"/>
                    <a:pt x="1827" y="76"/>
                  </a:cubicBezTo>
                  <a:cubicBezTo>
                    <a:pt x="1827" y="105"/>
                    <a:pt x="1809" y="119"/>
                    <a:pt x="1789" y="119"/>
                  </a:cubicBezTo>
                  <a:close/>
                  <a:moveTo>
                    <a:pt x="1787" y="43"/>
                  </a:moveTo>
                  <a:cubicBezTo>
                    <a:pt x="1773" y="43"/>
                    <a:pt x="1766" y="54"/>
                    <a:pt x="1766" y="78"/>
                  </a:cubicBezTo>
                  <a:cubicBezTo>
                    <a:pt x="1766" y="103"/>
                    <a:pt x="1775" y="112"/>
                    <a:pt x="1789" y="112"/>
                  </a:cubicBezTo>
                  <a:cubicBezTo>
                    <a:pt x="1804" y="112"/>
                    <a:pt x="1811" y="101"/>
                    <a:pt x="1811" y="77"/>
                  </a:cubicBezTo>
                  <a:cubicBezTo>
                    <a:pt x="1811" y="52"/>
                    <a:pt x="1802" y="43"/>
                    <a:pt x="1787" y="43"/>
                  </a:cubicBezTo>
                  <a:close/>
                  <a:moveTo>
                    <a:pt x="1874" y="119"/>
                  </a:moveTo>
                  <a:cubicBezTo>
                    <a:pt x="1851" y="119"/>
                    <a:pt x="1841" y="110"/>
                    <a:pt x="1841" y="89"/>
                  </a:cubicBezTo>
                  <a:cubicBezTo>
                    <a:pt x="1841" y="59"/>
                    <a:pt x="1841" y="59"/>
                    <a:pt x="1841" y="59"/>
                  </a:cubicBezTo>
                  <a:cubicBezTo>
                    <a:pt x="1841" y="45"/>
                    <a:pt x="1841" y="44"/>
                    <a:pt x="1831" y="43"/>
                  </a:cubicBezTo>
                  <a:cubicBezTo>
                    <a:pt x="1830" y="43"/>
                    <a:pt x="1830" y="43"/>
                    <a:pt x="1830" y="42"/>
                  </a:cubicBezTo>
                  <a:cubicBezTo>
                    <a:pt x="1830" y="38"/>
                    <a:pt x="1830" y="38"/>
                    <a:pt x="1830" y="38"/>
                  </a:cubicBezTo>
                  <a:cubicBezTo>
                    <a:pt x="1835" y="38"/>
                    <a:pt x="1842" y="38"/>
                    <a:pt x="1848" y="38"/>
                  </a:cubicBezTo>
                  <a:cubicBezTo>
                    <a:pt x="1853" y="38"/>
                    <a:pt x="1860" y="38"/>
                    <a:pt x="1866" y="38"/>
                  </a:cubicBezTo>
                  <a:cubicBezTo>
                    <a:pt x="1866" y="42"/>
                    <a:pt x="1866" y="42"/>
                    <a:pt x="1866" y="42"/>
                  </a:cubicBezTo>
                  <a:cubicBezTo>
                    <a:pt x="1866" y="43"/>
                    <a:pt x="1865" y="43"/>
                    <a:pt x="1865" y="43"/>
                  </a:cubicBezTo>
                  <a:cubicBezTo>
                    <a:pt x="1855" y="44"/>
                    <a:pt x="1855" y="45"/>
                    <a:pt x="1855" y="59"/>
                  </a:cubicBezTo>
                  <a:cubicBezTo>
                    <a:pt x="1855" y="91"/>
                    <a:pt x="1855" y="91"/>
                    <a:pt x="1855" y="91"/>
                  </a:cubicBezTo>
                  <a:cubicBezTo>
                    <a:pt x="1855" y="103"/>
                    <a:pt x="1861" y="110"/>
                    <a:pt x="1875" y="110"/>
                  </a:cubicBezTo>
                  <a:cubicBezTo>
                    <a:pt x="1889" y="110"/>
                    <a:pt x="1895" y="103"/>
                    <a:pt x="1895" y="90"/>
                  </a:cubicBezTo>
                  <a:cubicBezTo>
                    <a:pt x="1895" y="71"/>
                    <a:pt x="1895" y="71"/>
                    <a:pt x="1895" y="71"/>
                  </a:cubicBezTo>
                  <a:cubicBezTo>
                    <a:pt x="1895" y="46"/>
                    <a:pt x="1895" y="45"/>
                    <a:pt x="1881" y="43"/>
                  </a:cubicBezTo>
                  <a:cubicBezTo>
                    <a:pt x="1881" y="43"/>
                    <a:pt x="1881" y="43"/>
                    <a:pt x="1881" y="42"/>
                  </a:cubicBezTo>
                  <a:cubicBezTo>
                    <a:pt x="1881" y="38"/>
                    <a:pt x="1881" y="38"/>
                    <a:pt x="1881" y="38"/>
                  </a:cubicBezTo>
                  <a:cubicBezTo>
                    <a:pt x="1886" y="38"/>
                    <a:pt x="1893" y="38"/>
                    <a:pt x="1899" y="38"/>
                  </a:cubicBezTo>
                  <a:cubicBezTo>
                    <a:pt x="1905" y="38"/>
                    <a:pt x="1907" y="38"/>
                    <a:pt x="1913" y="38"/>
                  </a:cubicBezTo>
                  <a:cubicBezTo>
                    <a:pt x="1913" y="42"/>
                    <a:pt x="1913" y="42"/>
                    <a:pt x="1913" y="42"/>
                  </a:cubicBezTo>
                  <a:cubicBezTo>
                    <a:pt x="1913" y="43"/>
                    <a:pt x="1913" y="43"/>
                    <a:pt x="1912" y="43"/>
                  </a:cubicBezTo>
                  <a:cubicBezTo>
                    <a:pt x="1903" y="44"/>
                    <a:pt x="1903" y="46"/>
                    <a:pt x="1903" y="71"/>
                  </a:cubicBezTo>
                  <a:cubicBezTo>
                    <a:pt x="1903" y="88"/>
                    <a:pt x="1903" y="88"/>
                    <a:pt x="1903" y="88"/>
                  </a:cubicBezTo>
                  <a:cubicBezTo>
                    <a:pt x="1903" y="109"/>
                    <a:pt x="1893" y="119"/>
                    <a:pt x="1874" y="119"/>
                  </a:cubicBezTo>
                  <a:close/>
                  <a:moveTo>
                    <a:pt x="1949" y="84"/>
                  </a:moveTo>
                  <a:cubicBezTo>
                    <a:pt x="1943" y="84"/>
                    <a:pt x="1943" y="84"/>
                    <a:pt x="1943" y="84"/>
                  </a:cubicBezTo>
                  <a:cubicBezTo>
                    <a:pt x="1943" y="96"/>
                    <a:pt x="1943" y="96"/>
                    <a:pt x="1943" y="96"/>
                  </a:cubicBezTo>
                  <a:cubicBezTo>
                    <a:pt x="1943" y="110"/>
                    <a:pt x="1943" y="111"/>
                    <a:pt x="1955" y="112"/>
                  </a:cubicBezTo>
                  <a:cubicBezTo>
                    <a:pt x="1956" y="112"/>
                    <a:pt x="1956" y="112"/>
                    <a:pt x="1956" y="113"/>
                  </a:cubicBezTo>
                  <a:cubicBezTo>
                    <a:pt x="1956" y="117"/>
                    <a:pt x="1956" y="117"/>
                    <a:pt x="1956" y="117"/>
                  </a:cubicBezTo>
                  <a:cubicBezTo>
                    <a:pt x="1951" y="117"/>
                    <a:pt x="1941" y="117"/>
                    <a:pt x="1936" y="117"/>
                  </a:cubicBezTo>
                  <a:cubicBezTo>
                    <a:pt x="1930" y="117"/>
                    <a:pt x="1923" y="117"/>
                    <a:pt x="1918" y="117"/>
                  </a:cubicBezTo>
                  <a:cubicBezTo>
                    <a:pt x="1918" y="113"/>
                    <a:pt x="1918" y="113"/>
                    <a:pt x="1918" y="113"/>
                  </a:cubicBezTo>
                  <a:cubicBezTo>
                    <a:pt x="1918" y="112"/>
                    <a:pt x="1918" y="112"/>
                    <a:pt x="1919" y="112"/>
                  </a:cubicBezTo>
                  <a:cubicBezTo>
                    <a:pt x="1929" y="111"/>
                    <a:pt x="1929" y="110"/>
                    <a:pt x="1929" y="96"/>
                  </a:cubicBezTo>
                  <a:cubicBezTo>
                    <a:pt x="1929" y="59"/>
                    <a:pt x="1929" y="59"/>
                    <a:pt x="1929" y="59"/>
                  </a:cubicBezTo>
                  <a:cubicBezTo>
                    <a:pt x="1929" y="45"/>
                    <a:pt x="1929" y="44"/>
                    <a:pt x="1919" y="43"/>
                  </a:cubicBezTo>
                  <a:cubicBezTo>
                    <a:pt x="1918" y="43"/>
                    <a:pt x="1918" y="43"/>
                    <a:pt x="1918" y="42"/>
                  </a:cubicBezTo>
                  <a:cubicBezTo>
                    <a:pt x="1918" y="38"/>
                    <a:pt x="1918" y="38"/>
                    <a:pt x="1918" y="38"/>
                  </a:cubicBezTo>
                  <a:cubicBezTo>
                    <a:pt x="1923" y="38"/>
                    <a:pt x="1930" y="38"/>
                    <a:pt x="1936" y="38"/>
                  </a:cubicBezTo>
                  <a:cubicBezTo>
                    <a:pt x="1942" y="38"/>
                    <a:pt x="1947" y="38"/>
                    <a:pt x="1952" y="38"/>
                  </a:cubicBezTo>
                  <a:cubicBezTo>
                    <a:pt x="1965" y="38"/>
                    <a:pt x="1984" y="42"/>
                    <a:pt x="1984" y="59"/>
                  </a:cubicBezTo>
                  <a:cubicBezTo>
                    <a:pt x="1984" y="70"/>
                    <a:pt x="1978" y="84"/>
                    <a:pt x="1949" y="84"/>
                  </a:cubicBezTo>
                  <a:close/>
                  <a:moveTo>
                    <a:pt x="1952" y="44"/>
                  </a:moveTo>
                  <a:cubicBezTo>
                    <a:pt x="1949" y="44"/>
                    <a:pt x="1943" y="44"/>
                    <a:pt x="1943" y="46"/>
                  </a:cubicBezTo>
                  <a:cubicBezTo>
                    <a:pt x="1943" y="78"/>
                    <a:pt x="1943" y="78"/>
                    <a:pt x="1943" y="78"/>
                  </a:cubicBezTo>
                  <a:cubicBezTo>
                    <a:pt x="1949" y="78"/>
                    <a:pt x="1949" y="78"/>
                    <a:pt x="1949" y="78"/>
                  </a:cubicBezTo>
                  <a:cubicBezTo>
                    <a:pt x="1962" y="78"/>
                    <a:pt x="1969" y="73"/>
                    <a:pt x="1969" y="60"/>
                  </a:cubicBezTo>
                  <a:cubicBezTo>
                    <a:pt x="1969" y="49"/>
                    <a:pt x="1962" y="44"/>
                    <a:pt x="1952"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6E6F73"/>
                </a:solidFill>
                <a:sym typeface="Trebuchet MS" panose="020B0603020202020204" pitchFamily="34" charset="0"/>
              </a:endParaRPr>
            </a:p>
          </p:txBody>
        </p:sp>
      </p:gr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prstClr val="white"/>
                </a:solidFill>
                <a:sym typeface="Trebuchet MS" panose="020B0603020202020204" pitchFamily="34" charset="0"/>
              </a:rPr>
              <a:t>bcg.com</a:t>
            </a:r>
          </a:p>
        </p:txBody>
      </p:sp>
    </p:spTree>
    <p:extLst>
      <p:ext uri="{BB962C8B-B14F-4D97-AF65-F5344CB8AC3E}">
        <p14:creationId xmlns:p14="http://schemas.microsoft.com/office/powerpoint/2010/main" val="42239029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575757"/>
                </a:solidFill>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a:defRPr/>
              </a:pPr>
              <a:endParaRPr lang="en-US">
                <a:solidFill>
                  <a:srgbClr val="575757"/>
                </a:solidFill>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a:lnSpc>
                  <a:spcPct val="90000"/>
                </a:lnSpc>
                <a:defRPr/>
              </a:pPr>
              <a:r>
                <a:rPr lang="en-US" sz="1000" dirty="0">
                  <a:solidFill>
                    <a:prstClr val="white">
                      <a:lumMod val="50000"/>
                    </a:prstClr>
                  </a:solidFill>
                  <a:sym typeface="Trebuchet MS" panose="020B0603020202020204" pitchFamily="34" charset="0"/>
                </a:rPr>
                <a:t>1. </a:t>
              </a:r>
              <a:r>
                <a:rPr lang="en-US" sz="1000" dirty="0" err="1">
                  <a:solidFill>
                    <a:prstClr val="white">
                      <a:lumMod val="50000"/>
                    </a:prstClr>
                  </a:solidFill>
                  <a:sym typeface="Trebuchet MS" panose="020B0603020202020204" pitchFamily="34" charset="0"/>
                </a:rPr>
                <a:t>xxxx</a:t>
              </a:r>
              <a:r>
                <a:rPr lang="en-US" sz="1000" dirty="0">
                  <a:solidFill>
                    <a:prstClr val="white">
                      <a:lumMod val="50000"/>
                    </a:prstClr>
                  </a:solidFill>
                  <a:sym typeface="Trebuchet MS" panose="020B0603020202020204" pitchFamily="34" charset="0"/>
                </a:rPr>
                <a:t>  2. </a:t>
              </a:r>
              <a:r>
                <a:rPr lang="en-US" sz="1000" dirty="0" err="1">
                  <a:solidFill>
                    <a:prstClr val="white">
                      <a:lumMod val="50000"/>
                    </a:prstClr>
                  </a:solidFill>
                  <a:sym typeface="Trebuchet MS" panose="020B0603020202020204" pitchFamily="34" charset="0"/>
                </a:rPr>
                <a:t>xxxx</a:t>
              </a:r>
              <a:r>
                <a:rPr lang="en-US" sz="1000" dirty="0">
                  <a:solidFill>
                    <a:prstClr val="white">
                      <a:lumMod val="50000"/>
                    </a:prstClr>
                  </a:solidFill>
                  <a:sym typeface="Trebuchet MS" panose="020B0603020202020204" pitchFamily="34" charset="0"/>
                </a:rPr>
                <a:t>  3. List footnotes in numerical order. Footnote numbers are not bracketed. Use 10pt font</a:t>
              </a:r>
            </a:p>
            <a:p>
              <a:pPr>
                <a:lnSpc>
                  <a:spcPct val="90000"/>
                </a:lnSpc>
                <a:defRPr/>
              </a:pPr>
              <a:r>
                <a:rPr lang="en-US" sz="1000" dirty="0">
                  <a:solidFill>
                    <a:prstClr val="white">
                      <a:lumMod val="50000"/>
                    </a:prstClr>
                  </a:solidFill>
                  <a:sym typeface="Trebuchet MS" panose="020B0603020202020204" pitchFamily="34" charset="0"/>
                </a:rPr>
                <a:t>Note: Do not put a period at the end of the note or the source</a:t>
              </a:r>
            </a:p>
            <a:p>
              <a:pPr>
                <a:lnSpc>
                  <a:spcPct val="90000"/>
                </a:lnSpc>
                <a:defRPr/>
              </a:pPr>
              <a:r>
                <a:rPr lang="en-US" sz="1000" dirty="0">
                  <a:solidFill>
                    <a:prstClr val="white">
                      <a:lumMod val="50000"/>
                    </a:prstClr>
                  </a:solidFill>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8217577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3221"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a:solidFill>
                <a:prstClr val="white"/>
              </a:solidFill>
            </a:endParaRPr>
          </a:p>
        </p:txBody>
      </p:sp>
      <p:sp>
        <p:nvSpPr>
          <p:cNvPr id="12" name="Rectangle 11"/>
          <p:cNvSpPr/>
          <p:nvPr userDrawn="1">
            <p:custDataLst>
              <p:tags r:id="rId3"/>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prstClr val="white"/>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a:lnSpc>
                <a:spcPct val="95000"/>
              </a:lnSpc>
            </a:pPr>
            <a:r>
              <a:rPr lang="en-US" sz="5400" dirty="0">
                <a:solidFill>
                  <a:prstClr val="white"/>
                </a:solidFill>
              </a:rPr>
              <a:t>Agenda</a:t>
            </a:r>
          </a:p>
        </p:txBody>
      </p:sp>
    </p:spTree>
    <p:extLst>
      <p:ext uri="{BB962C8B-B14F-4D97-AF65-F5344CB8AC3E}">
        <p14:creationId xmlns:p14="http://schemas.microsoft.com/office/powerpoint/2010/main" val="18817847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424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2000">
              <a:solidFill>
                <a:prstClr val="white"/>
              </a:solidFill>
            </a:endParaRPr>
          </a:p>
        </p:txBody>
      </p:sp>
    </p:spTree>
    <p:extLst>
      <p:ext uri="{BB962C8B-B14F-4D97-AF65-F5344CB8AC3E}">
        <p14:creationId xmlns:p14="http://schemas.microsoft.com/office/powerpoint/2010/main" val="30015012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526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prstClr val="white"/>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79239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6294"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prstClr val="white"/>
                </a:solidFill>
              </a:rPr>
              <a:t>Agenda</a:t>
            </a:r>
          </a:p>
        </p:txBody>
      </p:sp>
    </p:spTree>
    <p:extLst>
      <p:ext uri="{BB962C8B-B14F-4D97-AF65-F5344CB8AC3E}">
        <p14:creationId xmlns:p14="http://schemas.microsoft.com/office/powerpoint/2010/main" val="17790913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7317"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a:solidFill>
                <a:prstClr val="white"/>
              </a:solidFill>
            </a:endParaRPr>
          </a:p>
        </p:txBody>
      </p:sp>
      <p:sp>
        <p:nvSpPr>
          <p:cNvPr id="10" name="Rectangle 9"/>
          <p:cNvSpPr/>
          <p:nvPr userDrawn="1">
            <p:custDataLst>
              <p:tags r:id="rId3"/>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rgbClr val="3EAD92"/>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solidFill>
                  <a:srgbClr val="3EAD92"/>
                </a:solidFill>
              </a:rPr>
              <a:t>Agenda</a:t>
            </a:r>
          </a:p>
        </p:txBody>
      </p:sp>
    </p:spTree>
    <p:extLst>
      <p:ext uri="{BB962C8B-B14F-4D97-AF65-F5344CB8AC3E}">
        <p14:creationId xmlns:p14="http://schemas.microsoft.com/office/powerpoint/2010/main" val="17092402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834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2000">
              <a:solidFill>
                <a:prstClr val="white"/>
              </a:solidFill>
            </a:endParaRPr>
          </a:p>
        </p:txBody>
      </p:sp>
    </p:spTree>
    <p:extLst>
      <p:ext uri="{BB962C8B-B14F-4D97-AF65-F5344CB8AC3E}">
        <p14:creationId xmlns:p14="http://schemas.microsoft.com/office/powerpoint/2010/main" val="11910974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936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rgbClr val="3EAD92"/>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6333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0390"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prstClr val="white"/>
                </a:solidFill>
              </a:rPr>
              <a:t>Agenda</a:t>
            </a:r>
          </a:p>
        </p:txBody>
      </p:sp>
    </p:spTree>
    <p:extLst>
      <p:ext uri="{BB962C8B-B14F-4D97-AF65-F5344CB8AC3E}">
        <p14:creationId xmlns:p14="http://schemas.microsoft.com/office/powerpoint/2010/main" val="22833365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141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a:lnSpc>
                <a:spcPct val="106000"/>
              </a:lnSpc>
              <a:spcAft>
                <a:spcPts val="700"/>
              </a:spcAft>
            </a:pPr>
            <a:r>
              <a:rPr lang="en-US" sz="5400" dirty="0">
                <a:solidFill>
                  <a:srgbClr val="29BA74"/>
                </a:solidFill>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3376082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pic>
        <p:nvPicPr>
          <p:cNvPr id="18" name="Picture 17"/>
          <p:cNvPicPr>
            <a:picLocks noChangeAspect="1"/>
          </p:cNvPicPr>
          <p:nvPr userDrawn="1"/>
        </p:nvPicPr>
        <p:blipFill rotWithShape="1">
          <a:blip r:embed="rId3">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1"/>
            </p:custDataLst>
          </p:nvPr>
        </p:nvPicPr>
        <p:blipFill rotWithShape="1">
          <a:blip r:embed="rId4">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solidFill>
                <a:prstClr val="white"/>
              </a:solidFill>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957600"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grpSp>
        <p:nvGrpSpPr>
          <p:cNvPr id="23" name="Group 22"/>
          <p:cNvGrpSpPr/>
          <p:nvPr userDrawn="1"/>
        </p:nvGrpSpPr>
        <p:grpSpPr>
          <a:xfrm>
            <a:off x="957600" y="946936"/>
            <a:ext cx="2887436" cy="894745"/>
            <a:chOff x="848180" y="896938"/>
            <a:chExt cx="2178050" cy="674924"/>
          </a:xfrm>
          <a:solidFill>
            <a:schemeClr val="bg1"/>
          </a:solidFill>
        </p:grpSpPr>
        <p:sp>
          <p:nvSpPr>
            <p:cNvPr id="24" name="Freeform 5"/>
            <p:cNvSpPr>
              <a:spLocks noEditPoints="1"/>
            </p:cNvSpPr>
            <p:nvPr/>
          </p:nvSpPr>
          <p:spPr bwMode="auto">
            <a:xfrm>
              <a:off x="848180" y="896938"/>
              <a:ext cx="997552" cy="414102"/>
            </a:xfrm>
            <a:custGeom>
              <a:avLst/>
              <a:gdLst>
                <a:gd name="T0" fmla="*/ 39 w 340"/>
                <a:gd name="T1" fmla="*/ 10 h 140"/>
                <a:gd name="T2" fmla="*/ 54 w 340"/>
                <a:gd name="T3" fmla="*/ 8 h 140"/>
                <a:gd name="T4" fmla="*/ 47 w 340"/>
                <a:gd name="T5" fmla="*/ 64 h 140"/>
                <a:gd name="T6" fmla="*/ 60 w 340"/>
                <a:gd name="T7" fmla="*/ 132 h 140"/>
                <a:gd name="T8" fmla="*/ 39 w 340"/>
                <a:gd name="T9" fmla="*/ 69 h 140"/>
                <a:gd name="T10" fmla="*/ 92 w 340"/>
                <a:gd name="T11" fmla="*/ 100 h 140"/>
                <a:gd name="T12" fmla="*/ 285 w 340"/>
                <a:gd name="T13" fmla="*/ 78 h 140"/>
                <a:gd name="T14" fmla="*/ 286 w 340"/>
                <a:gd name="T15" fmla="*/ 82 h 140"/>
                <a:gd name="T16" fmla="*/ 306 w 340"/>
                <a:gd name="T17" fmla="*/ 113 h 140"/>
                <a:gd name="T18" fmla="*/ 238 w 340"/>
                <a:gd name="T19" fmla="*/ 71 h 140"/>
                <a:gd name="T20" fmla="*/ 315 w 340"/>
                <a:gd name="T21" fmla="*/ 40 h 140"/>
                <a:gd name="T22" fmla="*/ 318 w 340"/>
                <a:gd name="T23" fmla="*/ 41 h 140"/>
                <a:gd name="T24" fmla="*/ 317 w 340"/>
                <a:gd name="T25" fmla="*/ 1 h 140"/>
                <a:gd name="T26" fmla="*/ 313 w 340"/>
                <a:gd name="T27" fmla="*/ 12 h 140"/>
                <a:gd name="T28" fmla="*/ 278 w 340"/>
                <a:gd name="T29" fmla="*/ 0 h 140"/>
                <a:gd name="T30" fmla="*/ 216 w 340"/>
                <a:gd name="T31" fmla="*/ 90 h 140"/>
                <a:gd name="T32" fmla="*/ 177 w 340"/>
                <a:gd name="T33" fmla="*/ 135 h 140"/>
                <a:gd name="T34" fmla="*/ 174 w 340"/>
                <a:gd name="T35" fmla="*/ 5 h 140"/>
                <a:gd name="T36" fmla="*/ 210 w 340"/>
                <a:gd name="T37" fmla="*/ 34 h 140"/>
                <a:gd name="T38" fmla="*/ 211 w 340"/>
                <a:gd name="T39" fmla="*/ 1 h 140"/>
                <a:gd name="T40" fmla="*/ 208 w 340"/>
                <a:gd name="T41" fmla="*/ 2 h 140"/>
                <a:gd name="T42" fmla="*/ 206 w 340"/>
                <a:gd name="T43" fmla="*/ 12 h 140"/>
                <a:gd name="T44" fmla="*/ 110 w 340"/>
                <a:gd name="T45" fmla="*/ 71 h 140"/>
                <a:gd name="T46" fmla="*/ 110 w 340"/>
                <a:gd name="T47" fmla="*/ 82 h 140"/>
                <a:gd name="T48" fmla="*/ 69 w 340"/>
                <a:gd name="T49" fmla="*/ 65 h 140"/>
                <a:gd name="T50" fmla="*/ 53 w 340"/>
                <a:gd name="T51" fmla="*/ 2 h 140"/>
                <a:gd name="T52" fmla="*/ 0 w 340"/>
                <a:gd name="T53" fmla="*/ 2 h 140"/>
                <a:gd name="T54" fmla="*/ 1 w 340"/>
                <a:gd name="T55" fmla="*/ 6 h 140"/>
                <a:gd name="T56" fmla="*/ 18 w 340"/>
                <a:gd name="T57" fmla="*/ 106 h 140"/>
                <a:gd name="T58" fmla="*/ 0 w 340"/>
                <a:gd name="T59" fmla="*/ 135 h 140"/>
                <a:gd name="T60" fmla="*/ 28 w 340"/>
                <a:gd name="T61" fmla="*/ 137 h 140"/>
                <a:gd name="T62" fmla="*/ 115 w 340"/>
                <a:gd name="T63" fmla="*/ 101 h 140"/>
                <a:gd name="T64" fmla="*/ 177 w 340"/>
                <a:gd name="T65" fmla="*/ 140 h 140"/>
                <a:gd name="T66" fmla="*/ 214 w 340"/>
                <a:gd name="T67" fmla="*/ 127 h 140"/>
                <a:gd name="T68" fmla="*/ 218 w 340"/>
                <a:gd name="T69" fmla="*/ 138 h 140"/>
                <a:gd name="T70" fmla="*/ 219 w 340"/>
                <a:gd name="T71" fmla="*/ 101 h 140"/>
                <a:gd name="T72" fmla="*/ 279 w 340"/>
                <a:gd name="T73" fmla="*/ 140 h 140"/>
                <a:gd name="T74" fmla="*/ 328 w 340"/>
                <a:gd name="T75" fmla="*/ 121 h 140"/>
                <a:gd name="T76" fmla="*/ 327 w 340"/>
                <a:gd name="T77" fmla="*/ 101 h 140"/>
                <a:gd name="T78" fmla="*/ 340 w 340"/>
                <a:gd name="T79" fmla="*/ 80 h 140"/>
                <a:gd name="T80" fmla="*/ 315 w 340"/>
                <a:gd name="T81" fmla="*/ 7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0" h="140">
                  <a:moveTo>
                    <a:pt x="39" y="64"/>
                  </a:moveTo>
                  <a:cubicBezTo>
                    <a:pt x="39" y="10"/>
                    <a:pt x="39" y="10"/>
                    <a:pt x="39" y="10"/>
                  </a:cubicBezTo>
                  <a:cubicBezTo>
                    <a:pt x="39" y="9"/>
                    <a:pt x="39" y="8"/>
                    <a:pt x="41" y="8"/>
                  </a:cubicBezTo>
                  <a:cubicBezTo>
                    <a:pt x="44" y="8"/>
                    <a:pt x="51" y="8"/>
                    <a:pt x="54" y="8"/>
                  </a:cubicBezTo>
                  <a:cubicBezTo>
                    <a:pt x="70" y="8"/>
                    <a:pt x="81" y="17"/>
                    <a:pt x="81" y="36"/>
                  </a:cubicBezTo>
                  <a:cubicBezTo>
                    <a:pt x="81" y="57"/>
                    <a:pt x="68" y="64"/>
                    <a:pt x="47" y="64"/>
                  </a:cubicBezTo>
                  <a:lnTo>
                    <a:pt x="39" y="64"/>
                  </a:lnTo>
                  <a:close/>
                  <a:moveTo>
                    <a:pt x="60" y="132"/>
                  </a:moveTo>
                  <a:cubicBezTo>
                    <a:pt x="42" y="132"/>
                    <a:pt x="39" y="129"/>
                    <a:pt x="39" y="104"/>
                  </a:cubicBezTo>
                  <a:cubicBezTo>
                    <a:pt x="39" y="69"/>
                    <a:pt x="39" y="69"/>
                    <a:pt x="39" y="69"/>
                  </a:cubicBezTo>
                  <a:cubicBezTo>
                    <a:pt x="47" y="69"/>
                    <a:pt x="47" y="69"/>
                    <a:pt x="47" y="69"/>
                  </a:cubicBezTo>
                  <a:cubicBezTo>
                    <a:pt x="71" y="69"/>
                    <a:pt x="92" y="74"/>
                    <a:pt x="92" y="100"/>
                  </a:cubicBezTo>
                  <a:cubicBezTo>
                    <a:pt x="92" y="120"/>
                    <a:pt x="80" y="132"/>
                    <a:pt x="60" y="132"/>
                  </a:cubicBezTo>
                  <a:close/>
                  <a:moveTo>
                    <a:pt x="285" y="78"/>
                  </a:moveTo>
                  <a:cubicBezTo>
                    <a:pt x="285" y="80"/>
                    <a:pt x="285" y="80"/>
                    <a:pt x="285" y="80"/>
                  </a:cubicBezTo>
                  <a:cubicBezTo>
                    <a:pt x="285" y="81"/>
                    <a:pt x="285" y="82"/>
                    <a:pt x="286" y="82"/>
                  </a:cubicBezTo>
                  <a:cubicBezTo>
                    <a:pt x="306" y="82"/>
                    <a:pt x="306" y="84"/>
                    <a:pt x="306" y="100"/>
                  </a:cubicBezTo>
                  <a:cubicBezTo>
                    <a:pt x="306" y="113"/>
                    <a:pt x="306" y="113"/>
                    <a:pt x="306" y="113"/>
                  </a:cubicBezTo>
                  <a:cubicBezTo>
                    <a:pt x="306" y="126"/>
                    <a:pt x="298" y="135"/>
                    <a:pt x="280" y="135"/>
                  </a:cubicBezTo>
                  <a:cubicBezTo>
                    <a:pt x="251" y="135"/>
                    <a:pt x="238" y="106"/>
                    <a:pt x="238" y="71"/>
                  </a:cubicBezTo>
                  <a:cubicBezTo>
                    <a:pt x="238" y="37"/>
                    <a:pt x="247" y="5"/>
                    <a:pt x="280" y="5"/>
                  </a:cubicBezTo>
                  <a:cubicBezTo>
                    <a:pt x="298" y="5"/>
                    <a:pt x="313" y="17"/>
                    <a:pt x="315" y="40"/>
                  </a:cubicBezTo>
                  <a:cubicBezTo>
                    <a:pt x="315" y="41"/>
                    <a:pt x="315" y="41"/>
                    <a:pt x="316" y="41"/>
                  </a:cubicBezTo>
                  <a:cubicBezTo>
                    <a:pt x="318" y="41"/>
                    <a:pt x="318" y="41"/>
                    <a:pt x="318" y="41"/>
                  </a:cubicBezTo>
                  <a:cubicBezTo>
                    <a:pt x="318" y="32"/>
                    <a:pt x="318" y="10"/>
                    <a:pt x="318" y="1"/>
                  </a:cubicBezTo>
                  <a:cubicBezTo>
                    <a:pt x="317" y="1"/>
                    <a:pt x="317" y="1"/>
                    <a:pt x="317" y="1"/>
                  </a:cubicBezTo>
                  <a:cubicBezTo>
                    <a:pt x="315" y="1"/>
                    <a:pt x="315" y="1"/>
                    <a:pt x="315" y="2"/>
                  </a:cubicBezTo>
                  <a:cubicBezTo>
                    <a:pt x="313" y="12"/>
                    <a:pt x="313" y="12"/>
                    <a:pt x="313" y="12"/>
                  </a:cubicBezTo>
                  <a:cubicBezTo>
                    <a:pt x="313" y="12"/>
                    <a:pt x="313" y="12"/>
                    <a:pt x="313" y="12"/>
                  </a:cubicBezTo>
                  <a:cubicBezTo>
                    <a:pt x="303" y="3"/>
                    <a:pt x="290" y="0"/>
                    <a:pt x="278" y="0"/>
                  </a:cubicBezTo>
                  <a:cubicBezTo>
                    <a:pt x="239" y="0"/>
                    <a:pt x="214" y="32"/>
                    <a:pt x="214" y="71"/>
                  </a:cubicBezTo>
                  <a:cubicBezTo>
                    <a:pt x="214" y="78"/>
                    <a:pt x="215" y="84"/>
                    <a:pt x="216" y="90"/>
                  </a:cubicBezTo>
                  <a:cubicBezTo>
                    <a:pt x="216" y="95"/>
                    <a:pt x="216" y="95"/>
                    <a:pt x="216" y="95"/>
                  </a:cubicBezTo>
                  <a:cubicBezTo>
                    <a:pt x="213" y="125"/>
                    <a:pt x="196" y="135"/>
                    <a:pt x="177" y="135"/>
                  </a:cubicBezTo>
                  <a:cubicBezTo>
                    <a:pt x="148" y="135"/>
                    <a:pt x="134" y="108"/>
                    <a:pt x="134" y="71"/>
                  </a:cubicBezTo>
                  <a:cubicBezTo>
                    <a:pt x="134" y="37"/>
                    <a:pt x="142" y="5"/>
                    <a:pt x="174" y="5"/>
                  </a:cubicBezTo>
                  <a:cubicBezTo>
                    <a:pt x="191" y="5"/>
                    <a:pt x="205" y="15"/>
                    <a:pt x="208" y="33"/>
                  </a:cubicBezTo>
                  <a:cubicBezTo>
                    <a:pt x="208" y="34"/>
                    <a:pt x="209" y="34"/>
                    <a:pt x="210" y="34"/>
                  </a:cubicBezTo>
                  <a:cubicBezTo>
                    <a:pt x="212" y="34"/>
                    <a:pt x="212" y="34"/>
                    <a:pt x="212" y="34"/>
                  </a:cubicBezTo>
                  <a:cubicBezTo>
                    <a:pt x="212" y="25"/>
                    <a:pt x="211" y="10"/>
                    <a:pt x="211" y="1"/>
                  </a:cubicBezTo>
                  <a:cubicBezTo>
                    <a:pt x="210" y="1"/>
                    <a:pt x="210" y="1"/>
                    <a:pt x="210" y="1"/>
                  </a:cubicBezTo>
                  <a:cubicBezTo>
                    <a:pt x="209" y="1"/>
                    <a:pt x="208" y="1"/>
                    <a:pt x="208" y="2"/>
                  </a:cubicBezTo>
                  <a:cubicBezTo>
                    <a:pt x="206" y="12"/>
                    <a:pt x="206" y="12"/>
                    <a:pt x="206" y="12"/>
                  </a:cubicBezTo>
                  <a:cubicBezTo>
                    <a:pt x="206" y="12"/>
                    <a:pt x="206" y="12"/>
                    <a:pt x="206" y="12"/>
                  </a:cubicBezTo>
                  <a:cubicBezTo>
                    <a:pt x="197" y="3"/>
                    <a:pt x="184" y="0"/>
                    <a:pt x="172" y="0"/>
                  </a:cubicBezTo>
                  <a:cubicBezTo>
                    <a:pt x="135" y="0"/>
                    <a:pt x="110" y="32"/>
                    <a:pt x="110" y="71"/>
                  </a:cubicBezTo>
                  <a:cubicBezTo>
                    <a:pt x="110" y="75"/>
                    <a:pt x="110" y="78"/>
                    <a:pt x="110" y="82"/>
                  </a:cubicBezTo>
                  <a:cubicBezTo>
                    <a:pt x="110" y="82"/>
                    <a:pt x="110" y="82"/>
                    <a:pt x="110" y="82"/>
                  </a:cubicBezTo>
                  <a:cubicBezTo>
                    <a:pt x="102" y="71"/>
                    <a:pt x="87" y="66"/>
                    <a:pt x="69" y="65"/>
                  </a:cubicBezTo>
                  <a:cubicBezTo>
                    <a:pt x="69" y="65"/>
                    <a:pt x="69" y="65"/>
                    <a:pt x="69" y="65"/>
                  </a:cubicBezTo>
                  <a:cubicBezTo>
                    <a:pt x="89" y="61"/>
                    <a:pt x="102" y="51"/>
                    <a:pt x="102" y="34"/>
                  </a:cubicBezTo>
                  <a:cubicBezTo>
                    <a:pt x="102" y="9"/>
                    <a:pt x="75" y="2"/>
                    <a:pt x="53" y="2"/>
                  </a:cubicBezTo>
                  <a:cubicBezTo>
                    <a:pt x="47" y="2"/>
                    <a:pt x="34" y="3"/>
                    <a:pt x="29" y="3"/>
                  </a:cubicBezTo>
                  <a:cubicBezTo>
                    <a:pt x="20" y="3"/>
                    <a:pt x="9" y="3"/>
                    <a:pt x="0" y="2"/>
                  </a:cubicBezTo>
                  <a:cubicBezTo>
                    <a:pt x="0" y="5"/>
                    <a:pt x="0" y="5"/>
                    <a:pt x="0" y="5"/>
                  </a:cubicBezTo>
                  <a:cubicBezTo>
                    <a:pt x="0" y="6"/>
                    <a:pt x="0" y="6"/>
                    <a:pt x="1" y="6"/>
                  </a:cubicBezTo>
                  <a:cubicBezTo>
                    <a:pt x="18" y="7"/>
                    <a:pt x="18" y="9"/>
                    <a:pt x="18" y="34"/>
                  </a:cubicBezTo>
                  <a:cubicBezTo>
                    <a:pt x="18" y="106"/>
                    <a:pt x="18" y="106"/>
                    <a:pt x="18" y="106"/>
                  </a:cubicBezTo>
                  <a:cubicBezTo>
                    <a:pt x="18" y="130"/>
                    <a:pt x="18" y="133"/>
                    <a:pt x="2" y="133"/>
                  </a:cubicBezTo>
                  <a:cubicBezTo>
                    <a:pt x="0" y="133"/>
                    <a:pt x="0" y="134"/>
                    <a:pt x="0" y="135"/>
                  </a:cubicBezTo>
                  <a:cubicBezTo>
                    <a:pt x="0" y="137"/>
                    <a:pt x="0" y="137"/>
                    <a:pt x="0" y="137"/>
                  </a:cubicBezTo>
                  <a:cubicBezTo>
                    <a:pt x="9" y="137"/>
                    <a:pt x="18" y="137"/>
                    <a:pt x="28" y="137"/>
                  </a:cubicBezTo>
                  <a:cubicBezTo>
                    <a:pt x="40" y="137"/>
                    <a:pt x="45" y="137"/>
                    <a:pt x="60" y="137"/>
                  </a:cubicBezTo>
                  <a:cubicBezTo>
                    <a:pt x="93" y="137"/>
                    <a:pt x="114" y="121"/>
                    <a:pt x="115" y="101"/>
                  </a:cubicBezTo>
                  <a:cubicBezTo>
                    <a:pt x="116" y="101"/>
                    <a:pt x="116" y="101"/>
                    <a:pt x="116" y="101"/>
                  </a:cubicBezTo>
                  <a:cubicBezTo>
                    <a:pt x="126" y="125"/>
                    <a:pt x="148" y="140"/>
                    <a:pt x="177" y="140"/>
                  </a:cubicBezTo>
                  <a:cubicBezTo>
                    <a:pt x="190" y="140"/>
                    <a:pt x="203" y="136"/>
                    <a:pt x="213" y="127"/>
                  </a:cubicBezTo>
                  <a:cubicBezTo>
                    <a:pt x="214" y="127"/>
                    <a:pt x="214" y="127"/>
                    <a:pt x="214" y="127"/>
                  </a:cubicBezTo>
                  <a:cubicBezTo>
                    <a:pt x="215" y="137"/>
                    <a:pt x="215" y="137"/>
                    <a:pt x="215" y="137"/>
                  </a:cubicBezTo>
                  <a:cubicBezTo>
                    <a:pt x="216" y="138"/>
                    <a:pt x="216" y="138"/>
                    <a:pt x="218" y="138"/>
                  </a:cubicBezTo>
                  <a:cubicBezTo>
                    <a:pt x="219" y="138"/>
                    <a:pt x="219" y="138"/>
                    <a:pt x="219" y="138"/>
                  </a:cubicBezTo>
                  <a:cubicBezTo>
                    <a:pt x="219" y="132"/>
                    <a:pt x="219" y="114"/>
                    <a:pt x="219" y="101"/>
                  </a:cubicBezTo>
                  <a:cubicBezTo>
                    <a:pt x="220" y="101"/>
                    <a:pt x="220" y="101"/>
                    <a:pt x="220" y="101"/>
                  </a:cubicBezTo>
                  <a:cubicBezTo>
                    <a:pt x="229" y="125"/>
                    <a:pt x="252" y="140"/>
                    <a:pt x="279" y="140"/>
                  </a:cubicBezTo>
                  <a:cubicBezTo>
                    <a:pt x="305" y="140"/>
                    <a:pt x="315" y="123"/>
                    <a:pt x="326" y="123"/>
                  </a:cubicBezTo>
                  <a:cubicBezTo>
                    <a:pt x="327" y="123"/>
                    <a:pt x="328" y="123"/>
                    <a:pt x="328" y="121"/>
                  </a:cubicBezTo>
                  <a:cubicBezTo>
                    <a:pt x="328" y="119"/>
                    <a:pt x="327" y="114"/>
                    <a:pt x="327" y="110"/>
                  </a:cubicBezTo>
                  <a:cubicBezTo>
                    <a:pt x="327" y="101"/>
                    <a:pt x="327" y="101"/>
                    <a:pt x="327" y="101"/>
                  </a:cubicBezTo>
                  <a:cubicBezTo>
                    <a:pt x="327" y="84"/>
                    <a:pt x="327" y="82"/>
                    <a:pt x="339" y="82"/>
                  </a:cubicBezTo>
                  <a:cubicBezTo>
                    <a:pt x="340" y="82"/>
                    <a:pt x="340" y="81"/>
                    <a:pt x="340" y="80"/>
                  </a:cubicBezTo>
                  <a:cubicBezTo>
                    <a:pt x="340" y="78"/>
                    <a:pt x="340" y="78"/>
                    <a:pt x="340" y="78"/>
                  </a:cubicBezTo>
                  <a:cubicBezTo>
                    <a:pt x="331" y="78"/>
                    <a:pt x="325" y="78"/>
                    <a:pt x="315" y="78"/>
                  </a:cubicBezTo>
                  <a:cubicBezTo>
                    <a:pt x="306" y="78"/>
                    <a:pt x="294" y="78"/>
                    <a:pt x="285"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575757"/>
                </a:solidFill>
                <a:sym typeface="Trebuchet MS" panose="020B0603020202020204" pitchFamily="34" charset="0"/>
              </a:endParaRPr>
            </a:p>
          </p:txBody>
        </p:sp>
        <p:sp>
          <p:nvSpPr>
            <p:cNvPr id="25" name="Freeform 6"/>
            <p:cNvSpPr>
              <a:spLocks noEditPoints="1"/>
            </p:cNvSpPr>
            <p:nvPr/>
          </p:nvSpPr>
          <p:spPr bwMode="auto">
            <a:xfrm>
              <a:off x="1194295" y="1459375"/>
              <a:ext cx="1831935" cy="112487"/>
            </a:xfrm>
            <a:custGeom>
              <a:avLst/>
              <a:gdLst>
                <a:gd name="T0" fmla="*/ 32 w 625"/>
                <a:gd name="T1" fmla="*/ 10 h 38"/>
                <a:gd name="T2" fmla="*/ 14 w 625"/>
                <a:gd name="T3" fmla="*/ 4 h 38"/>
                <a:gd name="T4" fmla="*/ 112 w 625"/>
                <a:gd name="T5" fmla="*/ 9 h 38"/>
                <a:gd name="T6" fmla="*/ 87 w 625"/>
                <a:gd name="T7" fmla="*/ 37 h 38"/>
                <a:gd name="T8" fmla="*/ 107 w 625"/>
                <a:gd name="T9" fmla="*/ 10 h 38"/>
                <a:gd name="T10" fmla="*/ 274 w 625"/>
                <a:gd name="T11" fmla="*/ 26 h 38"/>
                <a:gd name="T12" fmla="*/ 271 w 625"/>
                <a:gd name="T13" fmla="*/ 2 h 38"/>
                <a:gd name="T14" fmla="*/ 48 w 625"/>
                <a:gd name="T15" fmla="*/ 37 h 38"/>
                <a:gd name="T16" fmla="*/ 38 w 625"/>
                <a:gd name="T17" fmla="*/ 37 h 38"/>
                <a:gd name="T18" fmla="*/ 33 w 625"/>
                <a:gd name="T19" fmla="*/ 12 h 38"/>
                <a:gd name="T20" fmla="*/ 43 w 625"/>
                <a:gd name="T21" fmla="*/ 12 h 38"/>
                <a:gd name="T22" fmla="*/ 48 w 625"/>
                <a:gd name="T23" fmla="*/ 37 h 38"/>
                <a:gd name="T24" fmla="*/ 56 w 625"/>
                <a:gd name="T25" fmla="*/ 12 h 38"/>
                <a:gd name="T26" fmla="*/ 64 w 625"/>
                <a:gd name="T27" fmla="*/ 23 h 38"/>
                <a:gd name="T28" fmla="*/ 64 w 625"/>
                <a:gd name="T29" fmla="*/ 25 h 38"/>
                <a:gd name="T30" fmla="*/ 118 w 625"/>
                <a:gd name="T31" fmla="*/ 25 h 38"/>
                <a:gd name="T32" fmla="*/ 145 w 625"/>
                <a:gd name="T33" fmla="*/ 37 h 38"/>
                <a:gd name="T34" fmla="*/ 157 w 625"/>
                <a:gd name="T35" fmla="*/ 13 h 38"/>
                <a:gd name="T36" fmla="*/ 152 w 625"/>
                <a:gd name="T37" fmla="*/ 38 h 38"/>
                <a:gd name="T38" fmla="*/ 163 w 625"/>
                <a:gd name="T39" fmla="*/ 19 h 38"/>
                <a:gd name="T40" fmla="*/ 177 w 625"/>
                <a:gd name="T41" fmla="*/ 14 h 38"/>
                <a:gd name="T42" fmla="*/ 196 w 625"/>
                <a:gd name="T43" fmla="*/ 11 h 38"/>
                <a:gd name="T44" fmla="*/ 215 w 625"/>
                <a:gd name="T45" fmla="*/ 17 h 38"/>
                <a:gd name="T46" fmla="*/ 213 w 625"/>
                <a:gd name="T47" fmla="*/ 27 h 38"/>
                <a:gd name="T48" fmla="*/ 226 w 625"/>
                <a:gd name="T49" fmla="*/ 14 h 38"/>
                <a:gd name="T50" fmla="*/ 290 w 625"/>
                <a:gd name="T51" fmla="*/ 38 h 38"/>
                <a:gd name="T52" fmla="*/ 324 w 625"/>
                <a:gd name="T53" fmla="*/ 38 h 38"/>
                <a:gd name="T54" fmla="*/ 303 w 625"/>
                <a:gd name="T55" fmla="*/ 36 h 38"/>
                <a:gd name="T56" fmla="*/ 324 w 625"/>
                <a:gd name="T57" fmla="*/ 30 h 38"/>
                <a:gd name="T58" fmla="*/ 327 w 625"/>
                <a:gd name="T59" fmla="*/ 38 h 38"/>
                <a:gd name="T60" fmla="*/ 345 w 625"/>
                <a:gd name="T61" fmla="*/ 32 h 38"/>
                <a:gd name="T62" fmla="*/ 340 w 625"/>
                <a:gd name="T63" fmla="*/ 14 h 38"/>
                <a:gd name="T64" fmla="*/ 350 w 625"/>
                <a:gd name="T65" fmla="*/ 12 h 38"/>
                <a:gd name="T66" fmla="*/ 366 w 625"/>
                <a:gd name="T67" fmla="*/ 14 h 38"/>
                <a:gd name="T68" fmla="*/ 392 w 625"/>
                <a:gd name="T69" fmla="*/ 37 h 38"/>
                <a:gd name="T70" fmla="*/ 383 w 625"/>
                <a:gd name="T71" fmla="*/ 12 h 38"/>
                <a:gd name="T72" fmla="*/ 397 w 625"/>
                <a:gd name="T73" fmla="*/ 29 h 38"/>
                <a:gd name="T74" fmla="*/ 402 w 625"/>
                <a:gd name="T75" fmla="*/ 14 h 38"/>
                <a:gd name="T76" fmla="*/ 416 w 625"/>
                <a:gd name="T77" fmla="*/ 19 h 38"/>
                <a:gd name="T78" fmla="*/ 419 w 625"/>
                <a:gd name="T79" fmla="*/ 37 h 38"/>
                <a:gd name="T80" fmla="*/ 430 w 625"/>
                <a:gd name="T81" fmla="*/ 13 h 38"/>
                <a:gd name="T82" fmla="*/ 438 w 625"/>
                <a:gd name="T83" fmla="*/ 17 h 38"/>
                <a:gd name="T84" fmla="*/ 436 w 625"/>
                <a:gd name="T85" fmla="*/ 27 h 38"/>
                <a:gd name="T86" fmla="*/ 449 w 625"/>
                <a:gd name="T87" fmla="*/ 13 h 38"/>
                <a:gd name="T88" fmla="*/ 484 w 625"/>
                <a:gd name="T89" fmla="*/ 28 h 38"/>
                <a:gd name="T90" fmla="*/ 479 w 625"/>
                <a:gd name="T91" fmla="*/ 12 h 38"/>
                <a:gd name="T92" fmla="*/ 473 w 625"/>
                <a:gd name="T93" fmla="*/ 28 h 38"/>
                <a:gd name="T94" fmla="*/ 522 w 625"/>
                <a:gd name="T95" fmla="*/ 33 h 38"/>
                <a:gd name="T96" fmla="*/ 520 w 625"/>
                <a:gd name="T97" fmla="*/ 11 h 38"/>
                <a:gd name="T98" fmla="*/ 512 w 625"/>
                <a:gd name="T99" fmla="*/ 21 h 38"/>
                <a:gd name="T100" fmla="*/ 551 w 625"/>
                <a:gd name="T101" fmla="*/ 35 h 38"/>
                <a:gd name="T102" fmla="*/ 527 w 625"/>
                <a:gd name="T103" fmla="*/ 37 h 38"/>
                <a:gd name="T104" fmla="*/ 547 w 625"/>
                <a:gd name="T105" fmla="*/ 18 h 38"/>
                <a:gd name="T106" fmla="*/ 563 w 625"/>
                <a:gd name="T107" fmla="*/ 11 h 38"/>
                <a:gd name="T108" fmla="*/ 580 w 625"/>
                <a:gd name="T109" fmla="*/ 19 h 38"/>
                <a:gd name="T110" fmla="*/ 590 w 625"/>
                <a:gd name="T111" fmla="*/ 35 h 38"/>
                <a:gd name="T112" fmla="*/ 599 w 625"/>
                <a:gd name="T113" fmla="*/ 22 h 38"/>
                <a:gd name="T114" fmla="*/ 604 w 625"/>
                <a:gd name="T115" fmla="*/ 37 h 38"/>
                <a:gd name="T116" fmla="*/ 625 w 625"/>
                <a:gd name="T117"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25" h="38">
                  <a:moveTo>
                    <a:pt x="23" y="37"/>
                  </a:moveTo>
                  <a:cubicBezTo>
                    <a:pt x="23" y="36"/>
                    <a:pt x="23" y="36"/>
                    <a:pt x="23" y="36"/>
                  </a:cubicBezTo>
                  <a:cubicBezTo>
                    <a:pt x="23" y="35"/>
                    <a:pt x="23" y="35"/>
                    <a:pt x="23" y="35"/>
                  </a:cubicBezTo>
                  <a:cubicBezTo>
                    <a:pt x="19" y="34"/>
                    <a:pt x="19" y="34"/>
                    <a:pt x="19" y="28"/>
                  </a:cubicBezTo>
                  <a:cubicBezTo>
                    <a:pt x="19" y="4"/>
                    <a:pt x="19" y="4"/>
                    <a:pt x="19" y="4"/>
                  </a:cubicBezTo>
                  <a:cubicBezTo>
                    <a:pt x="19" y="3"/>
                    <a:pt x="19" y="3"/>
                    <a:pt x="19" y="3"/>
                  </a:cubicBezTo>
                  <a:cubicBezTo>
                    <a:pt x="23" y="3"/>
                    <a:pt x="23" y="3"/>
                    <a:pt x="23" y="3"/>
                  </a:cubicBezTo>
                  <a:cubicBezTo>
                    <a:pt x="27" y="3"/>
                    <a:pt x="30" y="4"/>
                    <a:pt x="30" y="10"/>
                  </a:cubicBezTo>
                  <a:cubicBezTo>
                    <a:pt x="30" y="10"/>
                    <a:pt x="31" y="10"/>
                    <a:pt x="31" y="10"/>
                  </a:cubicBezTo>
                  <a:cubicBezTo>
                    <a:pt x="32" y="10"/>
                    <a:pt x="32" y="10"/>
                    <a:pt x="32" y="10"/>
                  </a:cubicBezTo>
                  <a:cubicBezTo>
                    <a:pt x="32" y="8"/>
                    <a:pt x="32" y="3"/>
                    <a:pt x="32" y="1"/>
                  </a:cubicBezTo>
                  <a:cubicBezTo>
                    <a:pt x="30" y="1"/>
                    <a:pt x="27" y="1"/>
                    <a:pt x="23" y="1"/>
                  </a:cubicBezTo>
                  <a:cubicBezTo>
                    <a:pt x="10" y="1"/>
                    <a:pt x="10" y="1"/>
                    <a:pt x="10" y="1"/>
                  </a:cubicBezTo>
                  <a:cubicBezTo>
                    <a:pt x="6" y="1"/>
                    <a:pt x="3" y="1"/>
                    <a:pt x="0" y="1"/>
                  </a:cubicBezTo>
                  <a:cubicBezTo>
                    <a:pt x="0" y="3"/>
                    <a:pt x="0" y="9"/>
                    <a:pt x="0" y="11"/>
                  </a:cubicBezTo>
                  <a:cubicBezTo>
                    <a:pt x="2" y="11"/>
                    <a:pt x="2" y="11"/>
                    <a:pt x="2" y="11"/>
                  </a:cubicBezTo>
                  <a:cubicBezTo>
                    <a:pt x="2" y="11"/>
                    <a:pt x="2" y="11"/>
                    <a:pt x="2" y="11"/>
                  </a:cubicBezTo>
                  <a:cubicBezTo>
                    <a:pt x="3" y="4"/>
                    <a:pt x="5" y="3"/>
                    <a:pt x="10" y="3"/>
                  </a:cubicBezTo>
                  <a:cubicBezTo>
                    <a:pt x="13" y="3"/>
                    <a:pt x="13" y="3"/>
                    <a:pt x="13" y="3"/>
                  </a:cubicBezTo>
                  <a:cubicBezTo>
                    <a:pt x="14" y="3"/>
                    <a:pt x="14" y="3"/>
                    <a:pt x="14" y="4"/>
                  </a:cubicBezTo>
                  <a:cubicBezTo>
                    <a:pt x="14" y="28"/>
                    <a:pt x="14" y="28"/>
                    <a:pt x="14" y="28"/>
                  </a:cubicBezTo>
                  <a:cubicBezTo>
                    <a:pt x="14" y="34"/>
                    <a:pt x="14" y="34"/>
                    <a:pt x="10" y="35"/>
                  </a:cubicBezTo>
                  <a:cubicBezTo>
                    <a:pt x="9" y="35"/>
                    <a:pt x="9" y="35"/>
                    <a:pt x="9" y="36"/>
                  </a:cubicBezTo>
                  <a:cubicBezTo>
                    <a:pt x="9" y="37"/>
                    <a:pt x="9" y="37"/>
                    <a:pt x="9" y="37"/>
                  </a:cubicBezTo>
                  <a:cubicBezTo>
                    <a:pt x="12" y="37"/>
                    <a:pt x="14" y="37"/>
                    <a:pt x="16" y="37"/>
                  </a:cubicBezTo>
                  <a:cubicBezTo>
                    <a:pt x="19" y="37"/>
                    <a:pt x="21" y="37"/>
                    <a:pt x="23" y="37"/>
                  </a:cubicBezTo>
                  <a:close/>
                  <a:moveTo>
                    <a:pt x="116" y="27"/>
                  </a:moveTo>
                  <a:cubicBezTo>
                    <a:pt x="116" y="21"/>
                    <a:pt x="110" y="18"/>
                    <a:pt x="104" y="18"/>
                  </a:cubicBezTo>
                  <a:cubicBezTo>
                    <a:pt x="104" y="18"/>
                    <a:pt x="104" y="18"/>
                    <a:pt x="104" y="18"/>
                  </a:cubicBezTo>
                  <a:cubicBezTo>
                    <a:pt x="109" y="17"/>
                    <a:pt x="112" y="14"/>
                    <a:pt x="112" y="9"/>
                  </a:cubicBezTo>
                  <a:cubicBezTo>
                    <a:pt x="112" y="3"/>
                    <a:pt x="105" y="1"/>
                    <a:pt x="99" y="1"/>
                  </a:cubicBezTo>
                  <a:cubicBezTo>
                    <a:pt x="97" y="1"/>
                    <a:pt x="96" y="1"/>
                    <a:pt x="94" y="1"/>
                  </a:cubicBezTo>
                  <a:cubicBezTo>
                    <a:pt x="91" y="1"/>
                    <a:pt x="89" y="1"/>
                    <a:pt x="87" y="1"/>
                  </a:cubicBezTo>
                  <a:cubicBezTo>
                    <a:pt x="87" y="2"/>
                    <a:pt x="87" y="2"/>
                    <a:pt x="87" y="2"/>
                  </a:cubicBezTo>
                  <a:cubicBezTo>
                    <a:pt x="87" y="3"/>
                    <a:pt x="87" y="3"/>
                    <a:pt x="87" y="3"/>
                  </a:cubicBezTo>
                  <a:cubicBezTo>
                    <a:pt x="91" y="3"/>
                    <a:pt x="91" y="3"/>
                    <a:pt x="91" y="10"/>
                  </a:cubicBezTo>
                  <a:cubicBezTo>
                    <a:pt x="91" y="28"/>
                    <a:pt x="91" y="28"/>
                    <a:pt x="91" y="28"/>
                  </a:cubicBezTo>
                  <a:cubicBezTo>
                    <a:pt x="91" y="34"/>
                    <a:pt x="91" y="34"/>
                    <a:pt x="87" y="35"/>
                  </a:cubicBezTo>
                  <a:cubicBezTo>
                    <a:pt x="87" y="35"/>
                    <a:pt x="87" y="35"/>
                    <a:pt x="87" y="36"/>
                  </a:cubicBezTo>
                  <a:cubicBezTo>
                    <a:pt x="87" y="37"/>
                    <a:pt x="87" y="37"/>
                    <a:pt x="87" y="37"/>
                  </a:cubicBezTo>
                  <a:cubicBezTo>
                    <a:pt x="89" y="37"/>
                    <a:pt x="91" y="37"/>
                    <a:pt x="94" y="37"/>
                  </a:cubicBezTo>
                  <a:cubicBezTo>
                    <a:pt x="97" y="37"/>
                    <a:pt x="98" y="37"/>
                    <a:pt x="101" y="37"/>
                  </a:cubicBezTo>
                  <a:cubicBezTo>
                    <a:pt x="110" y="37"/>
                    <a:pt x="116" y="32"/>
                    <a:pt x="116" y="27"/>
                  </a:cubicBezTo>
                  <a:close/>
                  <a:moveTo>
                    <a:pt x="110" y="27"/>
                  </a:moveTo>
                  <a:cubicBezTo>
                    <a:pt x="110" y="32"/>
                    <a:pt x="107" y="35"/>
                    <a:pt x="101" y="35"/>
                  </a:cubicBezTo>
                  <a:cubicBezTo>
                    <a:pt x="96" y="35"/>
                    <a:pt x="96" y="34"/>
                    <a:pt x="96" y="27"/>
                  </a:cubicBezTo>
                  <a:cubicBezTo>
                    <a:pt x="96" y="19"/>
                    <a:pt x="96" y="19"/>
                    <a:pt x="96" y="19"/>
                  </a:cubicBezTo>
                  <a:cubicBezTo>
                    <a:pt x="98" y="19"/>
                    <a:pt x="98" y="19"/>
                    <a:pt x="98" y="19"/>
                  </a:cubicBezTo>
                  <a:cubicBezTo>
                    <a:pt x="106" y="19"/>
                    <a:pt x="110" y="21"/>
                    <a:pt x="110" y="27"/>
                  </a:cubicBezTo>
                  <a:close/>
                  <a:moveTo>
                    <a:pt x="107" y="10"/>
                  </a:moveTo>
                  <a:cubicBezTo>
                    <a:pt x="107" y="15"/>
                    <a:pt x="104" y="17"/>
                    <a:pt x="98" y="17"/>
                  </a:cubicBezTo>
                  <a:cubicBezTo>
                    <a:pt x="96" y="17"/>
                    <a:pt x="96" y="17"/>
                    <a:pt x="96" y="17"/>
                  </a:cubicBezTo>
                  <a:cubicBezTo>
                    <a:pt x="96" y="4"/>
                    <a:pt x="96" y="4"/>
                    <a:pt x="96" y="4"/>
                  </a:cubicBezTo>
                  <a:cubicBezTo>
                    <a:pt x="96" y="3"/>
                    <a:pt x="96" y="3"/>
                    <a:pt x="97" y="3"/>
                  </a:cubicBezTo>
                  <a:cubicBezTo>
                    <a:pt x="97" y="3"/>
                    <a:pt x="99" y="3"/>
                    <a:pt x="100" y="3"/>
                  </a:cubicBezTo>
                  <a:cubicBezTo>
                    <a:pt x="104" y="3"/>
                    <a:pt x="107" y="5"/>
                    <a:pt x="107" y="10"/>
                  </a:cubicBezTo>
                  <a:close/>
                  <a:moveTo>
                    <a:pt x="276" y="37"/>
                  </a:moveTo>
                  <a:cubicBezTo>
                    <a:pt x="276" y="35"/>
                    <a:pt x="276" y="28"/>
                    <a:pt x="276" y="26"/>
                  </a:cubicBezTo>
                  <a:cubicBezTo>
                    <a:pt x="274" y="26"/>
                    <a:pt x="274" y="26"/>
                    <a:pt x="274" y="26"/>
                  </a:cubicBezTo>
                  <a:cubicBezTo>
                    <a:pt x="274" y="26"/>
                    <a:pt x="274" y="26"/>
                    <a:pt x="274" y="26"/>
                  </a:cubicBezTo>
                  <a:cubicBezTo>
                    <a:pt x="273" y="33"/>
                    <a:pt x="270" y="35"/>
                    <a:pt x="264" y="35"/>
                  </a:cubicBezTo>
                  <a:cubicBezTo>
                    <a:pt x="257" y="35"/>
                    <a:pt x="253" y="29"/>
                    <a:pt x="253" y="19"/>
                  </a:cubicBezTo>
                  <a:cubicBezTo>
                    <a:pt x="253" y="11"/>
                    <a:pt x="254" y="2"/>
                    <a:pt x="263" y="2"/>
                  </a:cubicBezTo>
                  <a:cubicBezTo>
                    <a:pt x="268" y="2"/>
                    <a:pt x="271" y="5"/>
                    <a:pt x="272" y="11"/>
                  </a:cubicBezTo>
                  <a:cubicBezTo>
                    <a:pt x="272" y="11"/>
                    <a:pt x="272" y="11"/>
                    <a:pt x="272" y="11"/>
                  </a:cubicBezTo>
                  <a:cubicBezTo>
                    <a:pt x="274" y="11"/>
                    <a:pt x="274" y="11"/>
                    <a:pt x="274" y="11"/>
                  </a:cubicBezTo>
                  <a:cubicBezTo>
                    <a:pt x="274" y="9"/>
                    <a:pt x="274" y="3"/>
                    <a:pt x="274" y="0"/>
                  </a:cubicBezTo>
                  <a:cubicBezTo>
                    <a:pt x="273" y="0"/>
                    <a:pt x="273" y="0"/>
                    <a:pt x="273" y="0"/>
                  </a:cubicBezTo>
                  <a:cubicBezTo>
                    <a:pt x="272" y="0"/>
                    <a:pt x="272" y="0"/>
                    <a:pt x="272" y="1"/>
                  </a:cubicBezTo>
                  <a:cubicBezTo>
                    <a:pt x="271" y="2"/>
                    <a:pt x="271" y="2"/>
                    <a:pt x="271" y="2"/>
                  </a:cubicBezTo>
                  <a:cubicBezTo>
                    <a:pt x="271" y="2"/>
                    <a:pt x="271" y="2"/>
                    <a:pt x="271" y="2"/>
                  </a:cubicBezTo>
                  <a:cubicBezTo>
                    <a:pt x="269" y="1"/>
                    <a:pt x="266" y="0"/>
                    <a:pt x="263" y="0"/>
                  </a:cubicBezTo>
                  <a:cubicBezTo>
                    <a:pt x="253" y="0"/>
                    <a:pt x="247" y="8"/>
                    <a:pt x="247" y="19"/>
                  </a:cubicBezTo>
                  <a:cubicBezTo>
                    <a:pt x="247" y="31"/>
                    <a:pt x="254" y="38"/>
                    <a:pt x="264" y="38"/>
                  </a:cubicBezTo>
                  <a:cubicBezTo>
                    <a:pt x="269" y="38"/>
                    <a:pt x="272" y="36"/>
                    <a:pt x="273" y="36"/>
                  </a:cubicBezTo>
                  <a:cubicBezTo>
                    <a:pt x="273" y="36"/>
                    <a:pt x="273" y="36"/>
                    <a:pt x="273" y="36"/>
                  </a:cubicBezTo>
                  <a:cubicBezTo>
                    <a:pt x="274" y="37"/>
                    <a:pt x="274" y="37"/>
                    <a:pt x="274" y="37"/>
                  </a:cubicBezTo>
                  <a:cubicBezTo>
                    <a:pt x="274" y="37"/>
                    <a:pt x="274" y="37"/>
                    <a:pt x="275" y="37"/>
                  </a:cubicBezTo>
                  <a:lnTo>
                    <a:pt x="276" y="37"/>
                  </a:lnTo>
                  <a:close/>
                  <a:moveTo>
                    <a:pt x="48" y="37"/>
                  </a:moveTo>
                  <a:cubicBezTo>
                    <a:pt x="47" y="37"/>
                    <a:pt x="45" y="37"/>
                    <a:pt x="43" y="37"/>
                  </a:cubicBezTo>
                  <a:cubicBezTo>
                    <a:pt x="43" y="36"/>
                    <a:pt x="43" y="36"/>
                    <a:pt x="43" y="36"/>
                  </a:cubicBezTo>
                  <a:cubicBezTo>
                    <a:pt x="43" y="36"/>
                    <a:pt x="43" y="35"/>
                    <a:pt x="43" y="35"/>
                  </a:cubicBezTo>
                  <a:cubicBezTo>
                    <a:pt x="46" y="35"/>
                    <a:pt x="46" y="35"/>
                    <a:pt x="46" y="30"/>
                  </a:cubicBezTo>
                  <a:cubicBezTo>
                    <a:pt x="46" y="25"/>
                    <a:pt x="46" y="25"/>
                    <a:pt x="46" y="25"/>
                  </a:cubicBezTo>
                  <a:cubicBezTo>
                    <a:pt x="35" y="25"/>
                    <a:pt x="35" y="25"/>
                    <a:pt x="35" y="25"/>
                  </a:cubicBezTo>
                  <a:cubicBezTo>
                    <a:pt x="35" y="30"/>
                    <a:pt x="35" y="30"/>
                    <a:pt x="35" y="30"/>
                  </a:cubicBezTo>
                  <a:cubicBezTo>
                    <a:pt x="35" y="35"/>
                    <a:pt x="35" y="35"/>
                    <a:pt x="38" y="35"/>
                  </a:cubicBezTo>
                  <a:cubicBezTo>
                    <a:pt x="38" y="35"/>
                    <a:pt x="38" y="36"/>
                    <a:pt x="38" y="36"/>
                  </a:cubicBezTo>
                  <a:cubicBezTo>
                    <a:pt x="38" y="37"/>
                    <a:pt x="38" y="37"/>
                    <a:pt x="38" y="37"/>
                  </a:cubicBezTo>
                  <a:cubicBezTo>
                    <a:pt x="37" y="37"/>
                    <a:pt x="35" y="37"/>
                    <a:pt x="33" y="37"/>
                  </a:cubicBezTo>
                  <a:cubicBezTo>
                    <a:pt x="31" y="37"/>
                    <a:pt x="29" y="37"/>
                    <a:pt x="27" y="37"/>
                  </a:cubicBezTo>
                  <a:cubicBezTo>
                    <a:pt x="27" y="36"/>
                    <a:pt x="27" y="36"/>
                    <a:pt x="27" y="36"/>
                  </a:cubicBezTo>
                  <a:cubicBezTo>
                    <a:pt x="27" y="36"/>
                    <a:pt x="27" y="35"/>
                    <a:pt x="28" y="35"/>
                  </a:cubicBezTo>
                  <a:cubicBezTo>
                    <a:pt x="31" y="35"/>
                    <a:pt x="31" y="35"/>
                    <a:pt x="31" y="30"/>
                  </a:cubicBezTo>
                  <a:cubicBezTo>
                    <a:pt x="31" y="19"/>
                    <a:pt x="31" y="19"/>
                    <a:pt x="31" y="19"/>
                  </a:cubicBezTo>
                  <a:cubicBezTo>
                    <a:pt x="31" y="14"/>
                    <a:pt x="31" y="14"/>
                    <a:pt x="28" y="14"/>
                  </a:cubicBezTo>
                  <a:cubicBezTo>
                    <a:pt x="27" y="14"/>
                    <a:pt x="27" y="14"/>
                    <a:pt x="27" y="13"/>
                  </a:cubicBezTo>
                  <a:cubicBezTo>
                    <a:pt x="27" y="12"/>
                    <a:pt x="27" y="12"/>
                    <a:pt x="27" y="12"/>
                  </a:cubicBezTo>
                  <a:cubicBezTo>
                    <a:pt x="29" y="12"/>
                    <a:pt x="31" y="12"/>
                    <a:pt x="33" y="12"/>
                  </a:cubicBezTo>
                  <a:cubicBezTo>
                    <a:pt x="35" y="12"/>
                    <a:pt x="37" y="12"/>
                    <a:pt x="38" y="12"/>
                  </a:cubicBezTo>
                  <a:cubicBezTo>
                    <a:pt x="38" y="13"/>
                    <a:pt x="38" y="13"/>
                    <a:pt x="38" y="13"/>
                  </a:cubicBezTo>
                  <a:cubicBezTo>
                    <a:pt x="38" y="14"/>
                    <a:pt x="38" y="14"/>
                    <a:pt x="38" y="14"/>
                  </a:cubicBezTo>
                  <a:cubicBezTo>
                    <a:pt x="35" y="14"/>
                    <a:pt x="35" y="14"/>
                    <a:pt x="35" y="19"/>
                  </a:cubicBezTo>
                  <a:cubicBezTo>
                    <a:pt x="35" y="23"/>
                    <a:pt x="35" y="23"/>
                    <a:pt x="35" y="23"/>
                  </a:cubicBezTo>
                  <a:cubicBezTo>
                    <a:pt x="46" y="23"/>
                    <a:pt x="46" y="23"/>
                    <a:pt x="46" y="23"/>
                  </a:cubicBezTo>
                  <a:cubicBezTo>
                    <a:pt x="46" y="19"/>
                    <a:pt x="46" y="19"/>
                    <a:pt x="46" y="19"/>
                  </a:cubicBezTo>
                  <a:cubicBezTo>
                    <a:pt x="46" y="14"/>
                    <a:pt x="46" y="14"/>
                    <a:pt x="43" y="14"/>
                  </a:cubicBezTo>
                  <a:cubicBezTo>
                    <a:pt x="43" y="14"/>
                    <a:pt x="43" y="14"/>
                    <a:pt x="43" y="13"/>
                  </a:cubicBezTo>
                  <a:cubicBezTo>
                    <a:pt x="43" y="12"/>
                    <a:pt x="43" y="12"/>
                    <a:pt x="43" y="12"/>
                  </a:cubicBezTo>
                  <a:cubicBezTo>
                    <a:pt x="45" y="12"/>
                    <a:pt x="47" y="12"/>
                    <a:pt x="48" y="12"/>
                  </a:cubicBezTo>
                  <a:cubicBezTo>
                    <a:pt x="50" y="12"/>
                    <a:pt x="52" y="12"/>
                    <a:pt x="54" y="12"/>
                  </a:cubicBezTo>
                  <a:cubicBezTo>
                    <a:pt x="54" y="13"/>
                    <a:pt x="54" y="13"/>
                    <a:pt x="54" y="13"/>
                  </a:cubicBezTo>
                  <a:cubicBezTo>
                    <a:pt x="54" y="14"/>
                    <a:pt x="54" y="14"/>
                    <a:pt x="54" y="14"/>
                  </a:cubicBezTo>
                  <a:cubicBezTo>
                    <a:pt x="51" y="14"/>
                    <a:pt x="51" y="14"/>
                    <a:pt x="51" y="19"/>
                  </a:cubicBezTo>
                  <a:cubicBezTo>
                    <a:pt x="51" y="30"/>
                    <a:pt x="51" y="30"/>
                    <a:pt x="51" y="30"/>
                  </a:cubicBezTo>
                  <a:cubicBezTo>
                    <a:pt x="51" y="35"/>
                    <a:pt x="51" y="35"/>
                    <a:pt x="54" y="35"/>
                  </a:cubicBezTo>
                  <a:cubicBezTo>
                    <a:pt x="54" y="35"/>
                    <a:pt x="54" y="36"/>
                    <a:pt x="54" y="36"/>
                  </a:cubicBezTo>
                  <a:cubicBezTo>
                    <a:pt x="54" y="37"/>
                    <a:pt x="54" y="37"/>
                    <a:pt x="54" y="37"/>
                  </a:cubicBezTo>
                  <a:cubicBezTo>
                    <a:pt x="52" y="37"/>
                    <a:pt x="50" y="37"/>
                    <a:pt x="48" y="37"/>
                  </a:cubicBezTo>
                  <a:close/>
                  <a:moveTo>
                    <a:pt x="69" y="37"/>
                  </a:moveTo>
                  <a:cubicBezTo>
                    <a:pt x="62" y="37"/>
                    <a:pt x="62" y="37"/>
                    <a:pt x="62" y="37"/>
                  </a:cubicBezTo>
                  <a:cubicBezTo>
                    <a:pt x="60" y="37"/>
                    <a:pt x="58" y="37"/>
                    <a:pt x="56" y="37"/>
                  </a:cubicBezTo>
                  <a:cubicBezTo>
                    <a:pt x="56" y="36"/>
                    <a:pt x="56" y="36"/>
                    <a:pt x="56" y="36"/>
                  </a:cubicBezTo>
                  <a:cubicBezTo>
                    <a:pt x="56" y="36"/>
                    <a:pt x="56" y="35"/>
                    <a:pt x="56" y="35"/>
                  </a:cubicBezTo>
                  <a:cubicBezTo>
                    <a:pt x="59" y="35"/>
                    <a:pt x="59" y="35"/>
                    <a:pt x="59" y="30"/>
                  </a:cubicBezTo>
                  <a:cubicBezTo>
                    <a:pt x="59" y="19"/>
                    <a:pt x="59" y="19"/>
                    <a:pt x="59" y="19"/>
                  </a:cubicBezTo>
                  <a:cubicBezTo>
                    <a:pt x="59" y="14"/>
                    <a:pt x="59" y="14"/>
                    <a:pt x="56" y="14"/>
                  </a:cubicBezTo>
                  <a:cubicBezTo>
                    <a:pt x="56" y="14"/>
                    <a:pt x="56" y="14"/>
                    <a:pt x="56" y="13"/>
                  </a:cubicBezTo>
                  <a:cubicBezTo>
                    <a:pt x="56" y="12"/>
                    <a:pt x="56" y="12"/>
                    <a:pt x="56" y="12"/>
                  </a:cubicBezTo>
                  <a:cubicBezTo>
                    <a:pt x="58" y="12"/>
                    <a:pt x="60" y="12"/>
                    <a:pt x="62" y="12"/>
                  </a:cubicBezTo>
                  <a:cubicBezTo>
                    <a:pt x="67" y="12"/>
                    <a:pt x="67" y="12"/>
                    <a:pt x="67" y="12"/>
                  </a:cubicBezTo>
                  <a:cubicBezTo>
                    <a:pt x="71" y="12"/>
                    <a:pt x="73" y="12"/>
                    <a:pt x="74" y="12"/>
                  </a:cubicBezTo>
                  <a:cubicBezTo>
                    <a:pt x="74" y="14"/>
                    <a:pt x="74" y="17"/>
                    <a:pt x="74" y="19"/>
                  </a:cubicBezTo>
                  <a:cubicBezTo>
                    <a:pt x="73" y="19"/>
                    <a:pt x="73" y="19"/>
                    <a:pt x="73" y="19"/>
                  </a:cubicBezTo>
                  <a:cubicBezTo>
                    <a:pt x="73" y="19"/>
                    <a:pt x="73" y="19"/>
                    <a:pt x="73" y="19"/>
                  </a:cubicBezTo>
                  <a:cubicBezTo>
                    <a:pt x="72" y="15"/>
                    <a:pt x="71" y="14"/>
                    <a:pt x="68" y="14"/>
                  </a:cubicBezTo>
                  <a:cubicBezTo>
                    <a:pt x="64" y="14"/>
                    <a:pt x="64" y="14"/>
                    <a:pt x="64" y="14"/>
                  </a:cubicBezTo>
                  <a:cubicBezTo>
                    <a:pt x="64" y="14"/>
                    <a:pt x="64" y="14"/>
                    <a:pt x="64" y="15"/>
                  </a:cubicBezTo>
                  <a:cubicBezTo>
                    <a:pt x="64" y="23"/>
                    <a:pt x="64" y="23"/>
                    <a:pt x="64" y="23"/>
                  </a:cubicBezTo>
                  <a:cubicBezTo>
                    <a:pt x="64" y="23"/>
                    <a:pt x="64" y="23"/>
                    <a:pt x="64" y="23"/>
                  </a:cubicBezTo>
                  <a:cubicBezTo>
                    <a:pt x="67" y="23"/>
                    <a:pt x="68" y="23"/>
                    <a:pt x="68" y="20"/>
                  </a:cubicBezTo>
                  <a:cubicBezTo>
                    <a:pt x="68" y="20"/>
                    <a:pt x="68" y="20"/>
                    <a:pt x="69" y="20"/>
                  </a:cubicBezTo>
                  <a:cubicBezTo>
                    <a:pt x="70" y="20"/>
                    <a:pt x="70" y="20"/>
                    <a:pt x="70" y="20"/>
                  </a:cubicBezTo>
                  <a:cubicBezTo>
                    <a:pt x="70" y="21"/>
                    <a:pt x="70" y="23"/>
                    <a:pt x="70" y="24"/>
                  </a:cubicBezTo>
                  <a:cubicBezTo>
                    <a:pt x="70" y="26"/>
                    <a:pt x="70" y="27"/>
                    <a:pt x="70" y="28"/>
                  </a:cubicBezTo>
                  <a:cubicBezTo>
                    <a:pt x="69" y="28"/>
                    <a:pt x="69" y="28"/>
                    <a:pt x="69" y="28"/>
                  </a:cubicBezTo>
                  <a:cubicBezTo>
                    <a:pt x="68" y="28"/>
                    <a:pt x="68" y="28"/>
                    <a:pt x="68" y="28"/>
                  </a:cubicBezTo>
                  <a:cubicBezTo>
                    <a:pt x="68" y="25"/>
                    <a:pt x="67" y="25"/>
                    <a:pt x="64" y="25"/>
                  </a:cubicBezTo>
                  <a:cubicBezTo>
                    <a:pt x="64" y="25"/>
                    <a:pt x="64" y="25"/>
                    <a:pt x="64" y="25"/>
                  </a:cubicBezTo>
                  <a:cubicBezTo>
                    <a:pt x="64" y="30"/>
                    <a:pt x="64" y="30"/>
                    <a:pt x="64" y="30"/>
                  </a:cubicBezTo>
                  <a:cubicBezTo>
                    <a:pt x="64" y="35"/>
                    <a:pt x="64" y="35"/>
                    <a:pt x="67" y="35"/>
                  </a:cubicBezTo>
                  <a:cubicBezTo>
                    <a:pt x="69" y="35"/>
                    <a:pt x="69" y="35"/>
                    <a:pt x="69" y="35"/>
                  </a:cubicBezTo>
                  <a:cubicBezTo>
                    <a:pt x="72" y="35"/>
                    <a:pt x="74" y="34"/>
                    <a:pt x="75" y="30"/>
                  </a:cubicBezTo>
                  <a:cubicBezTo>
                    <a:pt x="75" y="30"/>
                    <a:pt x="75" y="30"/>
                    <a:pt x="75" y="30"/>
                  </a:cubicBezTo>
                  <a:cubicBezTo>
                    <a:pt x="76" y="30"/>
                    <a:pt x="76" y="30"/>
                    <a:pt x="76" y="30"/>
                  </a:cubicBezTo>
                  <a:cubicBezTo>
                    <a:pt x="76" y="31"/>
                    <a:pt x="76" y="35"/>
                    <a:pt x="76" y="37"/>
                  </a:cubicBezTo>
                  <a:cubicBezTo>
                    <a:pt x="74" y="37"/>
                    <a:pt x="72" y="37"/>
                    <a:pt x="69" y="37"/>
                  </a:cubicBezTo>
                  <a:close/>
                  <a:moveTo>
                    <a:pt x="130" y="38"/>
                  </a:moveTo>
                  <a:cubicBezTo>
                    <a:pt x="123" y="38"/>
                    <a:pt x="118" y="33"/>
                    <a:pt x="118" y="25"/>
                  </a:cubicBezTo>
                  <a:cubicBezTo>
                    <a:pt x="118" y="16"/>
                    <a:pt x="124" y="11"/>
                    <a:pt x="130" y="11"/>
                  </a:cubicBezTo>
                  <a:cubicBezTo>
                    <a:pt x="137" y="11"/>
                    <a:pt x="142" y="16"/>
                    <a:pt x="142" y="24"/>
                  </a:cubicBezTo>
                  <a:cubicBezTo>
                    <a:pt x="142" y="33"/>
                    <a:pt x="137" y="38"/>
                    <a:pt x="130" y="38"/>
                  </a:cubicBezTo>
                  <a:close/>
                  <a:moveTo>
                    <a:pt x="130" y="14"/>
                  </a:moveTo>
                  <a:cubicBezTo>
                    <a:pt x="125" y="14"/>
                    <a:pt x="123" y="17"/>
                    <a:pt x="123" y="25"/>
                  </a:cubicBezTo>
                  <a:cubicBezTo>
                    <a:pt x="123" y="32"/>
                    <a:pt x="126" y="36"/>
                    <a:pt x="130" y="36"/>
                  </a:cubicBezTo>
                  <a:cubicBezTo>
                    <a:pt x="135" y="36"/>
                    <a:pt x="137" y="32"/>
                    <a:pt x="137" y="24"/>
                  </a:cubicBezTo>
                  <a:cubicBezTo>
                    <a:pt x="137" y="17"/>
                    <a:pt x="134" y="14"/>
                    <a:pt x="130" y="14"/>
                  </a:cubicBezTo>
                  <a:close/>
                  <a:moveTo>
                    <a:pt x="146" y="36"/>
                  </a:moveTo>
                  <a:cubicBezTo>
                    <a:pt x="145" y="37"/>
                    <a:pt x="145" y="37"/>
                    <a:pt x="145" y="37"/>
                  </a:cubicBezTo>
                  <a:cubicBezTo>
                    <a:pt x="145" y="37"/>
                    <a:pt x="145" y="37"/>
                    <a:pt x="145" y="37"/>
                  </a:cubicBezTo>
                  <a:cubicBezTo>
                    <a:pt x="144" y="37"/>
                    <a:pt x="144" y="37"/>
                    <a:pt x="144" y="37"/>
                  </a:cubicBezTo>
                  <a:cubicBezTo>
                    <a:pt x="144" y="36"/>
                    <a:pt x="144" y="31"/>
                    <a:pt x="144" y="29"/>
                  </a:cubicBezTo>
                  <a:cubicBezTo>
                    <a:pt x="145" y="29"/>
                    <a:pt x="145" y="29"/>
                    <a:pt x="145" y="29"/>
                  </a:cubicBezTo>
                  <a:cubicBezTo>
                    <a:pt x="145" y="29"/>
                    <a:pt x="146" y="29"/>
                    <a:pt x="146" y="30"/>
                  </a:cubicBezTo>
                  <a:cubicBezTo>
                    <a:pt x="146" y="33"/>
                    <a:pt x="148" y="36"/>
                    <a:pt x="152" y="36"/>
                  </a:cubicBezTo>
                  <a:cubicBezTo>
                    <a:pt x="155" y="36"/>
                    <a:pt x="157" y="34"/>
                    <a:pt x="157" y="32"/>
                  </a:cubicBezTo>
                  <a:cubicBezTo>
                    <a:pt x="157" y="25"/>
                    <a:pt x="144" y="27"/>
                    <a:pt x="144" y="19"/>
                  </a:cubicBezTo>
                  <a:cubicBezTo>
                    <a:pt x="144" y="14"/>
                    <a:pt x="147" y="11"/>
                    <a:pt x="152" y="11"/>
                  </a:cubicBezTo>
                  <a:cubicBezTo>
                    <a:pt x="153" y="11"/>
                    <a:pt x="155" y="12"/>
                    <a:pt x="157" y="13"/>
                  </a:cubicBezTo>
                  <a:cubicBezTo>
                    <a:pt x="157" y="12"/>
                    <a:pt x="157" y="12"/>
                    <a:pt x="157" y="12"/>
                  </a:cubicBezTo>
                  <a:cubicBezTo>
                    <a:pt x="157" y="12"/>
                    <a:pt x="158" y="12"/>
                    <a:pt x="158" y="12"/>
                  </a:cubicBezTo>
                  <a:cubicBezTo>
                    <a:pt x="159" y="12"/>
                    <a:pt x="159" y="12"/>
                    <a:pt x="159" y="12"/>
                  </a:cubicBezTo>
                  <a:cubicBezTo>
                    <a:pt x="159" y="14"/>
                    <a:pt x="159" y="18"/>
                    <a:pt x="159" y="19"/>
                  </a:cubicBezTo>
                  <a:cubicBezTo>
                    <a:pt x="158" y="19"/>
                    <a:pt x="158" y="19"/>
                    <a:pt x="158" y="19"/>
                  </a:cubicBezTo>
                  <a:cubicBezTo>
                    <a:pt x="157" y="19"/>
                    <a:pt x="157" y="19"/>
                    <a:pt x="157" y="19"/>
                  </a:cubicBezTo>
                  <a:cubicBezTo>
                    <a:pt x="156" y="16"/>
                    <a:pt x="155" y="14"/>
                    <a:pt x="152" y="14"/>
                  </a:cubicBezTo>
                  <a:cubicBezTo>
                    <a:pt x="149" y="14"/>
                    <a:pt x="148" y="15"/>
                    <a:pt x="148" y="17"/>
                  </a:cubicBezTo>
                  <a:cubicBezTo>
                    <a:pt x="148" y="23"/>
                    <a:pt x="161" y="21"/>
                    <a:pt x="161" y="30"/>
                  </a:cubicBezTo>
                  <a:cubicBezTo>
                    <a:pt x="161" y="35"/>
                    <a:pt x="156" y="38"/>
                    <a:pt x="152" y="38"/>
                  </a:cubicBezTo>
                  <a:cubicBezTo>
                    <a:pt x="149" y="38"/>
                    <a:pt x="147" y="37"/>
                    <a:pt x="146" y="36"/>
                  </a:cubicBezTo>
                  <a:close/>
                  <a:moveTo>
                    <a:pt x="172" y="37"/>
                  </a:moveTo>
                  <a:cubicBezTo>
                    <a:pt x="171" y="37"/>
                    <a:pt x="168" y="37"/>
                    <a:pt x="167" y="37"/>
                  </a:cubicBezTo>
                  <a:cubicBezTo>
                    <a:pt x="167" y="36"/>
                    <a:pt x="167" y="36"/>
                    <a:pt x="167" y="36"/>
                  </a:cubicBezTo>
                  <a:cubicBezTo>
                    <a:pt x="167" y="36"/>
                    <a:pt x="167" y="35"/>
                    <a:pt x="167" y="35"/>
                  </a:cubicBezTo>
                  <a:cubicBezTo>
                    <a:pt x="170" y="35"/>
                    <a:pt x="170" y="35"/>
                    <a:pt x="170" y="30"/>
                  </a:cubicBezTo>
                  <a:cubicBezTo>
                    <a:pt x="170" y="15"/>
                    <a:pt x="170" y="15"/>
                    <a:pt x="170" y="15"/>
                  </a:cubicBezTo>
                  <a:cubicBezTo>
                    <a:pt x="170" y="14"/>
                    <a:pt x="170" y="14"/>
                    <a:pt x="170" y="14"/>
                  </a:cubicBezTo>
                  <a:cubicBezTo>
                    <a:pt x="168" y="14"/>
                    <a:pt x="168" y="14"/>
                    <a:pt x="168" y="14"/>
                  </a:cubicBezTo>
                  <a:cubicBezTo>
                    <a:pt x="165" y="14"/>
                    <a:pt x="163" y="14"/>
                    <a:pt x="163" y="19"/>
                  </a:cubicBezTo>
                  <a:cubicBezTo>
                    <a:pt x="162" y="19"/>
                    <a:pt x="162" y="19"/>
                    <a:pt x="162" y="19"/>
                  </a:cubicBezTo>
                  <a:cubicBezTo>
                    <a:pt x="161" y="19"/>
                    <a:pt x="161" y="19"/>
                    <a:pt x="161" y="19"/>
                  </a:cubicBezTo>
                  <a:cubicBezTo>
                    <a:pt x="161" y="18"/>
                    <a:pt x="161" y="14"/>
                    <a:pt x="161" y="12"/>
                  </a:cubicBezTo>
                  <a:cubicBezTo>
                    <a:pt x="163" y="12"/>
                    <a:pt x="165" y="12"/>
                    <a:pt x="168" y="12"/>
                  </a:cubicBezTo>
                  <a:cubicBezTo>
                    <a:pt x="177" y="12"/>
                    <a:pt x="177" y="12"/>
                    <a:pt x="177" y="12"/>
                  </a:cubicBezTo>
                  <a:cubicBezTo>
                    <a:pt x="180" y="12"/>
                    <a:pt x="182" y="12"/>
                    <a:pt x="184" y="12"/>
                  </a:cubicBezTo>
                  <a:cubicBezTo>
                    <a:pt x="184" y="14"/>
                    <a:pt x="184" y="18"/>
                    <a:pt x="184" y="19"/>
                  </a:cubicBezTo>
                  <a:cubicBezTo>
                    <a:pt x="183" y="19"/>
                    <a:pt x="183" y="19"/>
                    <a:pt x="183" y="19"/>
                  </a:cubicBezTo>
                  <a:cubicBezTo>
                    <a:pt x="182" y="19"/>
                    <a:pt x="182" y="19"/>
                    <a:pt x="182" y="19"/>
                  </a:cubicBezTo>
                  <a:cubicBezTo>
                    <a:pt x="182" y="14"/>
                    <a:pt x="180" y="14"/>
                    <a:pt x="177" y="14"/>
                  </a:cubicBezTo>
                  <a:cubicBezTo>
                    <a:pt x="175" y="14"/>
                    <a:pt x="175" y="14"/>
                    <a:pt x="175" y="14"/>
                  </a:cubicBezTo>
                  <a:cubicBezTo>
                    <a:pt x="175" y="14"/>
                    <a:pt x="175" y="14"/>
                    <a:pt x="175" y="15"/>
                  </a:cubicBezTo>
                  <a:cubicBezTo>
                    <a:pt x="175" y="30"/>
                    <a:pt x="175" y="30"/>
                    <a:pt x="175" y="30"/>
                  </a:cubicBezTo>
                  <a:cubicBezTo>
                    <a:pt x="175" y="35"/>
                    <a:pt x="175" y="35"/>
                    <a:pt x="178" y="35"/>
                  </a:cubicBezTo>
                  <a:cubicBezTo>
                    <a:pt x="178" y="35"/>
                    <a:pt x="178" y="36"/>
                    <a:pt x="178" y="36"/>
                  </a:cubicBezTo>
                  <a:cubicBezTo>
                    <a:pt x="178" y="37"/>
                    <a:pt x="178" y="37"/>
                    <a:pt x="178" y="37"/>
                  </a:cubicBezTo>
                  <a:cubicBezTo>
                    <a:pt x="176" y="37"/>
                    <a:pt x="174" y="37"/>
                    <a:pt x="172" y="37"/>
                  </a:cubicBezTo>
                  <a:close/>
                  <a:moveTo>
                    <a:pt x="196" y="38"/>
                  </a:moveTo>
                  <a:cubicBezTo>
                    <a:pt x="189" y="38"/>
                    <a:pt x="184" y="33"/>
                    <a:pt x="184" y="25"/>
                  </a:cubicBezTo>
                  <a:cubicBezTo>
                    <a:pt x="184" y="16"/>
                    <a:pt x="190" y="11"/>
                    <a:pt x="196" y="11"/>
                  </a:cubicBezTo>
                  <a:cubicBezTo>
                    <a:pt x="203" y="11"/>
                    <a:pt x="208" y="16"/>
                    <a:pt x="208" y="24"/>
                  </a:cubicBezTo>
                  <a:cubicBezTo>
                    <a:pt x="208" y="33"/>
                    <a:pt x="203" y="38"/>
                    <a:pt x="196" y="38"/>
                  </a:cubicBezTo>
                  <a:close/>
                  <a:moveTo>
                    <a:pt x="196" y="14"/>
                  </a:moveTo>
                  <a:cubicBezTo>
                    <a:pt x="191" y="14"/>
                    <a:pt x="189" y="17"/>
                    <a:pt x="189" y="25"/>
                  </a:cubicBezTo>
                  <a:cubicBezTo>
                    <a:pt x="189" y="32"/>
                    <a:pt x="192" y="36"/>
                    <a:pt x="197" y="36"/>
                  </a:cubicBezTo>
                  <a:cubicBezTo>
                    <a:pt x="201" y="36"/>
                    <a:pt x="203" y="32"/>
                    <a:pt x="203" y="24"/>
                  </a:cubicBezTo>
                  <a:cubicBezTo>
                    <a:pt x="203" y="17"/>
                    <a:pt x="200" y="14"/>
                    <a:pt x="196" y="14"/>
                  </a:cubicBezTo>
                  <a:close/>
                  <a:moveTo>
                    <a:pt x="230" y="38"/>
                  </a:moveTo>
                  <a:cubicBezTo>
                    <a:pt x="229" y="36"/>
                    <a:pt x="228" y="35"/>
                    <a:pt x="227" y="34"/>
                  </a:cubicBezTo>
                  <a:cubicBezTo>
                    <a:pt x="215" y="17"/>
                    <a:pt x="215" y="17"/>
                    <a:pt x="215" y="17"/>
                  </a:cubicBezTo>
                  <a:cubicBezTo>
                    <a:pt x="215" y="17"/>
                    <a:pt x="215" y="17"/>
                    <a:pt x="215" y="17"/>
                  </a:cubicBezTo>
                  <a:cubicBezTo>
                    <a:pt x="215" y="27"/>
                    <a:pt x="215" y="27"/>
                    <a:pt x="215" y="27"/>
                  </a:cubicBezTo>
                  <a:cubicBezTo>
                    <a:pt x="215" y="34"/>
                    <a:pt x="215" y="35"/>
                    <a:pt x="220" y="35"/>
                  </a:cubicBezTo>
                  <a:cubicBezTo>
                    <a:pt x="220" y="35"/>
                    <a:pt x="220" y="36"/>
                    <a:pt x="220" y="36"/>
                  </a:cubicBezTo>
                  <a:cubicBezTo>
                    <a:pt x="220" y="37"/>
                    <a:pt x="220" y="37"/>
                    <a:pt x="220" y="37"/>
                  </a:cubicBezTo>
                  <a:cubicBezTo>
                    <a:pt x="218" y="37"/>
                    <a:pt x="216" y="37"/>
                    <a:pt x="214" y="37"/>
                  </a:cubicBezTo>
                  <a:cubicBezTo>
                    <a:pt x="212" y="37"/>
                    <a:pt x="211" y="37"/>
                    <a:pt x="209" y="37"/>
                  </a:cubicBezTo>
                  <a:cubicBezTo>
                    <a:pt x="209" y="36"/>
                    <a:pt x="209" y="36"/>
                    <a:pt x="209" y="36"/>
                  </a:cubicBezTo>
                  <a:cubicBezTo>
                    <a:pt x="209" y="36"/>
                    <a:pt x="209" y="35"/>
                    <a:pt x="210" y="35"/>
                  </a:cubicBezTo>
                  <a:cubicBezTo>
                    <a:pt x="213" y="35"/>
                    <a:pt x="213" y="34"/>
                    <a:pt x="213" y="27"/>
                  </a:cubicBezTo>
                  <a:cubicBezTo>
                    <a:pt x="213" y="19"/>
                    <a:pt x="213" y="19"/>
                    <a:pt x="213" y="19"/>
                  </a:cubicBezTo>
                  <a:cubicBezTo>
                    <a:pt x="213" y="14"/>
                    <a:pt x="213" y="14"/>
                    <a:pt x="210" y="14"/>
                  </a:cubicBezTo>
                  <a:cubicBezTo>
                    <a:pt x="209" y="14"/>
                    <a:pt x="209" y="14"/>
                    <a:pt x="209" y="13"/>
                  </a:cubicBezTo>
                  <a:cubicBezTo>
                    <a:pt x="209" y="12"/>
                    <a:pt x="209" y="12"/>
                    <a:pt x="209" y="12"/>
                  </a:cubicBezTo>
                  <a:cubicBezTo>
                    <a:pt x="211" y="12"/>
                    <a:pt x="213" y="12"/>
                    <a:pt x="214" y="12"/>
                  </a:cubicBezTo>
                  <a:cubicBezTo>
                    <a:pt x="215" y="12"/>
                    <a:pt x="217" y="12"/>
                    <a:pt x="218" y="12"/>
                  </a:cubicBezTo>
                  <a:cubicBezTo>
                    <a:pt x="230" y="30"/>
                    <a:pt x="230" y="30"/>
                    <a:pt x="230" y="30"/>
                  </a:cubicBezTo>
                  <a:cubicBezTo>
                    <a:pt x="230" y="30"/>
                    <a:pt x="230" y="30"/>
                    <a:pt x="230" y="30"/>
                  </a:cubicBezTo>
                  <a:cubicBezTo>
                    <a:pt x="230" y="22"/>
                    <a:pt x="230" y="22"/>
                    <a:pt x="230" y="22"/>
                  </a:cubicBezTo>
                  <a:cubicBezTo>
                    <a:pt x="230" y="15"/>
                    <a:pt x="230" y="14"/>
                    <a:pt x="226" y="14"/>
                  </a:cubicBezTo>
                  <a:cubicBezTo>
                    <a:pt x="226" y="14"/>
                    <a:pt x="226" y="14"/>
                    <a:pt x="226" y="13"/>
                  </a:cubicBezTo>
                  <a:cubicBezTo>
                    <a:pt x="226" y="12"/>
                    <a:pt x="226" y="12"/>
                    <a:pt x="226" y="12"/>
                  </a:cubicBezTo>
                  <a:cubicBezTo>
                    <a:pt x="227" y="12"/>
                    <a:pt x="230" y="12"/>
                    <a:pt x="232" y="12"/>
                  </a:cubicBezTo>
                  <a:cubicBezTo>
                    <a:pt x="233" y="12"/>
                    <a:pt x="235" y="12"/>
                    <a:pt x="236" y="12"/>
                  </a:cubicBezTo>
                  <a:cubicBezTo>
                    <a:pt x="236" y="13"/>
                    <a:pt x="236" y="13"/>
                    <a:pt x="236" y="13"/>
                  </a:cubicBezTo>
                  <a:cubicBezTo>
                    <a:pt x="236" y="14"/>
                    <a:pt x="236" y="14"/>
                    <a:pt x="236" y="14"/>
                  </a:cubicBezTo>
                  <a:cubicBezTo>
                    <a:pt x="233" y="14"/>
                    <a:pt x="233" y="15"/>
                    <a:pt x="233" y="22"/>
                  </a:cubicBezTo>
                  <a:cubicBezTo>
                    <a:pt x="233" y="38"/>
                    <a:pt x="233" y="38"/>
                    <a:pt x="233" y="38"/>
                  </a:cubicBezTo>
                  <a:lnTo>
                    <a:pt x="230" y="38"/>
                  </a:lnTo>
                  <a:close/>
                  <a:moveTo>
                    <a:pt x="290" y="38"/>
                  </a:moveTo>
                  <a:cubicBezTo>
                    <a:pt x="284" y="38"/>
                    <a:pt x="278" y="33"/>
                    <a:pt x="278" y="25"/>
                  </a:cubicBezTo>
                  <a:cubicBezTo>
                    <a:pt x="278" y="16"/>
                    <a:pt x="284" y="11"/>
                    <a:pt x="290" y="11"/>
                  </a:cubicBezTo>
                  <a:cubicBezTo>
                    <a:pt x="297" y="11"/>
                    <a:pt x="302" y="16"/>
                    <a:pt x="302" y="24"/>
                  </a:cubicBezTo>
                  <a:cubicBezTo>
                    <a:pt x="302" y="33"/>
                    <a:pt x="297" y="38"/>
                    <a:pt x="290" y="38"/>
                  </a:cubicBezTo>
                  <a:close/>
                  <a:moveTo>
                    <a:pt x="290" y="14"/>
                  </a:moveTo>
                  <a:cubicBezTo>
                    <a:pt x="285" y="14"/>
                    <a:pt x="283" y="17"/>
                    <a:pt x="283" y="25"/>
                  </a:cubicBezTo>
                  <a:cubicBezTo>
                    <a:pt x="283" y="32"/>
                    <a:pt x="286" y="36"/>
                    <a:pt x="291" y="36"/>
                  </a:cubicBezTo>
                  <a:cubicBezTo>
                    <a:pt x="295" y="36"/>
                    <a:pt x="298" y="32"/>
                    <a:pt x="298" y="24"/>
                  </a:cubicBezTo>
                  <a:cubicBezTo>
                    <a:pt x="298" y="17"/>
                    <a:pt x="294" y="14"/>
                    <a:pt x="290" y="14"/>
                  </a:cubicBezTo>
                  <a:close/>
                  <a:moveTo>
                    <a:pt x="324" y="38"/>
                  </a:moveTo>
                  <a:cubicBezTo>
                    <a:pt x="323" y="36"/>
                    <a:pt x="322" y="35"/>
                    <a:pt x="321" y="34"/>
                  </a:cubicBezTo>
                  <a:cubicBezTo>
                    <a:pt x="310" y="17"/>
                    <a:pt x="310" y="17"/>
                    <a:pt x="310" y="17"/>
                  </a:cubicBezTo>
                  <a:cubicBezTo>
                    <a:pt x="310" y="17"/>
                    <a:pt x="310" y="17"/>
                    <a:pt x="310" y="17"/>
                  </a:cubicBezTo>
                  <a:cubicBezTo>
                    <a:pt x="310" y="27"/>
                    <a:pt x="310" y="27"/>
                    <a:pt x="310" y="27"/>
                  </a:cubicBezTo>
                  <a:cubicBezTo>
                    <a:pt x="310" y="34"/>
                    <a:pt x="310" y="35"/>
                    <a:pt x="314" y="35"/>
                  </a:cubicBezTo>
                  <a:cubicBezTo>
                    <a:pt x="314" y="35"/>
                    <a:pt x="314" y="36"/>
                    <a:pt x="314" y="36"/>
                  </a:cubicBezTo>
                  <a:cubicBezTo>
                    <a:pt x="314" y="37"/>
                    <a:pt x="314" y="37"/>
                    <a:pt x="314" y="37"/>
                  </a:cubicBezTo>
                  <a:cubicBezTo>
                    <a:pt x="313" y="37"/>
                    <a:pt x="310" y="37"/>
                    <a:pt x="308" y="37"/>
                  </a:cubicBezTo>
                  <a:cubicBezTo>
                    <a:pt x="306" y="37"/>
                    <a:pt x="305" y="37"/>
                    <a:pt x="303" y="37"/>
                  </a:cubicBezTo>
                  <a:cubicBezTo>
                    <a:pt x="303" y="36"/>
                    <a:pt x="303" y="36"/>
                    <a:pt x="303" y="36"/>
                  </a:cubicBezTo>
                  <a:cubicBezTo>
                    <a:pt x="303" y="36"/>
                    <a:pt x="304" y="35"/>
                    <a:pt x="304" y="35"/>
                  </a:cubicBezTo>
                  <a:cubicBezTo>
                    <a:pt x="307" y="35"/>
                    <a:pt x="307" y="34"/>
                    <a:pt x="307" y="27"/>
                  </a:cubicBezTo>
                  <a:cubicBezTo>
                    <a:pt x="307" y="19"/>
                    <a:pt x="307" y="19"/>
                    <a:pt x="307" y="19"/>
                  </a:cubicBezTo>
                  <a:cubicBezTo>
                    <a:pt x="307" y="14"/>
                    <a:pt x="307" y="14"/>
                    <a:pt x="304" y="14"/>
                  </a:cubicBezTo>
                  <a:cubicBezTo>
                    <a:pt x="304" y="14"/>
                    <a:pt x="303" y="14"/>
                    <a:pt x="303" y="13"/>
                  </a:cubicBezTo>
                  <a:cubicBezTo>
                    <a:pt x="303" y="12"/>
                    <a:pt x="303" y="12"/>
                    <a:pt x="303" y="12"/>
                  </a:cubicBezTo>
                  <a:cubicBezTo>
                    <a:pt x="305" y="12"/>
                    <a:pt x="307" y="12"/>
                    <a:pt x="308" y="12"/>
                  </a:cubicBezTo>
                  <a:cubicBezTo>
                    <a:pt x="309" y="12"/>
                    <a:pt x="311" y="12"/>
                    <a:pt x="312" y="12"/>
                  </a:cubicBezTo>
                  <a:cubicBezTo>
                    <a:pt x="324" y="30"/>
                    <a:pt x="324" y="30"/>
                    <a:pt x="324" y="30"/>
                  </a:cubicBezTo>
                  <a:cubicBezTo>
                    <a:pt x="324" y="30"/>
                    <a:pt x="324" y="30"/>
                    <a:pt x="324" y="30"/>
                  </a:cubicBezTo>
                  <a:cubicBezTo>
                    <a:pt x="324" y="22"/>
                    <a:pt x="324" y="22"/>
                    <a:pt x="324" y="22"/>
                  </a:cubicBezTo>
                  <a:cubicBezTo>
                    <a:pt x="324" y="15"/>
                    <a:pt x="324" y="14"/>
                    <a:pt x="320" y="14"/>
                  </a:cubicBezTo>
                  <a:cubicBezTo>
                    <a:pt x="320" y="14"/>
                    <a:pt x="320" y="14"/>
                    <a:pt x="320" y="13"/>
                  </a:cubicBezTo>
                  <a:cubicBezTo>
                    <a:pt x="320" y="12"/>
                    <a:pt x="320" y="12"/>
                    <a:pt x="320" y="12"/>
                  </a:cubicBezTo>
                  <a:cubicBezTo>
                    <a:pt x="321" y="12"/>
                    <a:pt x="324" y="12"/>
                    <a:pt x="326" y="12"/>
                  </a:cubicBezTo>
                  <a:cubicBezTo>
                    <a:pt x="328" y="12"/>
                    <a:pt x="329" y="12"/>
                    <a:pt x="330" y="12"/>
                  </a:cubicBezTo>
                  <a:cubicBezTo>
                    <a:pt x="330" y="13"/>
                    <a:pt x="330" y="13"/>
                    <a:pt x="330" y="13"/>
                  </a:cubicBezTo>
                  <a:cubicBezTo>
                    <a:pt x="330" y="14"/>
                    <a:pt x="330" y="14"/>
                    <a:pt x="330" y="14"/>
                  </a:cubicBezTo>
                  <a:cubicBezTo>
                    <a:pt x="327" y="14"/>
                    <a:pt x="327" y="15"/>
                    <a:pt x="327" y="22"/>
                  </a:cubicBezTo>
                  <a:cubicBezTo>
                    <a:pt x="327" y="38"/>
                    <a:pt x="327" y="38"/>
                    <a:pt x="327" y="38"/>
                  </a:cubicBezTo>
                  <a:lnTo>
                    <a:pt x="324" y="38"/>
                  </a:lnTo>
                  <a:close/>
                  <a:moveTo>
                    <a:pt x="335" y="36"/>
                  </a:moveTo>
                  <a:cubicBezTo>
                    <a:pt x="334" y="37"/>
                    <a:pt x="334" y="37"/>
                    <a:pt x="334" y="37"/>
                  </a:cubicBezTo>
                  <a:cubicBezTo>
                    <a:pt x="334" y="37"/>
                    <a:pt x="334" y="37"/>
                    <a:pt x="333" y="37"/>
                  </a:cubicBezTo>
                  <a:cubicBezTo>
                    <a:pt x="333" y="37"/>
                    <a:pt x="333" y="37"/>
                    <a:pt x="333" y="37"/>
                  </a:cubicBezTo>
                  <a:cubicBezTo>
                    <a:pt x="333" y="36"/>
                    <a:pt x="333" y="31"/>
                    <a:pt x="333" y="29"/>
                  </a:cubicBezTo>
                  <a:cubicBezTo>
                    <a:pt x="334" y="29"/>
                    <a:pt x="334" y="29"/>
                    <a:pt x="334" y="29"/>
                  </a:cubicBezTo>
                  <a:cubicBezTo>
                    <a:pt x="334" y="29"/>
                    <a:pt x="334" y="29"/>
                    <a:pt x="334" y="30"/>
                  </a:cubicBezTo>
                  <a:cubicBezTo>
                    <a:pt x="335" y="33"/>
                    <a:pt x="337" y="36"/>
                    <a:pt x="340" y="36"/>
                  </a:cubicBezTo>
                  <a:cubicBezTo>
                    <a:pt x="343" y="36"/>
                    <a:pt x="345" y="34"/>
                    <a:pt x="345" y="32"/>
                  </a:cubicBezTo>
                  <a:cubicBezTo>
                    <a:pt x="345" y="25"/>
                    <a:pt x="333" y="27"/>
                    <a:pt x="333" y="19"/>
                  </a:cubicBezTo>
                  <a:cubicBezTo>
                    <a:pt x="333" y="14"/>
                    <a:pt x="336" y="11"/>
                    <a:pt x="340" y="11"/>
                  </a:cubicBezTo>
                  <a:cubicBezTo>
                    <a:pt x="342" y="11"/>
                    <a:pt x="344" y="12"/>
                    <a:pt x="345" y="13"/>
                  </a:cubicBezTo>
                  <a:cubicBezTo>
                    <a:pt x="346" y="12"/>
                    <a:pt x="346" y="12"/>
                    <a:pt x="346" y="12"/>
                  </a:cubicBezTo>
                  <a:cubicBezTo>
                    <a:pt x="346" y="12"/>
                    <a:pt x="346" y="12"/>
                    <a:pt x="346" y="12"/>
                  </a:cubicBezTo>
                  <a:cubicBezTo>
                    <a:pt x="347" y="12"/>
                    <a:pt x="347" y="12"/>
                    <a:pt x="347" y="12"/>
                  </a:cubicBezTo>
                  <a:cubicBezTo>
                    <a:pt x="347" y="13"/>
                    <a:pt x="347" y="17"/>
                    <a:pt x="347" y="19"/>
                  </a:cubicBezTo>
                  <a:cubicBezTo>
                    <a:pt x="346" y="19"/>
                    <a:pt x="346" y="19"/>
                    <a:pt x="346" y="19"/>
                  </a:cubicBezTo>
                  <a:cubicBezTo>
                    <a:pt x="346" y="19"/>
                    <a:pt x="346" y="19"/>
                    <a:pt x="346" y="19"/>
                  </a:cubicBezTo>
                  <a:cubicBezTo>
                    <a:pt x="345" y="16"/>
                    <a:pt x="343" y="14"/>
                    <a:pt x="340" y="14"/>
                  </a:cubicBezTo>
                  <a:cubicBezTo>
                    <a:pt x="337" y="14"/>
                    <a:pt x="336" y="15"/>
                    <a:pt x="336" y="17"/>
                  </a:cubicBezTo>
                  <a:cubicBezTo>
                    <a:pt x="336" y="23"/>
                    <a:pt x="349" y="21"/>
                    <a:pt x="349" y="30"/>
                  </a:cubicBezTo>
                  <a:cubicBezTo>
                    <a:pt x="349" y="35"/>
                    <a:pt x="345" y="38"/>
                    <a:pt x="340" y="38"/>
                  </a:cubicBezTo>
                  <a:cubicBezTo>
                    <a:pt x="338" y="38"/>
                    <a:pt x="336" y="37"/>
                    <a:pt x="335" y="36"/>
                  </a:cubicBezTo>
                  <a:close/>
                  <a:moveTo>
                    <a:pt x="364" y="38"/>
                  </a:moveTo>
                  <a:cubicBezTo>
                    <a:pt x="357" y="38"/>
                    <a:pt x="354" y="35"/>
                    <a:pt x="354" y="28"/>
                  </a:cubicBezTo>
                  <a:cubicBezTo>
                    <a:pt x="354" y="19"/>
                    <a:pt x="354" y="19"/>
                    <a:pt x="354" y="19"/>
                  </a:cubicBezTo>
                  <a:cubicBezTo>
                    <a:pt x="354" y="14"/>
                    <a:pt x="354" y="14"/>
                    <a:pt x="350" y="14"/>
                  </a:cubicBezTo>
                  <a:cubicBezTo>
                    <a:pt x="350" y="14"/>
                    <a:pt x="350" y="14"/>
                    <a:pt x="350" y="13"/>
                  </a:cubicBezTo>
                  <a:cubicBezTo>
                    <a:pt x="350" y="12"/>
                    <a:pt x="350" y="12"/>
                    <a:pt x="350" y="12"/>
                  </a:cubicBezTo>
                  <a:cubicBezTo>
                    <a:pt x="352" y="12"/>
                    <a:pt x="354" y="12"/>
                    <a:pt x="356" y="12"/>
                  </a:cubicBezTo>
                  <a:cubicBezTo>
                    <a:pt x="357" y="12"/>
                    <a:pt x="360" y="12"/>
                    <a:pt x="361" y="12"/>
                  </a:cubicBezTo>
                  <a:cubicBezTo>
                    <a:pt x="361" y="13"/>
                    <a:pt x="361" y="13"/>
                    <a:pt x="361" y="13"/>
                  </a:cubicBezTo>
                  <a:cubicBezTo>
                    <a:pt x="361" y="14"/>
                    <a:pt x="361" y="14"/>
                    <a:pt x="361" y="14"/>
                  </a:cubicBezTo>
                  <a:cubicBezTo>
                    <a:pt x="358" y="14"/>
                    <a:pt x="358" y="14"/>
                    <a:pt x="358" y="19"/>
                  </a:cubicBezTo>
                  <a:cubicBezTo>
                    <a:pt x="358" y="29"/>
                    <a:pt x="358" y="29"/>
                    <a:pt x="358" y="29"/>
                  </a:cubicBezTo>
                  <a:cubicBezTo>
                    <a:pt x="358" y="33"/>
                    <a:pt x="360" y="35"/>
                    <a:pt x="364" y="35"/>
                  </a:cubicBezTo>
                  <a:cubicBezTo>
                    <a:pt x="369" y="35"/>
                    <a:pt x="371" y="33"/>
                    <a:pt x="371" y="28"/>
                  </a:cubicBezTo>
                  <a:cubicBezTo>
                    <a:pt x="371" y="22"/>
                    <a:pt x="371" y="22"/>
                    <a:pt x="371" y="22"/>
                  </a:cubicBezTo>
                  <a:cubicBezTo>
                    <a:pt x="371" y="15"/>
                    <a:pt x="371" y="14"/>
                    <a:pt x="366" y="14"/>
                  </a:cubicBezTo>
                  <a:cubicBezTo>
                    <a:pt x="366" y="14"/>
                    <a:pt x="366" y="14"/>
                    <a:pt x="366" y="13"/>
                  </a:cubicBezTo>
                  <a:cubicBezTo>
                    <a:pt x="366" y="12"/>
                    <a:pt x="366" y="12"/>
                    <a:pt x="366" y="12"/>
                  </a:cubicBezTo>
                  <a:cubicBezTo>
                    <a:pt x="368" y="12"/>
                    <a:pt x="370" y="12"/>
                    <a:pt x="372" y="12"/>
                  </a:cubicBezTo>
                  <a:cubicBezTo>
                    <a:pt x="374" y="12"/>
                    <a:pt x="374" y="12"/>
                    <a:pt x="376" y="12"/>
                  </a:cubicBezTo>
                  <a:cubicBezTo>
                    <a:pt x="376" y="13"/>
                    <a:pt x="376" y="13"/>
                    <a:pt x="376" y="13"/>
                  </a:cubicBezTo>
                  <a:cubicBezTo>
                    <a:pt x="376" y="14"/>
                    <a:pt x="376" y="14"/>
                    <a:pt x="376" y="14"/>
                  </a:cubicBezTo>
                  <a:cubicBezTo>
                    <a:pt x="373" y="14"/>
                    <a:pt x="373" y="15"/>
                    <a:pt x="373" y="22"/>
                  </a:cubicBezTo>
                  <a:cubicBezTo>
                    <a:pt x="373" y="28"/>
                    <a:pt x="373" y="28"/>
                    <a:pt x="373" y="28"/>
                  </a:cubicBezTo>
                  <a:cubicBezTo>
                    <a:pt x="373" y="35"/>
                    <a:pt x="370" y="38"/>
                    <a:pt x="364" y="38"/>
                  </a:cubicBezTo>
                  <a:close/>
                  <a:moveTo>
                    <a:pt x="392" y="37"/>
                  </a:moveTo>
                  <a:cubicBezTo>
                    <a:pt x="383" y="37"/>
                    <a:pt x="383" y="37"/>
                    <a:pt x="383" y="37"/>
                  </a:cubicBezTo>
                  <a:cubicBezTo>
                    <a:pt x="381" y="37"/>
                    <a:pt x="379" y="37"/>
                    <a:pt x="378" y="37"/>
                  </a:cubicBezTo>
                  <a:cubicBezTo>
                    <a:pt x="378" y="36"/>
                    <a:pt x="378" y="36"/>
                    <a:pt x="378" y="36"/>
                  </a:cubicBezTo>
                  <a:cubicBezTo>
                    <a:pt x="378" y="36"/>
                    <a:pt x="378" y="35"/>
                    <a:pt x="378" y="35"/>
                  </a:cubicBezTo>
                  <a:cubicBezTo>
                    <a:pt x="381" y="35"/>
                    <a:pt x="381" y="35"/>
                    <a:pt x="381" y="30"/>
                  </a:cubicBezTo>
                  <a:cubicBezTo>
                    <a:pt x="381" y="19"/>
                    <a:pt x="381" y="19"/>
                    <a:pt x="381" y="19"/>
                  </a:cubicBezTo>
                  <a:cubicBezTo>
                    <a:pt x="381" y="14"/>
                    <a:pt x="381" y="14"/>
                    <a:pt x="378" y="14"/>
                  </a:cubicBezTo>
                  <a:cubicBezTo>
                    <a:pt x="378" y="14"/>
                    <a:pt x="378" y="14"/>
                    <a:pt x="378" y="13"/>
                  </a:cubicBezTo>
                  <a:cubicBezTo>
                    <a:pt x="378" y="12"/>
                    <a:pt x="378" y="12"/>
                    <a:pt x="378" y="12"/>
                  </a:cubicBezTo>
                  <a:cubicBezTo>
                    <a:pt x="379" y="12"/>
                    <a:pt x="382" y="12"/>
                    <a:pt x="383" y="12"/>
                  </a:cubicBezTo>
                  <a:cubicBezTo>
                    <a:pt x="385" y="12"/>
                    <a:pt x="388" y="12"/>
                    <a:pt x="390" y="12"/>
                  </a:cubicBezTo>
                  <a:cubicBezTo>
                    <a:pt x="390" y="13"/>
                    <a:pt x="390" y="13"/>
                    <a:pt x="390" y="13"/>
                  </a:cubicBezTo>
                  <a:cubicBezTo>
                    <a:pt x="390" y="14"/>
                    <a:pt x="390" y="14"/>
                    <a:pt x="389" y="14"/>
                  </a:cubicBezTo>
                  <a:cubicBezTo>
                    <a:pt x="386" y="14"/>
                    <a:pt x="386" y="14"/>
                    <a:pt x="386" y="19"/>
                  </a:cubicBezTo>
                  <a:cubicBezTo>
                    <a:pt x="386" y="30"/>
                    <a:pt x="386" y="30"/>
                    <a:pt x="386" y="30"/>
                  </a:cubicBezTo>
                  <a:cubicBezTo>
                    <a:pt x="386" y="35"/>
                    <a:pt x="386" y="35"/>
                    <a:pt x="389" y="35"/>
                  </a:cubicBezTo>
                  <a:cubicBezTo>
                    <a:pt x="391" y="35"/>
                    <a:pt x="391" y="35"/>
                    <a:pt x="391" y="35"/>
                  </a:cubicBezTo>
                  <a:cubicBezTo>
                    <a:pt x="394" y="35"/>
                    <a:pt x="395" y="34"/>
                    <a:pt x="396" y="29"/>
                  </a:cubicBezTo>
                  <a:cubicBezTo>
                    <a:pt x="396" y="29"/>
                    <a:pt x="396" y="29"/>
                    <a:pt x="396" y="29"/>
                  </a:cubicBezTo>
                  <a:cubicBezTo>
                    <a:pt x="397" y="29"/>
                    <a:pt x="397" y="29"/>
                    <a:pt x="397" y="29"/>
                  </a:cubicBezTo>
                  <a:cubicBezTo>
                    <a:pt x="397" y="31"/>
                    <a:pt x="397" y="35"/>
                    <a:pt x="397" y="37"/>
                  </a:cubicBezTo>
                  <a:cubicBezTo>
                    <a:pt x="396" y="37"/>
                    <a:pt x="395" y="37"/>
                    <a:pt x="392" y="37"/>
                  </a:cubicBezTo>
                  <a:close/>
                  <a:moveTo>
                    <a:pt x="407" y="37"/>
                  </a:moveTo>
                  <a:cubicBezTo>
                    <a:pt x="405" y="37"/>
                    <a:pt x="403" y="37"/>
                    <a:pt x="401" y="37"/>
                  </a:cubicBezTo>
                  <a:cubicBezTo>
                    <a:pt x="401" y="36"/>
                    <a:pt x="401" y="36"/>
                    <a:pt x="401" y="36"/>
                  </a:cubicBezTo>
                  <a:cubicBezTo>
                    <a:pt x="401" y="36"/>
                    <a:pt x="401" y="35"/>
                    <a:pt x="401" y="35"/>
                  </a:cubicBezTo>
                  <a:cubicBezTo>
                    <a:pt x="404" y="35"/>
                    <a:pt x="404" y="35"/>
                    <a:pt x="404" y="30"/>
                  </a:cubicBezTo>
                  <a:cubicBezTo>
                    <a:pt x="404" y="15"/>
                    <a:pt x="404" y="15"/>
                    <a:pt x="404" y="15"/>
                  </a:cubicBezTo>
                  <a:cubicBezTo>
                    <a:pt x="404" y="14"/>
                    <a:pt x="404" y="14"/>
                    <a:pt x="404" y="14"/>
                  </a:cubicBezTo>
                  <a:cubicBezTo>
                    <a:pt x="402" y="14"/>
                    <a:pt x="402" y="14"/>
                    <a:pt x="402" y="14"/>
                  </a:cubicBezTo>
                  <a:cubicBezTo>
                    <a:pt x="399" y="14"/>
                    <a:pt x="397" y="14"/>
                    <a:pt x="397" y="19"/>
                  </a:cubicBezTo>
                  <a:cubicBezTo>
                    <a:pt x="397" y="19"/>
                    <a:pt x="397" y="19"/>
                    <a:pt x="396" y="19"/>
                  </a:cubicBezTo>
                  <a:cubicBezTo>
                    <a:pt x="395" y="19"/>
                    <a:pt x="395" y="19"/>
                    <a:pt x="395" y="19"/>
                  </a:cubicBezTo>
                  <a:cubicBezTo>
                    <a:pt x="395" y="18"/>
                    <a:pt x="395" y="14"/>
                    <a:pt x="395" y="12"/>
                  </a:cubicBezTo>
                  <a:cubicBezTo>
                    <a:pt x="397" y="12"/>
                    <a:pt x="399" y="12"/>
                    <a:pt x="402" y="12"/>
                  </a:cubicBezTo>
                  <a:cubicBezTo>
                    <a:pt x="411" y="12"/>
                    <a:pt x="411" y="12"/>
                    <a:pt x="411" y="12"/>
                  </a:cubicBezTo>
                  <a:cubicBezTo>
                    <a:pt x="414" y="12"/>
                    <a:pt x="416" y="12"/>
                    <a:pt x="418" y="12"/>
                  </a:cubicBezTo>
                  <a:cubicBezTo>
                    <a:pt x="418" y="14"/>
                    <a:pt x="418" y="18"/>
                    <a:pt x="418" y="19"/>
                  </a:cubicBezTo>
                  <a:cubicBezTo>
                    <a:pt x="417" y="19"/>
                    <a:pt x="417" y="19"/>
                    <a:pt x="417" y="19"/>
                  </a:cubicBezTo>
                  <a:cubicBezTo>
                    <a:pt x="417" y="19"/>
                    <a:pt x="416" y="19"/>
                    <a:pt x="416" y="19"/>
                  </a:cubicBezTo>
                  <a:cubicBezTo>
                    <a:pt x="416" y="14"/>
                    <a:pt x="414" y="14"/>
                    <a:pt x="411" y="14"/>
                  </a:cubicBezTo>
                  <a:cubicBezTo>
                    <a:pt x="409" y="14"/>
                    <a:pt x="409" y="14"/>
                    <a:pt x="409" y="14"/>
                  </a:cubicBezTo>
                  <a:cubicBezTo>
                    <a:pt x="409" y="14"/>
                    <a:pt x="409" y="14"/>
                    <a:pt x="409" y="15"/>
                  </a:cubicBezTo>
                  <a:cubicBezTo>
                    <a:pt x="409" y="30"/>
                    <a:pt x="409" y="30"/>
                    <a:pt x="409" y="30"/>
                  </a:cubicBezTo>
                  <a:cubicBezTo>
                    <a:pt x="409" y="35"/>
                    <a:pt x="409" y="35"/>
                    <a:pt x="412" y="35"/>
                  </a:cubicBezTo>
                  <a:cubicBezTo>
                    <a:pt x="412" y="35"/>
                    <a:pt x="412" y="36"/>
                    <a:pt x="412" y="36"/>
                  </a:cubicBezTo>
                  <a:cubicBezTo>
                    <a:pt x="412" y="37"/>
                    <a:pt x="412" y="37"/>
                    <a:pt x="412" y="37"/>
                  </a:cubicBezTo>
                  <a:cubicBezTo>
                    <a:pt x="410" y="37"/>
                    <a:pt x="408" y="37"/>
                    <a:pt x="407" y="37"/>
                  </a:cubicBezTo>
                  <a:close/>
                  <a:moveTo>
                    <a:pt x="425" y="37"/>
                  </a:moveTo>
                  <a:cubicBezTo>
                    <a:pt x="423" y="37"/>
                    <a:pt x="421" y="37"/>
                    <a:pt x="419" y="37"/>
                  </a:cubicBezTo>
                  <a:cubicBezTo>
                    <a:pt x="419" y="36"/>
                    <a:pt x="419" y="36"/>
                    <a:pt x="419" y="36"/>
                  </a:cubicBezTo>
                  <a:cubicBezTo>
                    <a:pt x="419" y="36"/>
                    <a:pt x="419" y="35"/>
                    <a:pt x="420" y="35"/>
                  </a:cubicBezTo>
                  <a:cubicBezTo>
                    <a:pt x="423" y="35"/>
                    <a:pt x="423" y="35"/>
                    <a:pt x="423" y="30"/>
                  </a:cubicBezTo>
                  <a:cubicBezTo>
                    <a:pt x="423" y="19"/>
                    <a:pt x="423" y="19"/>
                    <a:pt x="423" y="19"/>
                  </a:cubicBezTo>
                  <a:cubicBezTo>
                    <a:pt x="423" y="14"/>
                    <a:pt x="423" y="14"/>
                    <a:pt x="420" y="14"/>
                  </a:cubicBezTo>
                  <a:cubicBezTo>
                    <a:pt x="419" y="14"/>
                    <a:pt x="419" y="14"/>
                    <a:pt x="419" y="13"/>
                  </a:cubicBezTo>
                  <a:cubicBezTo>
                    <a:pt x="419" y="12"/>
                    <a:pt x="419" y="12"/>
                    <a:pt x="419" y="12"/>
                  </a:cubicBezTo>
                  <a:cubicBezTo>
                    <a:pt x="421" y="12"/>
                    <a:pt x="423" y="12"/>
                    <a:pt x="425" y="12"/>
                  </a:cubicBezTo>
                  <a:cubicBezTo>
                    <a:pt x="427" y="12"/>
                    <a:pt x="429" y="12"/>
                    <a:pt x="430" y="12"/>
                  </a:cubicBezTo>
                  <a:cubicBezTo>
                    <a:pt x="430" y="13"/>
                    <a:pt x="430" y="13"/>
                    <a:pt x="430" y="13"/>
                  </a:cubicBezTo>
                  <a:cubicBezTo>
                    <a:pt x="430" y="14"/>
                    <a:pt x="430" y="14"/>
                    <a:pt x="430" y="14"/>
                  </a:cubicBezTo>
                  <a:cubicBezTo>
                    <a:pt x="427" y="14"/>
                    <a:pt x="427" y="14"/>
                    <a:pt x="427" y="19"/>
                  </a:cubicBezTo>
                  <a:cubicBezTo>
                    <a:pt x="427" y="30"/>
                    <a:pt x="427" y="30"/>
                    <a:pt x="427" y="30"/>
                  </a:cubicBezTo>
                  <a:cubicBezTo>
                    <a:pt x="427" y="35"/>
                    <a:pt x="427" y="35"/>
                    <a:pt x="430" y="35"/>
                  </a:cubicBezTo>
                  <a:cubicBezTo>
                    <a:pt x="430" y="35"/>
                    <a:pt x="430" y="36"/>
                    <a:pt x="430" y="36"/>
                  </a:cubicBezTo>
                  <a:cubicBezTo>
                    <a:pt x="430" y="37"/>
                    <a:pt x="430" y="37"/>
                    <a:pt x="430" y="37"/>
                  </a:cubicBezTo>
                  <a:cubicBezTo>
                    <a:pt x="429" y="37"/>
                    <a:pt x="427" y="37"/>
                    <a:pt x="425" y="37"/>
                  </a:cubicBezTo>
                  <a:close/>
                  <a:moveTo>
                    <a:pt x="453" y="38"/>
                  </a:moveTo>
                  <a:cubicBezTo>
                    <a:pt x="452" y="36"/>
                    <a:pt x="451" y="35"/>
                    <a:pt x="450" y="34"/>
                  </a:cubicBezTo>
                  <a:cubicBezTo>
                    <a:pt x="438" y="17"/>
                    <a:pt x="438" y="17"/>
                    <a:pt x="438" y="17"/>
                  </a:cubicBezTo>
                  <a:cubicBezTo>
                    <a:pt x="438" y="17"/>
                    <a:pt x="438" y="17"/>
                    <a:pt x="438" y="17"/>
                  </a:cubicBezTo>
                  <a:cubicBezTo>
                    <a:pt x="438" y="27"/>
                    <a:pt x="438" y="27"/>
                    <a:pt x="438" y="27"/>
                  </a:cubicBezTo>
                  <a:cubicBezTo>
                    <a:pt x="438" y="34"/>
                    <a:pt x="438" y="35"/>
                    <a:pt x="443" y="35"/>
                  </a:cubicBezTo>
                  <a:cubicBezTo>
                    <a:pt x="443" y="35"/>
                    <a:pt x="443" y="36"/>
                    <a:pt x="443" y="36"/>
                  </a:cubicBezTo>
                  <a:cubicBezTo>
                    <a:pt x="443" y="37"/>
                    <a:pt x="443" y="37"/>
                    <a:pt x="443" y="37"/>
                  </a:cubicBezTo>
                  <a:cubicBezTo>
                    <a:pt x="441" y="37"/>
                    <a:pt x="439" y="37"/>
                    <a:pt x="437" y="37"/>
                  </a:cubicBezTo>
                  <a:cubicBezTo>
                    <a:pt x="435" y="37"/>
                    <a:pt x="434" y="37"/>
                    <a:pt x="432" y="37"/>
                  </a:cubicBezTo>
                  <a:cubicBezTo>
                    <a:pt x="432" y="36"/>
                    <a:pt x="432" y="36"/>
                    <a:pt x="432" y="36"/>
                  </a:cubicBezTo>
                  <a:cubicBezTo>
                    <a:pt x="432" y="36"/>
                    <a:pt x="432" y="35"/>
                    <a:pt x="433" y="35"/>
                  </a:cubicBezTo>
                  <a:cubicBezTo>
                    <a:pt x="436" y="35"/>
                    <a:pt x="436" y="34"/>
                    <a:pt x="436" y="27"/>
                  </a:cubicBezTo>
                  <a:cubicBezTo>
                    <a:pt x="436" y="19"/>
                    <a:pt x="436" y="19"/>
                    <a:pt x="436" y="19"/>
                  </a:cubicBezTo>
                  <a:cubicBezTo>
                    <a:pt x="436" y="14"/>
                    <a:pt x="436" y="14"/>
                    <a:pt x="433" y="14"/>
                  </a:cubicBezTo>
                  <a:cubicBezTo>
                    <a:pt x="432" y="14"/>
                    <a:pt x="432" y="14"/>
                    <a:pt x="432" y="13"/>
                  </a:cubicBezTo>
                  <a:cubicBezTo>
                    <a:pt x="432" y="12"/>
                    <a:pt x="432" y="12"/>
                    <a:pt x="432" y="12"/>
                  </a:cubicBezTo>
                  <a:cubicBezTo>
                    <a:pt x="434" y="12"/>
                    <a:pt x="436" y="12"/>
                    <a:pt x="437" y="12"/>
                  </a:cubicBezTo>
                  <a:cubicBezTo>
                    <a:pt x="438" y="12"/>
                    <a:pt x="439" y="12"/>
                    <a:pt x="440" y="12"/>
                  </a:cubicBezTo>
                  <a:cubicBezTo>
                    <a:pt x="453" y="30"/>
                    <a:pt x="453" y="30"/>
                    <a:pt x="453" y="30"/>
                  </a:cubicBezTo>
                  <a:cubicBezTo>
                    <a:pt x="453" y="22"/>
                    <a:pt x="453" y="22"/>
                    <a:pt x="453" y="22"/>
                  </a:cubicBezTo>
                  <a:cubicBezTo>
                    <a:pt x="453" y="15"/>
                    <a:pt x="453" y="14"/>
                    <a:pt x="449" y="14"/>
                  </a:cubicBezTo>
                  <a:cubicBezTo>
                    <a:pt x="449" y="14"/>
                    <a:pt x="449" y="14"/>
                    <a:pt x="449" y="13"/>
                  </a:cubicBezTo>
                  <a:cubicBezTo>
                    <a:pt x="449" y="12"/>
                    <a:pt x="449" y="12"/>
                    <a:pt x="449" y="12"/>
                  </a:cubicBezTo>
                  <a:cubicBezTo>
                    <a:pt x="450" y="12"/>
                    <a:pt x="453" y="12"/>
                    <a:pt x="455" y="12"/>
                  </a:cubicBezTo>
                  <a:cubicBezTo>
                    <a:pt x="456" y="12"/>
                    <a:pt x="458" y="12"/>
                    <a:pt x="459" y="12"/>
                  </a:cubicBezTo>
                  <a:cubicBezTo>
                    <a:pt x="459" y="13"/>
                    <a:pt x="459" y="13"/>
                    <a:pt x="459" y="13"/>
                  </a:cubicBezTo>
                  <a:cubicBezTo>
                    <a:pt x="459" y="14"/>
                    <a:pt x="459" y="14"/>
                    <a:pt x="459" y="14"/>
                  </a:cubicBezTo>
                  <a:cubicBezTo>
                    <a:pt x="456" y="14"/>
                    <a:pt x="456" y="15"/>
                    <a:pt x="456" y="22"/>
                  </a:cubicBezTo>
                  <a:cubicBezTo>
                    <a:pt x="456" y="38"/>
                    <a:pt x="456" y="38"/>
                    <a:pt x="456" y="38"/>
                  </a:cubicBezTo>
                  <a:lnTo>
                    <a:pt x="453" y="38"/>
                  </a:lnTo>
                  <a:close/>
                  <a:moveTo>
                    <a:pt x="484" y="27"/>
                  </a:moveTo>
                  <a:cubicBezTo>
                    <a:pt x="484" y="28"/>
                    <a:pt x="484" y="28"/>
                    <a:pt x="484" y="28"/>
                  </a:cubicBezTo>
                  <a:cubicBezTo>
                    <a:pt x="481" y="28"/>
                    <a:pt x="481" y="28"/>
                    <a:pt x="481" y="31"/>
                  </a:cubicBezTo>
                  <a:cubicBezTo>
                    <a:pt x="481" y="32"/>
                    <a:pt x="481" y="32"/>
                    <a:pt x="481" y="32"/>
                  </a:cubicBezTo>
                  <a:cubicBezTo>
                    <a:pt x="481" y="33"/>
                    <a:pt x="482" y="34"/>
                    <a:pt x="482" y="34"/>
                  </a:cubicBezTo>
                  <a:cubicBezTo>
                    <a:pt x="482" y="35"/>
                    <a:pt x="481" y="35"/>
                    <a:pt x="481" y="35"/>
                  </a:cubicBezTo>
                  <a:cubicBezTo>
                    <a:pt x="479" y="35"/>
                    <a:pt x="478" y="38"/>
                    <a:pt x="472" y="38"/>
                  </a:cubicBezTo>
                  <a:cubicBezTo>
                    <a:pt x="465" y="38"/>
                    <a:pt x="460" y="33"/>
                    <a:pt x="460" y="24"/>
                  </a:cubicBezTo>
                  <a:cubicBezTo>
                    <a:pt x="460" y="17"/>
                    <a:pt x="464" y="11"/>
                    <a:pt x="472" y="11"/>
                  </a:cubicBezTo>
                  <a:cubicBezTo>
                    <a:pt x="475" y="11"/>
                    <a:pt x="477" y="12"/>
                    <a:pt x="478" y="13"/>
                  </a:cubicBezTo>
                  <a:cubicBezTo>
                    <a:pt x="479" y="12"/>
                    <a:pt x="479" y="12"/>
                    <a:pt x="479" y="12"/>
                  </a:cubicBezTo>
                  <a:cubicBezTo>
                    <a:pt x="479" y="12"/>
                    <a:pt x="479" y="12"/>
                    <a:pt x="479" y="12"/>
                  </a:cubicBezTo>
                  <a:cubicBezTo>
                    <a:pt x="480" y="12"/>
                    <a:pt x="480" y="12"/>
                    <a:pt x="480" y="12"/>
                  </a:cubicBezTo>
                  <a:cubicBezTo>
                    <a:pt x="480" y="13"/>
                    <a:pt x="480" y="18"/>
                    <a:pt x="480" y="19"/>
                  </a:cubicBezTo>
                  <a:cubicBezTo>
                    <a:pt x="479" y="19"/>
                    <a:pt x="479" y="19"/>
                    <a:pt x="479" y="19"/>
                  </a:cubicBezTo>
                  <a:cubicBezTo>
                    <a:pt x="479" y="19"/>
                    <a:pt x="478" y="19"/>
                    <a:pt x="478" y="19"/>
                  </a:cubicBezTo>
                  <a:cubicBezTo>
                    <a:pt x="478" y="15"/>
                    <a:pt x="476" y="14"/>
                    <a:pt x="472" y="14"/>
                  </a:cubicBezTo>
                  <a:cubicBezTo>
                    <a:pt x="466" y="14"/>
                    <a:pt x="465" y="19"/>
                    <a:pt x="465" y="24"/>
                  </a:cubicBezTo>
                  <a:cubicBezTo>
                    <a:pt x="465" y="30"/>
                    <a:pt x="467" y="36"/>
                    <a:pt x="473" y="36"/>
                  </a:cubicBezTo>
                  <a:cubicBezTo>
                    <a:pt x="476" y="36"/>
                    <a:pt x="477" y="34"/>
                    <a:pt x="477" y="32"/>
                  </a:cubicBezTo>
                  <a:cubicBezTo>
                    <a:pt x="477" y="31"/>
                    <a:pt x="477" y="31"/>
                    <a:pt x="477" y="31"/>
                  </a:cubicBezTo>
                  <a:cubicBezTo>
                    <a:pt x="477" y="28"/>
                    <a:pt x="477" y="28"/>
                    <a:pt x="473" y="28"/>
                  </a:cubicBezTo>
                  <a:cubicBezTo>
                    <a:pt x="473" y="28"/>
                    <a:pt x="473" y="28"/>
                    <a:pt x="473" y="27"/>
                  </a:cubicBezTo>
                  <a:cubicBezTo>
                    <a:pt x="473" y="26"/>
                    <a:pt x="473" y="26"/>
                    <a:pt x="473" y="26"/>
                  </a:cubicBezTo>
                  <a:cubicBezTo>
                    <a:pt x="475" y="26"/>
                    <a:pt x="477" y="26"/>
                    <a:pt x="479" y="26"/>
                  </a:cubicBezTo>
                  <a:cubicBezTo>
                    <a:pt x="481" y="26"/>
                    <a:pt x="482" y="26"/>
                    <a:pt x="484" y="26"/>
                  </a:cubicBezTo>
                  <a:lnTo>
                    <a:pt x="484" y="27"/>
                  </a:lnTo>
                  <a:close/>
                  <a:moveTo>
                    <a:pt x="526" y="23"/>
                  </a:moveTo>
                  <a:cubicBezTo>
                    <a:pt x="526" y="23"/>
                    <a:pt x="526" y="23"/>
                    <a:pt x="525" y="23"/>
                  </a:cubicBezTo>
                  <a:cubicBezTo>
                    <a:pt x="522" y="24"/>
                    <a:pt x="522" y="24"/>
                    <a:pt x="522" y="28"/>
                  </a:cubicBezTo>
                  <a:cubicBezTo>
                    <a:pt x="522" y="30"/>
                    <a:pt x="522" y="30"/>
                    <a:pt x="522" y="30"/>
                  </a:cubicBezTo>
                  <a:cubicBezTo>
                    <a:pt x="522" y="31"/>
                    <a:pt x="522" y="32"/>
                    <a:pt x="522" y="33"/>
                  </a:cubicBezTo>
                  <a:cubicBezTo>
                    <a:pt x="522" y="33"/>
                    <a:pt x="522" y="33"/>
                    <a:pt x="522" y="33"/>
                  </a:cubicBezTo>
                  <a:cubicBezTo>
                    <a:pt x="519" y="33"/>
                    <a:pt x="517" y="38"/>
                    <a:pt x="510" y="38"/>
                  </a:cubicBezTo>
                  <a:cubicBezTo>
                    <a:pt x="500" y="38"/>
                    <a:pt x="493" y="31"/>
                    <a:pt x="493" y="19"/>
                  </a:cubicBezTo>
                  <a:cubicBezTo>
                    <a:pt x="493" y="8"/>
                    <a:pt x="499" y="0"/>
                    <a:pt x="510" y="0"/>
                  </a:cubicBezTo>
                  <a:cubicBezTo>
                    <a:pt x="513" y="0"/>
                    <a:pt x="516" y="1"/>
                    <a:pt x="518" y="2"/>
                  </a:cubicBezTo>
                  <a:cubicBezTo>
                    <a:pt x="518" y="2"/>
                    <a:pt x="518" y="2"/>
                    <a:pt x="518" y="2"/>
                  </a:cubicBezTo>
                  <a:cubicBezTo>
                    <a:pt x="519" y="1"/>
                    <a:pt x="519" y="1"/>
                    <a:pt x="519" y="1"/>
                  </a:cubicBezTo>
                  <a:cubicBezTo>
                    <a:pt x="519" y="0"/>
                    <a:pt x="519" y="0"/>
                    <a:pt x="520" y="0"/>
                  </a:cubicBezTo>
                  <a:cubicBezTo>
                    <a:pt x="520" y="0"/>
                    <a:pt x="520" y="0"/>
                    <a:pt x="520" y="0"/>
                  </a:cubicBezTo>
                  <a:cubicBezTo>
                    <a:pt x="520" y="3"/>
                    <a:pt x="520" y="8"/>
                    <a:pt x="520" y="11"/>
                  </a:cubicBezTo>
                  <a:cubicBezTo>
                    <a:pt x="519" y="11"/>
                    <a:pt x="519" y="11"/>
                    <a:pt x="519" y="11"/>
                  </a:cubicBezTo>
                  <a:cubicBezTo>
                    <a:pt x="519" y="11"/>
                    <a:pt x="519" y="11"/>
                    <a:pt x="519" y="10"/>
                  </a:cubicBezTo>
                  <a:cubicBezTo>
                    <a:pt x="517" y="5"/>
                    <a:pt x="515" y="2"/>
                    <a:pt x="510" y="2"/>
                  </a:cubicBezTo>
                  <a:cubicBezTo>
                    <a:pt x="501" y="2"/>
                    <a:pt x="499" y="11"/>
                    <a:pt x="499" y="19"/>
                  </a:cubicBezTo>
                  <a:cubicBezTo>
                    <a:pt x="499" y="27"/>
                    <a:pt x="501" y="35"/>
                    <a:pt x="510" y="35"/>
                  </a:cubicBezTo>
                  <a:cubicBezTo>
                    <a:pt x="515" y="35"/>
                    <a:pt x="518" y="33"/>
                    <a:pt x="518" y="30"/>
                  </a:cubicBezTo>
                  <a:cubicBezTo>
                    <a:pt x="518" y="28"/>
                    <a:pt x="518" y="28"/>
                    <a:pt x="518" y="28"/>
                  </a:cubicBezTo>
                  <a:cubicBezTo>
                    <a:pt x="518" y="24"/>
                    <a:pt x="518" y="24"/>
                    <a:pt x="512" y="23"/>
                  </a:cubicBezTo>
                  <a:cubicBezTo>
                    <a:pt x="512" y="23"/>
                    <a:pt x="512" y="23"/>
                    <a:pt x="512" y="23"/>
                  </a:cubicBezTo>
                  <a:cubicBezTo>
                    <a:pt x="512" y="21"/>
                    <a:pt x="512" y="21"/>
                    <a:pt x="512" y="21"/>
                  </a:cubicBezTo>
                  <a:cubicBezTo>
                    <a:pt x="514" y="21"/>
                    <a:pt x="517" y="21"/>
                    <a:pt x="519" y="21"/>
                  </a:cubicBezTo>
                  <a:cubicBezTo>
                    <a:pt x="522" y="21"/>
                    <a:pt x="523" y="21"/>
                    <a:pt x="526" y="21"/>
                  </a:cubicBezTo>
                  <a:lnTo>
                    <a:pt x="526" y="23"/>
                  </a:lnTo>
                  <a:close/>
                  <a:moveTo>
                    <a:pt x="540" y="24"/>
                  </a:moveTo>
                  <a:cubicBezTo>
                    <a:pt x="540" y="24"/>
                    <a:pt x="540" y="24"/>
                    <a:pt x="540" y="24"/>
                  </a:cubicBezTo>
                  <a:cubicBezTo>
                    <a:pt x="548" y="25"/>
                    <a:pt x="546" y="35"/>
                    <a:pt x="549" y="35"/>
                  </a:cubicBezTo>
                  <a:cubicBezTo>
                    <a:pt x="549" y="35"/>
                    <a:pt x="550" y="34"/>
                    <a:pt x="550" y="34"/>
                  </a:cubicBezTo>
                  <a:cubicBezTo>
                    <a:pt x="551" y="35"/>
                    <a:pt x="551" y="35"/>
                    <a:pt x="551" y="35"/>
                  </a:cubicBezTo>
                  <a:cubicBezTo>
                    <a:pt x="551" y="35"/>
                    <a:pt x="551" y="35"/>
                    <a:pt x="551" y="35"/>
                  </a:cubicBezTo>
                  <a:cubicBezTo>
                    <a:pt x="551" y="35"/>
                    <a:pt x="551" y="35"/>
                    <a:pt x="551" y="35"/>
                  </a:cubicBezTo>
                  <a:cubicBezTo>
                    <a:pt x="550" y="36"/>
                    <a:pt x="549" y="37"/>
                    <a:pt x="547" y="37"/>
                  </a:cubicBezTo>
                  <a:cubicBezTo>
                    <a:pt x="543" y="37"/>
                    <a:pt x="543" y="34"/>
                    <a:pt x="542" y="30"/>
                  </a:cubicBezTo>
                  <a:cubicBezTo>
                    <a:pt x="541" y="27"/>
                    <a:pt x="540" y="25"/>
                    <a:pt x="537" y="25"/>
                  </a:cubicBezTo>
                  <a:cubicBezTo>
                    <a:pt x="534" y="25"/>
                    <a:pt x="534" y="25"/>
                    <a:pt x="534" y="25"/>
                  </a:cubicBezTo>
                  <a:cubicBezTo>
                    <a:pt x="534" y="30"/>
                    <a:pt x="534" y="30"/>
                    <a:pt x="534" y="30"/>
                  </a:cubicBezTo>
                  <a:cubicBezTo>
                    <a:pt x="534" y="35"/>
                    <a:pt x="534" y="35"/>
                    <a:pt x="537" y="35"/>
                  </a:cubicBezTo>
                  <a:cubicBezTo>
                    <a:pt x="538" y="35"/>
                    <a:pt x="538" y="36"/>
                    <a:pt x="538" y="36"/>
                  </a:cubicBezTo>
                  <a:cubicBezTo>
                    <a:pt x="538" y="37"/>
                    <a:pt x="538" y="37"/>
                    <a:pt x="538" y="37"/>
                  </a:cubicBezTo>
                  <a:cubicBezTo>
                    <a:pt x="536" y="37"/>
                    <a:pt x="534" y="37"/>
                    <a:pt x="532" y="37"/>
                  </a:cubicBezTo>
                  <a:cubicBezTo>
                    <a:pt x="530" y="37"/>
                    <a:pt x="528" y="37"/>
                    <a:pt x="527" y="37"/>
                  </a:cubicBezTo>
                  <a:cubicBezTo>
                    <a:pt x="527" y="36"/>
                    <a:pt x="527" y="36"/>
                    <a:pt x="527" y="36"/>
                  </a:cubicBezTo>
                  <a:cubicBezTo>
                    <a:pt x="527" y="36"/>
                    <a:pt x="527" y="35"/>
                    <a:pt x="527" y="35"/>
                  </a:cubicBezTo>
                  <a:cubicBezTo>
                    <a:pt x="530" y="35"/>
                    <a:pt x="530" y="35"/>
                    <a:pt x="530" y="30"/>
                  </a:cubicBezTo>
                  <a:cubicBezTo>
                    <a:pt x="530" y="19"/>
                    <a:pt x="530" y="19"/>
                    <a:pt x="530" y="19"/>
                  </a:cubicBezTo>
                  <a:cubicBezTo>
                    <a:pt x="530" y="14"/>
                    <a:pt x="530" y="14"/>
                    <a:pt x="527" y="14"/>
                  </a:cubicBezTo>
                  <a:cubicBezTo>
                    <a:pt x="527" y="14"/>
                    <a:pt x="527" y="14"/>
                    <a:pt x="527" y="13"/>
                  </a:cubicBezTo>
                  <a:cubicBezTo>
                    <a:pt x="527" y="12"/>
                    <a:pt x="527" y="12"/>
                    <a:pt x="527" y="12"/>
                  </a:cubicBezTo>
                  <a:cubicBezTo>
                    <a:pt x="528" y="12"/>
                    <a:pt x="530" y="12"/>
                    <a:pt x="532" y="12"/>
                  </a:cubicBezTo>
                  <a:cubicBezTo>
                    <a:pt x="534" y="12"/>
                    <a:pt x="536" y="12"/>
                    <a:pt x="538" y="12"/>
                  </a:cubicBezTo>
                  <a:cubicBezTo>
                    <a:pt x="543" y="12"/>
                    <a:pt x="547" y="14"/>
                    <a:pt x="547" y="18"/>
                  </a:cubicBezTo>
                  <a:cubicBezTo>
                    <a:pt x="547" y="21"/>
                    <a:pt x="546" y="23"/>
                    <a:pt x="540" y="24"/>
                  </a:cubicBezTo>
                  <a:close/>
                  <a:moveTo>
                    <a:pt x="538" y="14"/>
                  </a:moveTo>
                  <a:cubicBezTo>
                    <a:pt x="537" y="14"/>
                    <a:pt x="534" y="14"/>
                    <a:pt x="534" y="14"/>
                  </a:cubicBezTo>
                  <a:cubicBezTo>
                    <a:pt x="534" y="23"/>
                    <a:pt x="534" y="23"/>
                    <a:pt x="534" y="23"/>
                  </a:cubicBezTo>
                  <a:cubicBezTo>
                    <a:pt x="537" y="23"/>
                    <a:pt x="537" y="23"/>
                    <a:pt x="537" y="23"/>
                  </a:cubicBezTo>
                  <a:cubicBezTo>
                    <a:pt x="540" y="23"/>
                    <a:pt x="543" y="22"/>
                    <a:pt x="543" y="18"/>
                  </a:cubicBezTo>
                  <a:cubicBezTo>
                    <a:pt x="543" y="15"/>
                    <a:pt x="540" y="14"/>
                    <a:pt x="538" y="14"/>
                  </a:cubicBezTo>
                  <a:close/>
                  <a:moveTo>
                    <a:pt x="563" y="38"/>
                  </a:moveTo>
                  <a:cubicBezTo>
                    <a:pt x="556" y="38"/>
                    <a:pt x="551" y="33"/>
                    <a:pt x="551" y="25"/>
                  </a:cubicBezTo>
                  <a:cubicBezTo>
                    <a:pt x="551" y="16"/>
                    <a:pt x="557" y="11"/>
                    <a:pt x="563" y="11"/>
                  </a:cubicBezTo>
                  <a:cubicBezTo>
                    <a:pt x="570" y="11"/>
                    <a:pt x="575" y="16"/>
                    <a:pt x="575" y="24"/>
                  </a:cubicBezTo>
                  <a:cubicBezTo>
                    <a:pt x="575" y="33"/>
                    <a:pt x="570" y="38"/>
                    <a:pt x="563" y="38"/>
                  </a:cubicBezTo>
                  <a:close/>
                  <a:moveTo>
                    <a:pt x="563" y="14"/>
                  </a:moveTo>
                  <a:cubicBezTo>
                    <a:pt x="558" y="14"/>
                    <a:pt x="556" y="17"/>
                    <a:pt x="556" y="25"/>
                  </a:cubicBezTo>
                  <a:cubicBezTo>
                    <a:pt x="556" y="32"/>
                    <a:pt x="559" y="36"/>
                    <a:pt x="563" y="36"/>
                  </a:cubicBezTo>
                  <a:cubicBezTo>
                    <a:pt x="568" y="36"/>
                    <a:pt x="570" y="32"/>
                    <a:pt x="570" y="24"/>
                  </a:cubicBezTo>
                  <a:cubicBezTo>
                    <a:pt x="570" y="17"/>
                    <a:pt x="567" y="14"/>
                    <a:pt x="563" y="14"/>
                  </a:cubicBezTo>
                  <a:close/>
                  <a:moveTo>
                    <a:pt x="590" y="38"/>
                  </a:moveTo>
                  <a:cubicBezTo>
                    <a:pt x="583" y="38"/>
                    <a:pt x="580" y="35"/>
                    <a:pt x="580" y="28"/>
                  </a:cubicBezTo>
                  <a:cubicBezTo>
                    <a:pt x="580" y="19"/>
                    <a:pt x="580" y="19"/>
                    <a:pt x="580" y="19"/>
                  </a:cubicBezTo>
                  <a:cubicBezTo>
                    <a:pt x="580" y="14"/>
                    <a:pt x="580" y="14"/>
                    <a:pt x="577" y="14"/>
                  </a:cubicBezTo>
                  <a:cubicBezTo>
                    <a:pt x="576" y="14"/>
                    <a:pt x="576" y="14"/>
                    <a:pt x="576" y="13"/>
                  </a:cubicBezTo>
                  <a:cubicBezTo>
                    <a:pt x="576" y="12"/>
                    <a:pt x="576" y="12"/>
                    <a:pt x="576" y="12"/>
                  </a:cubicBezTo>
                  <a:cubicBezTo>
                    <a:pt x="578" y="12"/>
                    <a:pt x="580" y="12"/>
                    <a:pt x="582" y="12"/>
                  </a:cubicBezTo>
                  <a:cubicBezTo>
                    <a:pt x="584" y="12"/>
                    <a:pt x="586" y="12"/>
                    <a:pt x="587" y="12"/>
                  </a:cubicBezTo>
                  <a:cubicBezTo>
                    <a:pt x="587" y="13"/>
                    <a:pt x="587" y="13"/>
                    <a:pt x="587" y="13"/>
                  </a:cubicBezTo>
                  <a:cubicBezTo>
                    <a:pt x="587" y="14"/>
                    <a:pt x="587" y="14"/>
                    <a:pt x="587" y="14"/>
                  </a:cubicBezTo>
                  <a:cubicBezTo>
                    <a:pt x="584" y="14"/>
                    <a:pt x="584" y="14"/>
                    <a:pt x="584" y="19"/>
                  </a:cubicBezTo>
                  <a:cubicBezTo>
                    <a:pt x="584" y="29"/>
                    <a:pt x="584" y="29"/>
                    <a:pt x="584" y="29"/>
                  </a:cubicBezTo>
                  <a:cubicBezTo>
                    <a:pt x="584" y="33"/>
                    <a:pt x="586" y="35"/>
                    <a:pt x="590" y="35"/>
                  </a:cubicBezTo>
                  <a:cubicBezTo>
                    <a:pt x="595" y="35"/>
                    <a:pt x="597" y="33"/>
                    <a:pt x="597" y="28"/>
                  </a:cubicBezTo>
                  <a:cubicBezTo>
                    <a:pt x="597" y="22"/>
                    <a:pt x="597" y="22"/>
                    <a:pt x="597" y="22"/>
                  </a:cubicBezTo>
                  <a:cubicBezTo>
                    <a:pt x="597" y="15"/>
                    <a:pt x="597" y="14"/>
                    <a:pt x="592" y="14"/>
                  </a:cubicBezTo>
                  <a:cubicBezTo>
                    <a:pt x="592" y="14"/>
                    <a:pt x="592" y="14"/>
                    <a:pt x="592" y="13"/>
                  </a:cubicBezTo>
                  <a:cubicBezTo>
                    <a:pt x="592" y="12"/>
                    <a:pt x="592" y="12"/>
                    <a:pt x="592" y="12"/>
                  </a:cubicBezTo>
                  <a:cubicBezTo>
                    <a:pt x="594" y="12"/>
                    <a:pt x="596" y="12"/>
                    <a:pt x="598" y="12"/>
                  </a:cubicBezTo>
                  <a:cubicBezTo>
                    <a:pt x="600" y="12"/>
                    <a:pt x="601" y="12"/>
                    <a:pt x="602" y="12"/>
                  </a:cubicBezTo>
                  <a:cubicBezTo>
                    <a:pt x="602" y="13"/>
                    <a:pt x="602" y="13"/>
                    <a:pt x="602" y="13"/>
                  </a:cubicBezTo>
                  <a:cubicBezTo>
                    <a:pt x="602" y="14"/>
                    <a:pt x="602" y="14"/>
                    <a:pt x="602" y="14"/>
                  </a:cubicBezTo>
                  <a:cubicBezTo>
                    <a:pt x="599" y="14"/>
                    <a:pt x="599" y="15"/>
                    <a:pt x="599" y="22"/>
                  </a:cubicBezTo>
                  <a:cubicBezTo>
                    <a:pt x="599" y="28"/>
                    <a:pt x="599" y="28"/>
                    <a:pt x="599" y="28"/>
                  </a:cubicBezTo>
                  <a:cubicBezTo>
                    <a:pt x="599" y="35"/>
                    <a:pt x="596" y="38"/>
                    <a:pt x="590" y="38"/>
                  </a:cubicBezTo>
                  <a:close/>
                  <a:moveTo>
                    <a:pt x="614" y="27"/>
                  </a:moveTo>
                  <a:cubicBezTo>
                    <a:pt x="612" y="27"/>
                    <a:pt x="612" y="27"/>
                    <a:pt x="612" y="27"/>
                  </a:cubicBezTo>
                  <a:cubicBezTo>
                    <a:pt x="612" y="30"/>
                    <a:pt x="612" y="30"/>
                    <a:pt x="612" y="30"/>
                  </a:cubicBezTo>
                  <a:cubicBezTo>
                    <a:pt x="612" y="35"/>
                    <a:pt x="612" y="35"/>
                    <a:pt x="615" y="35"/>
                  </a:cubicBezTo>
                  <a:cubicBezTo>
                    <a:pt x="616" y="35"/>
                    <a:pt x="616" y="36"/>
                    <a:pt x="616" y="36"/>
                  </a:cubicBezTo>
                  <a:cubicBezTo>
                    <a:pt x="616" y="37"/>
                    <a:pt x="616" y="37"/>
                    <a:pt x="616" y="37"/>
                  </a:cubicBezTo>
                  <a:cubicBezTo>
                    <a:pt x="614" y="37"/>
                    <a:pt x="611" y="37"/>
                    <a:pt x="610" y="37"/>
                  </a:cubicBezTo>
                  <a:cubicBezTo>
                    <a:pt x="608" y="37"/>
                    <a:pt x="606" y="37"/>
                    <a:pt x="604" y="37"/>
                  </a:cubicBezTo>
                  <a:cubicBezTo>
                    <a:pt x="604" y="36"/>
                    <a:pt x="604" y="36"/>
                    <a:pt x="604" y="36"/>
                  </a:cubicBezTo>
                  <a:cubicBezTo>
                    <a:pt x="604" y="36"/>
                    <a:pt x="604" y="35"/>
                    <a:pt x="604" y="35"/>
                  </a:cubicBezTo>
                  <a:cubicBezTo>
                    <a:pt x="607" y="35"/>
                    <a:pt x="607" y="35"/>
                    <a:pt x="607" y="30"/>
                  </a:cubicBezTo>
                  <a:cubicBezTo>
                    <a:pt x="607" y="19"/>
                    <a:pt x="607" y="19"/>
                    <a:pt x="607" y="19"/>
                  </a:cubicBezTo>
                  <a:cubicBezTo>
                    <a:pt x="607" y="14"/>
                    <a:pt x="607" y="14"/>
                    <a:pt x="604" y="14"/>
                  </a:cubicBezTo>
                  <a:cubicBezTo>
                    <a:pt x="604" y="14"/>
                    <a:pt x="604" y="14"/>
                    <a:pt x="604" y="13"/>
                  </a:cubicBezTo>
                  <a:cubicBezTo>
                    <a:pt x="604" y="12"/>
                    <a:pt x="604" y="12"/>
                    <a:pt x="604" y="12"/>
                  </a:cubicBezTo>
                  <a:cubicBezTo>
                    <a:pt x="606" y="12"/>
                    <a:pt x="608" y="12"/>
                    <a:pt x="610" y="12"/>
                  </a:cubicBezTo>
                  <a:cubicBezTo>
                    <a:pt x="611" y="12"/>
                    <a:pt x="613" y="12"/>
                    <a:pt x="614" y="12"/>
                  </a:cubicBezTo>
                  <a:cubicBezTo>
                    <a:pt x="619" y="12"/>
                    <a:pt x="625" y="13"/>
                    <a:pt x="625" y="19"/>
                  </a:cubicBezTo>
                  <a:cubicBezTo>
                    <a:pt x="625" y="22"/>
                    <a:pt x="623" y="27"/>
                    <a:pt x="614" y="27"/>
                  </a:cubicBezTo>
                  <a:close/>
                  <a:moveTo>
                    <a:pt x="615" y="14"/>
                  </a:moveTo>
                  <a:cubicBezTo>
                    <a:pt x="614" y="14"/>
                    <a:pt x="612" y="14"/>
                    <a:pt x="612" y="14"/>
                  </a:cubicBezTo>
                  <a:cubicBezTo>
                    <a:pt x="612" y="25"/>
                    <a:pt x="612" y="25"/>
                    <a:pt x="612" y="25"/>
                  </a:cubicBezTo>
                  <a:cubicBezTo>
                    <a:pt x="614" y="25"/>
                    <a:pt x="614" y="25"/>
                    <a:pt x="614" y="25"/>
                  </a:cubicBezTo>
                  <a:cubicBezTo>
                    <a:pt x="618" y="25"/>
                    <a:pt x="620" y="23"/>
                    <a:pt x="620" y="19"/>
                  </a:cubicBezTo>
                  <a:cubicBezTo>
                    <a:pt x="620" y="16"/>
                    <a:pt x="618" y="14"/>
                    <a:pt x="6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575757"/>
                </a:solidFill>
                <a:sym typeface="Trebuchet MS" panose="020B0603020202020204" pitchFamily="34" charset="0"/>
              </a:endParaRPr>
            </a:p>
          </p:txBody>
        </p:sp>
      </p:grpSp>
      <p:sp>
        <p:nvSpPr>
          <p:cNvPr id="26" name="Subtitle 2"/>
          <p:cNvSpPr>
            <a:spLocks noGrp="1"/>
          </p:cNvSpPr>
          <p:nvPr>
            <p:ph type="subTitle" idx="1" hasCustomPrompt="1"/>
          </p:nvPr>
        </p:nvSpPr>
        <p:spPr bwMode="white">
          <a:xfrm>
            <a:off x="957600"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957600"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Tree>
    <p:extLst>
      <p:ext uri="{BB962C8B-B14F-4D97-AF65-F5344CB8AC3E}">
        <p14:creationId xmlns:p14="http://schemas.microsoft.com/office/powerpoint/2010/main" val="22329041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solidFill>
                <a:prstClr val="white">
                  <a:lumMod val="50000"/>
                </a:prstClr>
              </a:solidFill>
            </a:endParaRPr>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9136453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1000"/>
              </a:spcAft>
            </a:pPr>
            <a:endParaRPr lang="en-US" sz="1200">
              <a:solidFill>
                <a:prstClr val="white"/>
              </a:solidFill>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solidFill>
                <a:prstClr val="white">
                  <a:lumMod val="50000"/>
                </a:prstClr>
              </a:solidFill>
            </a:endParaRPr>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5152336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1523703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08992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3518006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37817370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38075463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800" dirty="0">
              <a:solidFill>
                <a:prstClr val="white">
                  <a:lumMod val="50000"/>
                </a:prstClr>
              </a:solidFill>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0588663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800" dirty="0">
              <a:solidFill>
                <a:prstClr val="white">
                  <a:lumMod val="50000"/>
                </a:prstClr>
              </a:solidFill>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38893175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5"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24416619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pic>
        <p:nvPicPr>
          <p:cNvPr id="4" name="Picture 3"/>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9172657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800" dirty="0">
              <a:solidFill>
                <a:prstClr val="white"/>
              </a:solidFill>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pic>
        <p:nvPicPr>
          <p:cNvPr id="11"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33900" y="33956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26056971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pic>
        <p:nvPicPr>
          <p:cNvPr id="20" name="Picture 19"/>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863284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pic>
        <p:nvPicPr>
          <p:cNvPr id="13"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78758"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8912931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pic>
        <p:nvPicPr>
          <p:cNvPr id="17" name="Picture 16"/>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5736162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41"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42503152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pic>
        <p:nvPicPr>
          <p:cNvPr id="13" name="Picture 12"/>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spTree>
    <p:extLst>
      <p:ext uri="{BB962C8B-B14F-4D97-AF65-F5344CB8AC3E}">
        <p14:creationId xmlns:p14="http://schemas.microsoft.com/office/powerpoint/2010/main" val="30390222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2533597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20028186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solidFill>
                <a:srgbClr val="575757"/>
              </a:solidFill>
              <a:sym typeface="Trebuchet MS" panose="020B060302020202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7095683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26010354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2119614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solidFill>
                <a:prstClr val="white"/>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34870087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r>
              <a:rPr lang="en-US" sz="900" dirty="0">
                <a:solidFill>
                  <a:srgbClr val="575757"/>
                </a:solidFill>
                <a:sym typeface="Trebuchet MS" panose="020B0603020202020204" pitchFamily="34" charset="0"/>
              </a:rPr>
              <a:t>The services and materials provided by The Boston Consulting Group (BCG) are subject to BCG's Standard Terms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to update these materials after the date hereof, notwithstanding that such information may become outdated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or inaccurate.</a:t>
            </a:r>
          </a:p>
          <a:p>
            <a:r>
              <a:rPr lang="en-US" sz="900" dirty="0">
                <a:solidFill>
                  <a:srgbClr val="575757"/>
                </a:solidFill>
                <a:sym typeface="Trebuchet MS" panose="020B0603020202020204" pitchFamily="34" charset="0"/>
              </a:rPr>
              <a:t> </a:t>
            </a:r>
          </a:p>
          <a:p>
            <a:r>
              <a:rPr lang="en-US" sz="900" dirty="0">
                <a:solidFill>
                  <a:srgbClr val="575757"/>
                </a:solidFill>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endParaRPr lang="en-US" sz="900" dirty="0">
              <a:solidFill>
                <a:srgbClr val="575757"/>
              </a:solidFill>
              <a:sym typeface="Trebuchet MS" panose="020B0603020202020204" pitchFamily="34" charset="0"/>
            </a:endParaRPr>
          </a:p>
          <a:p>
            <a:pPr>
              <a:defRPr/>
            </a:pPr>
            <a:r>
              <a:rPr lang="en-US" sz="900" dirty="0">
                <a:solidFill>
                  <a:srgbClr val="575757"/>
                </a:solidFill>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rgbClr val="29BA74"/>
                    </a:gs>
                    <a:gs pos="2000">
                      <a:srgbClr val="197A56"/>
                    </a:gs>
                  </a:gsLst>
                  <a:lin ang="2700000" scaled="0"/>
                </a:gradFill>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36338537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pic>
        <p:nvPicPr>
          <p:cNvPr id="9" name="TitleAndEndImages"/>
          <p:cNvPicPr>
            <a:picLocks noChangeAspect="1"/>
          </p:cNvPicPr>
          <p:nvPr userDrawn="1">
            <p:custDataLst>
              <p:tags r:id="rId1"/>
            </p:custDataLst>
          </p:nvPr>
        </p:nvPicPr>
        <p:blipFill>
          <a:blip r:embed="rId3">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11" name="Rectangle 10"/>
          <p:cNvSpPr/>
          <p:nvPr/>
        </p:nvSpPr>
        <p:spPr bwMode="black">
          <a:xfrm>
            <a:off x="626289" y="626321"/>
            <a:ext cx="5610517" cy="5532504"/>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solidFill>
                <a:prstClr val="white"/>
              </a:solidFill>
              <a:sym typeface="Trebuchet MS" panose="020B0603020202020204" pitchFamily="34" charset="0"/>
            </a:endParaRPr>
          </a:p>
        </p:txBody>
      </p:sp>
      <p:grpSp>
        <p:nvGrpSpPr>
          <p:cNvPr id="12" name="Group 4"/>
          <p:cNvGrpSpPr>
            <a:grpSpLocks noChangeAspect="1"/>
          </p:cNvGrpSpPr>
          <p:nvPr userDrawn="1"/>
        </p:nvGrpSpPr>
        <p:grpSpPr bwMode="auto">
          <a:xfrm>
            <a:off x="926090" y="2722052"/>
            <a:ext cx="4371144" cy="1344304"/>
            <a:chOff x="585" y="2014"/>
            <a:chExt cx="5583" cy="1717"/>
          </a:xfrm>
          <a:solidFill>
            <a:schemeClr val="bg1"/>
          </a:solidFill>
        </p:grpSpPr>
        <p:sp>
          <p:nvSpPr>
            <p:cNvPr id="13" name="Freeform 5"/>
            <p:cNvSpPr>
              <a:spLocks noEditPoints="1"/>
            </p:cNvSpPr>
            <p:nvPr/>
          </p:nvSpPr>
          <p:spPr bwMode="auto">
            <a:xfrm>
              <a:off x="585" y="2014"/>
              <a:ext cx="2558" cy="1055"/>
            </a:xfrm>
            <a:custGeom>
              <a:avLst/>
              <a:gdLst>
                <a:gd name="T0" fmla="*/ 123 w 1081"/>
                <a:gd name="T1" fmla="*/ 32 h 445"/>
                <a:gd name="T2" fmla="*/ 171 w 1081"/>
                <a:gd name="T3" fmla="*/ 25 h 445"/>
                <a:gd name="T4" fmla="*/ 150 w 1081"/>
                <a:gd name="T5" fmla="*/ 204 h 445"/>
                <a:gd name="T6" fmla="*/ 189 w 1081"/>
                <a:gd name="T7" fmla="*/ 420 h 445"/>
                <a:gd name="T8" fmla="*/ 123 w 1081"/>
                <a:gd name="T9" fmla="*/ 219 h 445"/>
                <a:gd name="T10" fmla="*/ 293 w 1081"/>
                <a:gd name="T11" fmla="*/ 318 h 445"/>
                <a:gd name="T12" fmla="*/ 905 w 1081"/>
                <a:gd name="T13" fmla="*/ 248 h 445"/>
                <a:gd name="T14" fmla="*/ 910 w 1081"/>
                <a:gd name="T15" fmla="*/ 260 h 445"/>
                <a:gd name="T16" fmla="*/ 974 w 1081"/>
                <a:gd name="T17" fmla="*/ 360 h 445"/>
                <a:gd name="T18" fmla="*/ 756 w 1081"/>
                <a:gd name="T19" fmla="*/ 226 h 445"/>
                <a:gd name="T20" fmla="*/ 1000 w 1081"/>
                <a:gd name="T21" fmla="*/ 127 h 445"/>
                <a:gd name="T22" fmla="*/ 1011 w 1081"/>
                <a:gd name="T23" fmla="*/ 132 h 445"/>
                <a:gd name="T24" fmla="*/ 1006 w 1081"/>
                <a:gd name="T25" fmla="*/ 4 h 445"/>
                <a:gd name="T26" fmla="*/ 994 w 1081"/>
                <a:gd name="T27" fmla="*/ 39 h 445"/>
                <a:gd name="T28" fmla="*/ 882 w 1081"/>
                <a:gd name="T29" fmla="*/ 0 h 445"/>
                <a:gd name="T30" fmla="*/ 686 w 1081"/>
                <a:gd name="T31" fmla="*/ 286 h 445"/>
                <a:gd name="T32" fmla="*/ 563 w 1081"/>
                <a:gd name="T33" fmla="*/ 429 h 445"/>
                <a:gd name="T34" fmla="*/ 554 w 1081"/>
                <a:gd name="T35" fmla="*/ 16 h 445"/>
                <a:gd name="T36" fmla="*/ 667 w 1081"/>
                <a:gd name="T37" fmla="*/ 109 h 445"/>
                <a:gd name="T38" fmla="*/ 672 w 1081"/>
                <a:gd name="T39" fmla="*/ 4 h 445"/>
                <a:gd name="T40" fmla="*/ 661 w 1081"/>
                <a:gd name="T41" fmla="*/ 7 h 445"/>
                <a:gd name="T42" fmla="*/ 655 w 1081"/>
                <a:gd name="T43" fmla="*/ 38 h 445"/>
                <a:gd name="T44" fmla="*/ 348 w 1081"/>
                <a:gd name="T45" fmla="*/ 227 h 445"/>
                <a:gd name="T46" fmla="*/ 349 w 1081"/>
                <a:gd name="T47" fmla="*/ 261 h 445"/>
                <a:gd name="T48" fmla="*/ 220 w 1081"/>
                <a:gd name="T49" fmla="*/ 206 h 445"/>
                <a:gd name="T50" fmla="*/ 168 w 1081"/>
                <a:gd name="T51" fmla="*/ 8 h 445"/>
                <a:gd name="T52" fmla="*/ 0 w 1081"/>
                <a:gd name="T53" fmla="*/ 8 h 445"/>
                <a:gd name="T54" fmla="*/ 4 w 1081"/>
                <a:gd name="T55" fmla="*/ 21 h 445"/>
                <a:gd name="T56" fmla="*/ 55 w 1081"/>
                <a:gd name="T57" fmla="*/ 336 h 445"/>
                <a:gd name="T58" fmla="*/ 0 w 1081"/>
                <a:gd name="T59" fmla="*/ 430 h 445"/>
                <a:gd name="T60" fmla="*/ 88 w 1081"/>
                <a:gd name="T61" fmla="*/ 435 h 445"/>
                <a:gd name="T62" fmla="*/ 366 w 1081"/>
                <a:gd name="T63" fmla="*/ 323 h 445"/>
                <a:gd name="T64" fmla="*/ 561 w 1081"/>
                <a:gd name="T65" fmla="*/ 445 h 445"/>
                <a:gd name="T66" fmla="*/ 679 w 1081"/>
                <a:gd name="T67" fmla="*/ 405 h 445"/>
                <a:gd name="T68" fmla="*/ 691 w 1081"/>
                <a:gd name="T69" fmla="*/ 441 h 445"/>
                <a:gd name="T70" fmla="*/ 696 w 1081"/>
                <a:gd name="T71" fmla="*/ 321 h 445"/>
                <a:gd name="T72" fmla="*/ 886 w 1081"/>
                <a:gd name="T73" fmla="*/ 445 h 445"/>
                <a:gd name="T74" fmla="*/ 1041 w 1081"/>
                <a:gd name="T75" fmla="*/ 387 h 445"/>
                <a:gd name="T76" fmla="*/ 1040 w 1081"/>
                <a:gd name="T77" fmla="*/ 323 h 445"/>
                <a:gd name="T78" fmla="*/ 1081 w 1081"/>
                <a:gd name="T79" fmla="*/ 255 h 445"/>
                <a:gd name="T80" fmla="*/ 1002 w 1081"/>
                <a:gd name="T81" fmla="*/ 249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81" h="445">
                  <a:moveTo>
                    <a:pt x="123" y="204"/>
                  </a:moveTo>
                  <a:cubicBezTo>
                    <a:pt x="123" y="32"/>
                    <a:pt x="123" y="32"/>
                    <a:pt x="123" y="32"/>
                  </a:cubicBezTo>
                  <a:cubicBezTo>
                    <a:pt x="123" y="28"/>
                    <a:pt x="124" y="27"/>
                    <a:pt x="130" y="26"/>
                  </a:cubicBezTo>
                  <a:cubicBezTo>
                    <a:pt x="139" y="25"/>
                    <a:pt x="161" y="25"/>
                    <a:pt x="171" y="25"/>
                  </a:cubicBezTo>
                  <a:cubicBezTo>
                    <a:pt x="223" y="25"/>
                    <a:pt x="257" y="56"/>
                    <a:pt x="257" y="115"/>
                  </a:cubicBezTo>
                  <a:cubicBezTo>
                    <a:pt x="257" y="180"/>
                    <a:pt x="217" y="204"/>
                    <a:pt x="150" y="204"/>
                  </a:cubicBezTo>
                  <a:lnTo>
                    <a:pt x="123" y="204"/>
                  </a:lnTo>
                  <a:close/>
                  <a:moveTo>
                    <a:pt x="189" y="420"/>
                  </a:moveTo>
                  <a:cubicBezTo>
                    <a:pt x="132" y="420"/>
                    <a:pt x="123" y="411"/>
                    <a:pt x="123" y="332"/>
                  </a:cubicBezTo>
                  <a:cubicBezTo>
                    <a:pt x="123" y="219"/>
                    <a:pt x="123" y="219"/>
                    <a:pt x="123" y="219"/>
                  </a:cubicBezTo>
                  <a:cubicBezTo>
                    <a:pt x="149" y="219"/>
                    <a:pt x="149" y="219"/>
                    <a:pt x="149" y="219"/>
                  </a:cubicBezTo>
                  <a:cubicBezTo>
                    <a:pt x="224" y="219"/>
                    <a:pt x="293" y="237"/>
                    <a:pt x="293" y="318"/>
                  </a:cubicBezTo>
                  <a:cubicBezTo>
                    <a:pt x="293" y="382"/>
                    <a:pt x="255" y="420"/>
                    <a:pt x="189" y="420"/>
                  </a:cubicBezTo>
                  <a:close/>
                  <a:moveTo>
                    <a:pt x="905" y="248"/>
                  </a:moveTo>
                  <a:cubicBezTo>
                    <a:pt x="905" y="255"/>
                    <a:pt x="905" y="255"/>
                    <a:pt x="905" y="255"/>
                  </a:cubicBezTo>
                  <a:cubicBezTo>
                    <a:pt x="905" y="258"/>
                    <a:pt x="906" y="260"/>
                    <a:pt x="910" y="260"/>
                  </a:cubicBezTo>
                  <a:cubicBezTo>
                    <a:pt x="974" y="262"/>
                    <a:pt x="974" y="269"/>
                    <a:pt x="974" y="319"/>
                  </a:cubicBezTo>
                  <a:cubicBezTo>
                    <a:pt x="974" y="360"/>
                    <a:pt x="974" y="360"/>
                    <a:pt x="974" y="360"/>
                  </a:cubicBezTo>
                  <a:cubicBezTo>
                    <a:pt x="974" y="402"/>
                    <a:pt x="946" y="429"/>
                    <a:pt x="890" y="429"/>
                  </a:cubicBezTo>
                  <a:cubicBezTo>
                    <a:pt x="796" y="429"/>
                    <a:pt x="756" y="339"/>
                    <a:pt x="756" y="226"/>
                  </a:cubicBezTo>
                  <a:cubicBezTo>
                    <a:pt x="756" y="119"/>
                    <a:pt x="785" y="16"/>
                    <a:pt x="888" y="16"/>
                  </a:cubicBezTo>
                  <a:cubicBezTo>
                    <a:pt x="947" y="16"/>
                    <a:pt x="996" y="56"/>
                    <a:pt x="1000" y="127"/>
                  </a:cubicBezTo>
                  <a:cubicBezTo>
                    <a:pt x="1000" y="132"/>
                    <a:pt x="1002" y="132"/>
                    <a:pt x="1005" y="132"/>
                  </a:cubicBezTo>
                  <a:cubicBezTo>
                    <a:pt x="1011" y="132"/>
                    <a:pt x="1011" y="132"/>
                    <a:pt x="1011" y="132"/>
                  </a:cubicBezTo>
                  <a:cubicBezTo>
                    <a:pt x="1011" y="103"/>
                    <a:pt x="1010" y="34"/>
                    <a:pt x="1010" y="4"/>
                  </a:cubicBezTo>
                  <a:cubicBezTo>
                    <a:pt x="1006" y="4"/>
                    <a:pt x="1006" y="4"/>
                    <a:pt x="1006" y="4"/>
                  </a:cubicBezTo>
                  <a:cubicBezTo>
                    <a:pt x="1002" y="4"/>
                    <a:pt x="1000" y="5"/>
                    <a:pt x="1000" y="7"/>
                  </a:cubicBezTo>
                  <a:cubicBezTo>
                    <a:pt x="994" y="39"/>
                    <a:pt x="994" y="39"/>
                    <a:pt x="994" y="39"/>
                  </a:cubicBezTo>
                  <a:cubicBezTo>
                    <a:pt x="993" y="39"/>
                    <a:pt x="993" y="39"/>
                    <a:pt x="993" y="39"/>
                  </a:cubicBezTo>
                  <a:cubicBezTo>
                    <a:pt x="964" y="12"/>
                    <a:pt x="921" y="0"/>
                    <a:pt x="882" y="0"/>
                  </a:cubicBezTo>
                  <a:cubicBezTo>
                    <a:pt x="760" y="0"/>
                    <a:pt x="680" y="103"/>
                    <a:pt x="680" y="227"/>
                  </a:cubicBezTo>
                  <a:cubicBezTo>
                    <a:pt x="680" y="248"/>
                    <a:pt x="682" y="268"/>
                    <a:pt x="686" y="286"/>
                  </a:cubicBezTo>
                  <a:cubicBezTo>
                    <a:pt x="685" y="304"/>
                    <a:pt x="685" y="304"/>
                    <a:pt x="685" y="304"/>
                  </a:cubicBezTo>
                  <a:cubicBezTo>
                    <a:pt x="678" y="399"/>
                    <a:pt x="622" y="429"/>
                    <a:pt x="563" y="429"/>
                  </a:cubicBezTo>
                  <a:cubicBezTo>
                    <a:pt x="469" y="429"/>
                    <a:pt x="424" y="343"/>
                    <a:pt x="424" y="226"/>
                  </a:cubicBezTo>
                  <a:cubicBezTo>
                    <a:pt x="424" y="119"/>
                    <a:pt x="451" y="16"/>
                    <a:pt x="554" y="16"/>
                  </a:cubicBezTo>
                  <a:cubicBezTo>
                    <a:pt x="606" y="16"/>
                    <a:pt x="651" y="49"/>
                    <a:pt x="661" y="104"/>
                  </a:cubicBezTo>
                  <a:cubicBezTo>
                    <a:pt x="662" y="109"/>
                    <a:pt x="663" y="109"/>
                    <a:pt x="667" y="109"/>
                  </a:cubicBezTo>
                  <a:cubicBezTo>
                    <a:pt x="673" y="109"/>
                    <a:pt x="673" y="109"/>
                    <a:pt x="673" y="109"/>
                  </a:cubicBezTo>
                  <a:cubicBezTo>
                    <a:pt x="672" y="80"/>
                    <a:pt x="672" y="34"/>
                    <a:pt x="672" y="4"/>
                  </a:cubicBezTo>
                  <a:cubicBezTo>
                    <a:pt x="668" y="4"/>
                    <a:pt x="668" y="4"/>
                    <a:pt x="668" y="4"/>
                  </a:cubicBezTo>
                  <a:cubicBezTo>
                    <a:pt x="663" y="4"/>
                    <a:pt x="662" y="5"/>
                    <a:pt x="661" y="7"/>
                  </a:cubicBezTo>
                  <a:cubicBezTo>
                    <a:pt x="655" y="38"/>
                    <a:pt x="655" y="38"/>
                    <a:pt x="655" y="38"/>
                  </a:cubicBezTo>
                  <a:cubicBezTo>
                    <a:pt x="655" y="38"/>
                    <a:pt x="655" y="38"/>
                    <a:pt x="655" y="38"/>
                  </a:cubicBezTo>
                  <a:cubicBezTo>
                    <a:pt x="626" y="12"/>
                    <a:pt x="585" y="0"/>
                    <a:pt x="546" y="0"/>
                  </a:cubicBezTo>
                  <a:cubicBezTo>
                    <a:pt x="427" y="0"/>
                    <a:pt x="348" y="103"/>
                    <a:pt x="348" y="227"/>
                  </a:cubicBezTo>
                  <a:cubicBezTo>
                    <a:pt x="348" y="239"/>
                    <a:pt x="349" y="250"/>
                    <a:pt x="351" y="261"/>
                  </a:cubicBezTo>
                  <a:cubicBezTo>
                    <a:pt x="349" y="261"/>
                    <a:pt x="349" y="261"/>
                    <a:pt x="349" y="261"/>
                  </a:cubicBezTo>
                  <a:cubicBezTo>
                    <a:pt x="325" y="227"/>
                    <a:pt x="278" y="210"/>
                    <a:pt x="220" y="207"/>
                  </a:cubicBezTo>
                  <a:cubicBezTo>
                    <a:pt x="220" y="206"/>
                    <a:pt x="220" y="206"/>
                    <a:pt x="220" y="206"/>
                  </a:cubicBezTo>
                  <a:cubicBezTo>
                    <a:pt x="283" y="194"/>
                    <a:pt x="325" y="162"/>
                    <a:pt x="325" y="109"/>
                  </a:cubicBezTo>
                  <a:cubicBezTo>
                    <a:pt x="325" y="29"/>
                    <a:pt x="238" y="8"/>
                    <a:pt x="168" y="8"/>
                  </a:cubicBezTo>
                  <a:cubicBezTo>
                    <a:pt x="149" y="8"/>
                    <a:pt x="106" y="10"/>
                    <a:pt x="93" y="10"/>
                  </a:cubicBezTo>
                  <a:cubicBezTo>
                    <a:pt x="62" y="10"/>
                    <a:pt x="29" y="9"/>
                    <a:pt x="0" y="8"/>
                  </a:cubicBezTo>
                  <a:cubicBezTo>
                    <a:pt x="0" y="15"/>
                    <a:pt x="0" y="15"/>
                    <a:pt x="0" y="15"/>
                  </a:cubicBezTo>
                  <a:cubicBezTo>
                    <a:pt x="0" y="19"/>
                    <a:pt x="1" y="21"/>
                    <a:pt x="4" y="21"/>
                  </a:cubicBezTo>
                  <a:cubicBezTo>
                    <a:pt x="55" y="23"/>
                    <a:pt x="55" y="30"/>
                    <a:pt x="55" y="109"/>
                  </a:cubicBezTo>
                  <a:cubicBezTo>
                    <a:pt x="55" y="336"/>
                    <a:pt x="55" y="336"/>
                    <a:pt x="55" y="336"/>
                  </a:cubicBezTo>
                  <a:cubicBezTo>
                    <a:pt x="55" y="415"/>
                    <a:pt x="55" y="422"/>
                    <a:pt x="5" y="424"/>
                  </a:cubicBezTo>
                  <a:cubicBezTo>
                    <a:pt x="1" y="424"/>
                    <a:pt x="0" y="426"/>
                    <a:pt x="0" y="430"/>
                  </a:cubicBezTo>
                  <a:cubicBezTo>
                    <a:pt x="0" y="436"/>
                    <a:pt x="0" y="436"/>
                    <a:pt x="0" y="436"/>
                  </a:cubicBezTo>
                  <a:cubicBezTo>
                    <a:pt x="30" y="436"/>
                    <a:pt x="58" y="435"/>
                    <a:pt x="88" y="435"/>
                  </a:cubicBezTo>
                  <a:cubicBezTo>
                    <a:pt x="126" y="435"/>
                    <a:pt x="142" y="436"/>
                    <a:pt x="192" y="436"/>
                  </a:cubicBezTo>
                  <a:cubicBezTo>
                    <a:pt x="297" y="436"/>
                    <a:pt x="361" y="387"/>
                    <a:pt x="366" y="323"/>
                  </a:cubicBezTo>
                  <a:cubicBezTo>
                    <a:pt x="367" y="323"/>
                    <a:pt x="367" y="323"/>
                    <a:pt x="367" y="323"/>
                  </a:cubicBezTo>
                  <a:cubicBezTo>
                    <a:pt x="399" y="398"/>
                    <a:pt x="469" y="445"/>
                    <a:pt x="561" y="445"/>
                  </a:cubicBezTo>
                  <a:cubicBezTo>
                    <a:pt x="605" y="445"/>
                    <a:pt x="645" y="431"/>
                    <a:pt x="678" y="405"/>
                  </a:cubicBezTo>
                  <a:cubicBezTo>
                    <a:pt x="679" y="405"/>
                    <a:pt x="679" y="405"/>
                    <a:pt x="679" y="405"/>
                  </a:cubicBezTo>
                  <a:cubicBezTo>
                    <a:pt x="684" y="438"/>
                    <a:pt x="684" y="438"/>
                    <a:pt x="684" y="438"/>
                  </a:cubicBezTo>
                  <a:cubicBezTo>
                    <a:pt x="685" y="440"/>
                    <a:pt x="687" y="441"/>
                    <a:pt x="691" y="441"/>
                  </a:cubicBezTo>
                  <a:cubicBezTo>
                    <a:pt x="695" y="441"/>
                    <a:pt x="695" y="441"/>
                    <a:pt x="695" y="441"/>
                  </a:cubicBezTo>
                  <a:cubicBezTo>
                    <a:pt x="695" y="420"/>
                    <a:pt x="696" y="363"/>
                    <a:pt x="696" y="321"/>
                  </a:cubicBezTo>
                  <a:cubicBezTo>
                    <a:pt x="697" y="321"/>
                    <a:pt x="697" y="321"/>
                    <a:pt x="697" y="321"/>
                  </a:cubicBezTo>
                  <a:cubicBezTo>
                    <a:pt x="729" y="399"/>
                    <a:pt x="800" y="445"/>
                    <a:pt x="886" y="445"/>
                  </a:cubicBezTo>
                  <a:cubicBezTo>
                    <a:pt x="970" y="445"/>
                    <a:pt x="1001" y="393"/>
                    <a:pt x="1037" y="393"/>
                  </a:cubicBezTo>
                  <a:cubicBezTo>
                    <a:pt x="1040" y="393"/>
                    <a:pt x="1041" y="392"/>
                    <a:pt x="1041" y="387"/>
                  </a:cubicBezTo>
                  <a:cubicBezTo>
                    <a:pt x="1041" y="380"/>
                    <a:pt x="1040" y="362"/>
                    <a:pt x="1040" y="351"/>
                  </a:cubicBezTo>
                  <a:cubicBezTo>
                    <a:pt x="1040" y="323"/>
                    <a:pt x="1040" y="323"/>
                    <a:pt x="1040" y="323"/>
                  </a:cubicBezTo>
                  <a:cubicBezTo>
                    <a:pt x="1040" y="269"/>
                    <a:pt x="1040" y="262"/>
                    <a:pt x="1076" y="260"/>
                  </a:cubicBezTo>
                  <a:cubicBezTo>
                    <a:pt x="1081" y="260"/>
                    <a:pt x="1081" y="258"/>
                    <a:pt x="1081" y="255"/>
                  </a:cubicBezTo>
                  <a:cubicBezTo>
                    <a:pt x="1081" y="248"/>
                    <a:pt x="1081" y="248"/>
                    <a:pt x="1081" y="248"/>
                  </a:cubicBezTo>
                  <a:cubicBezTo>
                    <a:pt x="1052" y="248"/>
                    <a:pt x="1032" y="249"/>
                    <a:pt x="1002" y="249"/>
                  </a:cubicBezTo>
                  <a:cubicBezTo>
                    <a:pt x="971" y="249"/>
                    <a:pt x="934" y="248"/>
                    <a:pt x="905" y="2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6E6F73"/>
                </a:solidFill>
                <a:sym typeface="Trebuchet MS" panose="020B0603020202020204" pitchFamily="34" charset="0"/>
              </a:endParaRPr>
            </a:p>
          </p:txBody>
        </p:sp>
        <p:sp>
          <p:nvSpPr>
            <p:cNvPr id="14" name="Freeform 6"/>
            <p:cNvSpPr>
              <a:spLocks noEditPoints="1"/>
            </p:cNvSpPr>
            <p:nvPr/>
          </p:nvSpPr>
          <p:spPr bwMode="auto">
            <a:xfrm>
              <a:off x="1475" y="3449"/>
              <a:ext cx="4693" cy="282"/>
            </a:xfrm>
            <a:custGeom>
              <a:avLst/>
              <a:gdLst>
                <a:gd name="T0" fmla="*/ 101 w 1984"/>
                <a:gd name="T1" fmla="*/ 32 h 119"/>
                <a:gd name="T2" fmla="*/ 43 w 1984"/>
                <a:gd name="T3" fmla="*/ 12 h 119"/>
                <a:gd name="T4" fmla="*/ 355 w 1984"/>
                <a:gd name="T5" fmla="*/ 29 h 119"/>
                <a:gd name="T6" fmla="*/ 274 w 1984"/>
                <a:gd name="T7" fmla="*/ 117 h 119"/>
                <a:gd name="T8" fmla="*/ 340 w 1984"/>
                <a:gd name="T9" fmla="*/ 31 h 119"/>
                <a:gd name="T10" fmla="*/ 869 w 1984"/>
                <a:gd name="T11" fmla="*/ 82 h 119"/>
                <a:gd name="T12" fmla="*/ 861 w 1984"/>
                <a:gd name="T13" fmla="*/ 6 h 119"/>
                <a:gd name="T14" fmla="*/ 153 w 1984"/>
                <a:gd name="T15" fmla="*/ 117 h 119"/>
                <a:gd name="T16" fmla="*/ 121 w 1984"/>
                <a:gd name="T17" fmla="*/ 117 h 119"/>
                <a:gd name="T18" fmla="*/ 103 w 1984"/>
                <a:gd name="T19" fmla="*/ 38 h 119"/>
                <a:gd name="T20" fmla="*/ 135 w 1984"/>
                <a:gd name="T21" fmla="*/ 38 h 119"/>
                <a:gd name="T22" fmla="*/ 153 w 1984"/>
                <a:gd name="T23" fmla="*/ 117 h 119"/>
                <a:gd name="T24" fmla="*/ 177 w 1984"/>
                <a:gd name="T25" fmla="*/ 38 h 119"/>
                <a:gd name="T26" fmla="*/ 201 w 1984"/>
                <a:gd name="T27" fmla="*/ 73 h 119"/>
                <a:gd name="T28" fmla="*/ 201 w 1984"/>
                <a:gd name="T29" fmla="*/ 78 h 119"/>
                <a:gd name="T30" fmla="*/ 374 w 1984"/>
                <a:gd name="T31" fmla="*/ 79 h 119"/>
                <a:gd name="T32" fmla="*/ 461 w 1984"/>
                <a:gd name="T33" fmla="*/ 117 h 119"/>
                <a:gd name="T34" fmla="*/ 497 w 1984"/>
                <a:gd name="T35" fmla="*/ 41 h 119"/>
                <a:gd name="T36" fmla="*/ 481 w 1984"/>
                <a:gd name="T37" fmla="*/ 119 h 119"/>
                <a:gd name="T38" fmla="*/ 515 w 1984"/>
                <a:gd name="T39" fmla="*/ 61 h 119"/>
                <a:gd name="T40" fmla="*/ 561 w 1984"/>
                <a:gd name="T41" fmla="*/ 44 h 119"/>
                <a:gd name="T42" fmla="*/ 622 w 1984"/>
                <a:gd name="T43" fmla="*/ 36 h 119"/>
                <a:gd name="T44" fmla="*/ 684 w 1984"/>
                <a:gd name="T45" fmla="*/ 53 h 119"/>
                <a:gd name="T46" fmla="*/ 675 w 1984"/>
                <a:gd name="T47" fmla="*/ 84 h 119"/>
                <a:gd name="T48" fmla="*/ 716 w 1984"/>
                <a:gd name="T49" fmla="*/ 43 h 119"/>
                <a:gd name="T50" fmla="*/ 921 w 1984"/>
                <a:gd name="T51" fmla="*/ 119 h 119"/>
                <a:gd name="T52" fmla="*/ 1029 w 1984"/>
                <a:gd name="T53" fmla="*/ 119 h 119"/>
                <a:gd name="T54" fmla="*/ 963 w 1984"/>
                <a:gd name="T55" fmla="*/ 113 h 119"/>
                <a:gd name="T56" fmla="*/ 1030 w 1984"/>
                <a:gd name="T57" fmla="*/ 96 h 119"/>
                <a:gd name="T58" fmla="*/ 1038 w 1984"/>
                <a:gd name="T59" fmla="*/ 119 h 119"/>
                <a:gd name="T60" fmla="*/ 1097 w 1984"/>
                <a:gd name="T61" fmla="*/ 101 h 119"/>
                <a:gd name="T62" fmla="*/ 1080 w 1984"/>
                <a:gd name="T63" fmla="*/ 43 h 119"/>
                <a:gd name="T64" fmla="*/ 1111 w 1984"/>
                <a:gd name="T65" fmla="*/ 38 h 119"/>
                <a:gd name="T66" fmla="*/ 1163 w 1984"/>
                <a:gd name="T67" fmla="*/ 43 h 119"/>
                <a:gd name="T68" fmla="*/ 1243 w 1984"/>
                <a:gd name="T69" fmla="*/ 117 h 119"/>
                <a:gd name="T70" fmla="*/ 1217 w 1984"/>
                <a:gd name="T71" fmla="*/ 38 h 119"/>
                <a:gd name="T72" fmla="*/ 1261 w 1984"/>
                <a:gd name="T73" fmla="*/ 91 h 119"/>
                <a:gd name="T74" fmla="*/ 1276 w 1984"/>
                <a:gd name="T75" fmla="*/ 44 h 119"/>
                <a:gd name="T76" fmla="*/ 1322 w 1984"/>
                <a:gd name="T77" fmla="*/ 61 h 119"/>
                <a:gd name="T78" fmla="*/ 1331 w 1984"/>
                <a:gd name="T79" fmla="*/ 117 h 119"/>
                <a:gd name="T80" fmla="*/ 1367 w 1984"/>
                <a:gd name="T81" fmla="*/ 42 h 119"/>
                <a:gd name="T82" fmla="*/ 1392 w 1984"/>
                <a:gd name="T83" fmla="*/ 53 h 119"/>
                <a:gd name="T84" fmla="*/ 1383 w 1984"/>
                <a:gd name="T85" fmla="*/ 84 h 119"/>
                <a:gd name="T86" fmla="*/ 1424 w 1984"/>
                <a:gd name="T87" fmla="*/ 42 h 119"/>
                <a:gd name="T88" fmla="*/ 1536 w 1984"/>
                <a:gd name="T89" fmla="*/ 87 h 119"/>
                <a:gd name="T90" fmla="*/ 1521 w 1984"/>
                <a:gd name="T91" fmla="*/ 37 h 119"/>
                <a:gd name="T92" fmla="*/ 1503 w 1984"/>
                <a:gd name="T93" fmla="*/ 87 h 119"/>
                <a:gd name="T94" fmla="*/ 1659 w 1984"/>
                <a:gd name="T95" fmla="*/ 104 h 119"/>
                <a:gd name="T96" fmla="*/ 1653 w 1984"/>
                <a:gd name="T97" fmla="*/ 33 h 119"/>
                <a:gd name="T98" fmla="*/ 1625 w 1984"/>
                <a:gd name="T99" fmla="*/ 66 h 119"/>
                <a:gd name="T100" fmla="*/ 1750 w 1984"/>
                <a:gd name="T101" fmla="*/ 111 h 119"/>
                <a:gd name="T102" fmla="*/ 1672 w 1984"/>
                <a:gd name="T103" fmla="*/ 117 h 119"/>
                <a:gd name="T104" fmla="*/ 1738 w 1984"/>
                <a:gd name="T105" fmla="*/ 56 h 119"/>
                <a:gd name="T106" fmla="*/ 1788 w 1984"/>
                <a:gd name="T107" fmla="*/ 36 h 119"/>
                <a:gd name="T108" fmla="*/ 1841 w 1984"/>
                <a:gd name="T109" fmla="*/ 59 h 119"/>
                <a:gd name="T110" fmla="*/ 1875 w 1984"/>
                <a:gd name="T111" fmla="*/ 110 h 119"/>
                <a:gd name="T112" fmla="*/ 1903 w 1984"/>
                <a:gd name="T113" fmla="*/ 71 h 119"/>
                <a:gd name="T114" fmla="*/ 1918 w 1984"/>
                <a:gd name="T115" fmla="*/ 117 h 119"/>
                <a:gd name="T116" fmla="*/ 1984 w 1984"/>
                <a:gd name="T117" fmla="*/ 5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84" h="119">
                  <a:moveTo>
                    <a:pt x="73" y="117"/>
                  </a:moveTo>
                  <a:cubicBezTo>
                    <a:pt x="73" y="113"/>
                    <a:pt x="73" y="113"/>
                    <a:pt x="73" y="113"/>
                  </a:cubicBezTo>
                  <a:cubicBezTo>
                    <a:pt x="73" y="112"/>
                    <a:pt x="72" y="111"/>
                    <a:pt x="71" y="111"/>
                  </a:cubicBezTo>
                  <a:cubicBezTo>
                    <a:pt x="58" y="109"/>
                    <a:pt x="58" y="109"/>
                    <a:pt x="58" y="88"/>
                  </a:cubicBezTo>
                  <a:cubicBezTo>
                    <a:pt x="58" y="12"/>
                    <a:pt x="58" y="12"/>
                    <a:pt x="58" y="12"/>
                  </a:cubicBezTo>
                  <a:cubicBezTo>
                    <a:pt x="58" y="11"/>
                    <a:pt x="59" y="10"/>
                    <a:pt x="60" y="10"/>
                  </a:cubicBezTo>
                  <a:cubicBezTo>
                    <a:pt x="71" y="10"/>
                    <a:pt x="71" y="10"/>
                    <a:pt x="71" y="10"/>
                  </a:cubicBezTo>
                  <a:cubicBezTo>
                    <a:pt x="85" y="10"/>
                    <a:pt x="93" y="12"/>
                    <a:pt x="95" y="31"/>
                  </a:cubicBezTo>
                  <a:cubicBezTo>
                    <a:pt x="96" y="32"/>
                    <a:pt x="96" y="32"/>
                    <a:pt x="97" y="32"/>
                  </a:cubicBezTo>
                  <a:cubicBezTo>
                    <a:pt x="101" y="32"/>
                    <a:pt x="101" y="32"/>
                    <a:pt x="101" y="32"/>
                  </a:cubicBezTo>
                  <a:cubicBezTo>
                    <a:pt x="101" y="24"/>
                    <a:pt x="101" y="10"/>
                    <a:pt x="101" y="2"/>
                  </a:cubicBezTo>
                  <a:cubicBezTo>
                    <a:pt x="94" y="2"/>
                    <a:pt x="85" y="2"/>
                    <a:pt x="71" y="2"/>
                  </a:cubicBezTo>
                  <a:cubicBezTo>
                    <a:pt x="31" y="2"/>
                    <a:pt x="31" y="2"/>
                    <a:pt x="31" y="2"/>
                  </a:cubicBezTo>
                  <a:cubicBezTo>
                    <a:pt x="16" y="2"/>
                    <a:pt x="7" y="2"/>
                    <a:pt x="0" y="2"/>
                  </a:cubicBezTo>
                  <a:cubicBezTo>
                    <a:pt x="0" y="10"/>
                    <a:pt x="0" y="27"/>
                    <a:pt x="0" y="35"/>
                  </a:cubicBezTo>
                  <a:cubicBezTo>
                    <a:pt x="4" y="35"/>
                    <a:pt x="4" y="35"/>
                    <a:pt x="4" y="35"/>
                  </a:cubicBezTo>
                  <a:cubicBezTo>
                    <a:pt x="5" y="35"/>
                    <a:pt x="6" y="34"/>
                    <a:pt x="6" y="33"/>
                  </a:cubicBezTo>
                  <a:cubicBezTo>
                    <a:pt x="8" y="12"/>
                    <a:pt x="16" y="10"/>
                    <a:pt x="30" y="10"/>
                  </a:cubicBezTo>
                  <a:cubicBezTo>
                    <a:pt x="41" y="10"/>
                    <a:pt x="41" y="10"/>
                    <a:pt x="41" y="10"/>
                  </a:cubicBezTo>
                  <a:cubicBezTo>
                    <a:pt x="43" y="10"/>
                    <a:pt x="43" y="11"/>
                    <a:pt x="43" y="12"/>
                  </a:cubicBezTo>
                  <a:cubicBezTo>
                    <a:pt x="43" y="88"/>
                    <a:pt x="43" y="88"/>
                    <a:pt x="43" y="88"/>
                  </a:cubicBezTo>
                  <a:cubicBezTo>
                    <a:pt x="43" y="109"/>
                    <a:pt x="43" y="109"/>
                    <a:pt x="30" y="111"/>
                  </a:cubicBezTo>
                  <a:cubicBezTo>
                    <a:pt x="29" y="111"/>
                    <a:pt x="29" y="112"/>
                    <a:pt x="29" y="113"/>
                  </a:cubicBezTo>
                  <a:cubicBezTo>
                    <a:pt x="29" y="117"/>
                    <a:pt x="29" y="117"/>
                    <a:pt x="29" y="117"/>
                  </a:cubicBezTo>
                  <a:cubicBezTo>
                    <a:pt x="36" y="117"/>
                    <a:pt x="43" y="117"/>
                    <a:pt x="51" y="117"/>
                  </a:cubicBezTo>
                  <a:cubicBezTo>
                    <a:pt x="59" y="117"/>
                    <a:pt x="65" y="117"/>
                    <a:pt x="73" y="117"/>
                  </a:cubicBezTo>
                  <a:close/>
                  <a:moveTo>
                    <a:pt x="367" y="85"/>
                  </a:moveTo>
                  <a:cubicBezTo>
                    <a:pt x="367" y="65"/>
                    <a:pt x="349" y="57"/>
                    <a:pt x="330" y="56"/>
                  </a:cubicBezTo>
                  <a:cubicBezTo>
                    <a:pt x="330" y="55"/>
                    <a:pt x="330" y="55"/>
                    <a:pt x="330" y="55"/>
                  </a:cubicBezTo>
                  <a:cubicBezTo>
                    <a:pt x="344" y="52"/>
                    <a:pt x="355" y="44"/>
                    <a:pt x="355" y="29"/>
                  </a:cubicBezTo>
                  <a:cubicBezTo>
                    <a:pt x="355" y="8"/>
                    <a:pt x="332" y="2"/>
                    <a:pt x="313" y="2"/>
                  </a:cubicBezTo>
                  <a:cubicBezTo>
                    <a:pt x="307" y="2"/>
                    <a:pt x="304" y="2"/>
                    <a:pt x="297" y="2"/>
                  </a:cubicBezTo>
                  <a:cubicBezTo>
                    <a:pt x="289" y="2"/>
                    <a:pt x="281" y="2"/>
                    <a:pt x="274" y="2"/>
                  </a:cubicBezTo>
                  <a:cubicBezTo>
                    <a:pt x="274" y="7"/>
                    <a:pt x="274" y="7"/>
                    <a:pt x="274" y="7"/>
                  </a:cubicBezTo>
                  <a:cubicBezTo>
                    <a:pt x="274" y="8"/>
                    <a:pt x="274" y="8"/>
                    <a:pt x="275" y="8"/>
                  </a:cubicBezTo>
                  <a:cubicBezTo>
                    <a:pt x="288" y="10"/>
                    <a:pt x="288" y="11"/>
                    <a:pt x="288" y="32"/>
                  </a:cubicBezTo>
                  <a:cubicBezTo>
                    <a:pt x="288" y="88"/>
                    <a:pt x="288" y="88"/>
                    <a:pt x="288" y="88"/>
                  </a:cubicBezTo>
                  <a:cubicBezTo>
                    <a:pt x="288" y="109"/>
                    <a:pt x="288" y="109"/>
                    <a:pt x="275" y="111"/>
                  </a:cubicBezTo>
                  <a:cubicBezTo>
                    <a:pt x="274" y="111"/>
                    <a:pt x="274" y="112"/>
                    <a:pt x="274" y="113"/>
                  </a:cubicBezTo>
                  <a:cubicBezTo>
                    <a:pt x="274" y="117"/>
                    <a:pt x="274" y="117"/>
                    <a:pt x="274" y="117"/>
                  </a:cubicBezTo>
                  <a:cubicBezTo>
                    <a:pt x="282" y="117"/>
                    <a:pt x="289" y="117"/>
                    <a:pt x="297" y="117"/>
                  </a:cubicBezTo>
                  <a:cubicBezTo>
                    <a:pt x="306" y="117"/>
                    <a:pt x="310" y="117"/>
                    <a:pt x="320" y="117"/>
                  </a:cubicBezTo>
                  <a:cubicBezTo>
                    <a:pt x="349" y="117"/>
                    <a:pt x="367" y="103"/>
                    <a:pt x="367" y="85"/>
                  </a:cubicBezTo>
                  <a:close/>
                  <a:moveTo>
                    <a:pt x="349" y="85"/>
                  </a:moveTo>
                  <a:cubicBezTo>
                    <a:pt x="349" y="102"/>
                    <a:pt x="339" y="109"/>
                    <a:pt x="319" y="109"/>
                  </a:cubicBezTo>
                  <a:cubicBezTo>
                    <a:pt x="304" y="109"/>
                    <a:pt x="304" y="108"/>
                    <a:pt x="304" y="86"/>
                  </a:cubicBezTo>
                  <a:cubicBezTo>
                    <a:pt x="304" y="60"/>
                    <a:pt x="304" y="60"/>
                    <a:pt x="304" y="60"/>
                  </a:cubicBezTo>
                  <a:cubicBezTo>
                    <a:pt x="311" y="60"/>
                    <a:pt x="311" y="60"/>
                    <a:pt x="311" y="60"/>
                  </a:cubicBezTo>
                  <a:cubicBezTo>
                    <a:pt x="335" y="60"/>
                    <a:pt x="349" y="66"/>
                    <a:pt x="349" y="85"/>
                  </a:cubicBezTo>
                  <a:close/>
                  <a:moveTo>
                    <a:pt x="340" y="31"/>
                  </a:moveTo>
                  <a:cubicBezTo>
                    <a:pt x="340" y="47"/>
                    <a:pt x="329" y="53"/>
                    <a:pt x="311" y="53"/>
                  </a:cubicBezTo>
                  <a:cubicBezTo>
                    <a:pt x="304" y="53"/>
                    <a:pt x="304" y="53"/>
                    <a:pt x="304" y="53"/>
                  </a:cubicBezTo>
                  <a:cubicBezTo>
                    <a:pt x="304" y="12"/>
                    <a:pt x="304" y="12"/>
                    <a:pt x="304" y="12"/>
                  </a:cubicBezTo>
                  <a:cubicBezTo>
                    <a:pt x="304" y="10"/>
                    <a:pt x="304" y="10"/>
                    <a:pt x="306" y="10"/>
                  </a:cubicBezTo>
                  <a:cubicBezTo>
                    <a:pt x="308" y="10"/>
                    <a:pt x="314" y="10"/>
                    <a:pt x="316" y="10"/>
                  </a:cubicBezTo>
                  <a:cubicBezTo>
                    <a:pt x="331" y="10"/>
                    <a:pt x="340" y="16"/>
                    <a:pt x="340" y="31"/>
                  </a:cubicBezTo>
                  <a:close/>
                  <a:moveTo>
                    <a:pt x="875" y="118"/>
                  </a:moveTo>
                  <a:cubicBezTo>
                    <a:pt x="875" y="110"/>
                    <a:pt x="875" y="89"/>
                    <a:pt x="875" y="81"/>
                  </a:cubicBezTo>
                  <a:cubicBezTo>
                    <a:pt x="871" y="81"/>
                    <a:pt x="871" y="81"/>
                    <a:pt x="871" y="81"/>
                  </a:cubicBezTo>
                  <a:cubicBezTo>
                    <a:pt x="870" y="81"/>
                    <a:pt x="869" y="81"/>
                    <a:pt x="869" y="82"/>
                  </a:cubicBezTo>
                  <a:cubicBezTo>
                    <a:pt x="867" y="103"/>
                    <a:pt x="856" y="112"/>
                    <a:pt x="838" y="112"/>
                  </a:cubicBezTo>
                  <a:cubicBezTo>
                    <a:pt x="814" y="112"/>
                    <a:pt x="802" y="92"/>
                    <a:pt x="802" y="59"/>
                  </a:cubicBezTo>
                  <a:cubicBezTo>
                    <a:pt x="802" y="34"/>
                    <a:pt x="807" y="7"/>
                    <a:pt x="834" y="7"/>
                  </a:cubicBezTo>
                  <a:cubicBezTo>
                    <a:pt x="850" y="7"/>
                    <a:pt x="859" y="17"/>
                    <a:pt x="863" y="34"/>
                  </a:cubicBezTo>
                  <a:cubicBezTo>
                    <a:pt x="863" y="35"/>
                    <a:pt x="863" y="35"/>
                    <a:pt x="864" y="35"/>
                  </a:cubicBezTo>
                  <a:cubicBezTo>
                    <a:pt x="869" y="35"/>
                    <a:pt x="869" y="35"/>
                    <a:pt x="869" y="35"/>
                  </a:cubicBezTo>
                  <a:cubicBezTo>
                    <a:pt x="869" y="27"/>
                    <a:pt x="868" y="9"/>
                    <a:pt x="868" y="1"/>
                  </a:cubicBezTo>
                  <a:cubicBezTo>
                    <a:pt x="866" y="1"/>
                    <a:pt x="866" y="1"/>
                    <a:pt x="866" y="1"/>
                  </a:cubicBezTo>
                  <a:cubicBezTo>
                    <a:pt x="865" y="1"/>
                    <a:pt x="864" y="1"/>
                    <a:pt x="863" y="2"/>
                  </a:cubicBezTo>
                  <a:cubicBezTo>
                    <a:pt x="861" y="6"/>
                    <a:pt x="861" y="6"/>
                    <a:pt x="861" y="6"/>
                  </a:cubicBezTo>
                  <a:cubicBezTo>
                    <a:pt x="861" y="6"/>
                    <a:pt x="861" y="6"/>
                    <a:pt x="861" y="6"/>
                  </a:cubicBezTo>
                  <a:cubicBezTo>
                    <a:pt x="854" y="2"/>
                    <a:pt x="845" y="0"/>
                    <a:pt x="834" y="0"/>
                  </a:cubicBezTo>
                  <a:cubicBezTo>
                    <a:pt x="802" y="0"/>
                    <a:pt x="784" y="26"/>
                    <a:pt x="784" y="59"/>
                  </a:cubicBezTo>
                  <a:cubicBezTo>
                    <a:pt x="784" y="98"/>
                    <a:pt x="806" y="119"/>
                    <a:pt x="836" y="119"/>
                  </a:cubicBezTo>
                  <a:cubicBezTo>
                    <a:pt x="852" y="119"/>
                    <a:pt x="862" y="115"/>
                    <a:pt x="867" y="113"/>
                  </a:cubicBezTo>
                  <a:cubicBezTo>
                    <a:pt x="867" y="113"/>
                    <a:pt x="867" y="113"/>
                    <a:pt x="867" y="113"/>
                  </a:cubicBezTo>
                  <a:cubicBezTo>
                    <a:pt x="870" y="117"/>
                    <a:pt x="870" y="117"/>
                    <a:pt x="870" y="117"/>
                  </a:cubicBezTo>
                  <a:cubicBezTo>
                    <a:pt x="871" y="118"/>
                    <a:pt x="871" y="118"/>
                    <a:pt x="872" y="118"/>
                  </a:cubicBezTo>
                  <a:lnTo>
                    <a:pt x="875" y="118"/>
                  </a:lnTo>
                  <a:close/>
                  <a:moveTo>
                    <a:pt x="153" y="117"/>
                  </a:moveTo>
                  <a:cubicBezTo>
                    <a:pt x="147" y="117"/>
                    <a:pt x="140" y="117"/>
                    <a:pt x="135" y="117"/>
                  </a:cubicBezTo>
                  <a:cubicBezTo>
                    <a:pt x="135" y="113"/>
                    <a:pt x="135" y="113"/>
                    <a:pt x="135" y="113"/>
                  </a:cubicBezTo>
                  <a:cubicBezTo>
                    <a:pt x="135" y="112"/>
                    <a:pt x="135" y="112"/>
                    <a:pt x="136" y="112"/>
                  </a:cubicBezTo>
                  <a:cubicBezTo>
                    <a:pt x="146" y="111"/>
                    <a:pt x="146" y="110"/>
                    <a:pt x="146" y="96"/>
                  </a:cubicBezTo>
                  <a:cubicBezTo>
                    <a:pt x="146" y="79"/>
                    <a:pt x="146" y="79"/>
                    <a:pt x="146" y="79"/>
                  </a:cubicBezTo>
                  <a:cubicBezTo>
                    <a:pt x="110" y="79"/>
                    <a:pt x="110" y="79"/>
                    <a:pt x="110" y="79"/>
                  </a:cubicBezTo>
                  <a:cubicBezTo>
                    <a:pt x="110" y="96"/>
                    <a:pt x="110" y="96"/>
                    <a:pt x="110" y="96"/>
                  </a:cubicBezTo>
                  <a:cubicBezTo>
                    <a:pt x="110" y="110"/>
                    <a:pt x="110" y="111"/>
                    <a:pt x="120" y="112"/>
                  </a:cubicBezTo>
                  <a:cubicBezTo>
                    <a:pt x="121" y="112"/>
                    <a:pt x="121" y="112"/>
                    <a:pt x="121" y="113"/>
                  </a:cubicBezTo>
                  <a:cubicBezTo>
                    <a:pt x="121" y="117"/>
                    <a:pt x="121" y="117"/>
                    <a:pt x="121" y="117"/>
                  </a:cubicBezTo>
                  <a:cubicBezTo>
                    <a:pt x="116" y="117"/>
                    <a:pt x="109" y="117"/>
                    <a:pt x="103" y="117"/>
                  </a:cubicBezTo>
                  <a:cubicBezTo>
                    <a:pt x="98" y="117"/>
                    <a:pt x="91" y="117"/>
                    <a:pt x="86" y="117"/>
                  </a:cubicBezTo>
                  <a:cubicBezTo>
                    <a:pt x="86" y="113"/>
                    <a:pt x="86" y="113"/>
                    <a:pt x="86" y="113"/>
                  </a:cubicBezTo>
                  <a:cubicBezTo>
                    <a:pt x="86" y="112"/>
                    <a:pt x="86" y="112"/>
                    <a:pt x="86" y="112"/>
                  </a:cubicBezTo>
                  <a:cubicBezTo>
                    <a:pt x="96" y="111"/>
                    <a:pt x="96" y="110"/>
                    <a:pt x="96" y="96"/>
                  </a:cubicBezTo>
                  <a:cubicBezTo>
                    <a:pt x="96" y="59"/>
                    <a:pt x="96" y="59"/>
                    <a:pt x="96" y="59"/>
                  </a:cubicBezTo>
                  <a:cubicBezTo>
                    <a:pt x="96" y="45"/>
                    <a:pt x="96" y="44"/>
                    <a:pt x="86" y="43"/>
                  </a:cubicBezTo>
                  <a:cubicBezTo>
                    <a:pt x="86" y="43"/>
                    <a:pt x="86" y="43"/>
                    <a:pt x="86" y="42"/>
                  </a:cubicBezTo>
                  <a:cubicBezTo>
                    <a:pt x="86" y="38"/>
                    <a:pt x="86" y="38"/>
                    <a:pt x="86" y="38"/>
                  </a:cubicBezTo>
                  <a:cubicBezTo>
                    <a:pt x="91" y="38"/>
                    <a:pt x="98" y="38"/>
                    <a:pt x="103" y="38"/>
                  </a:cubicBezTo>
                  <a:cubicBezTo>
                    <a:pt x="109" y="38"/>
                    <a:pt x="116" y="38"/>
                    <a:pt x="121" y="38"/>
                  </a:cubicBezTo>
                  <a:cubicBezTo>
                    <a:pt x="121" y="42"/>
                    <a:pt x="121" y="42"/>
                    <a:pt x="121" y="42"/>
                  </a:cubicBezTo>
                  <a:cubicBezTo>
                    <a:pt x="121" y="43"/>
                    <a:pt x="121" y="43"/>
                    <a:pt x="120" y="43"/>
                  </a:cubicBezTo>
                  <a:cubicBezTo>
                    <a:pt x="110" y="44"/>
                    <a:pt x="110" y="45"/>
                    <a:pt x="110" y="59"/>
                  </a:cubicBezTo>
                  <a:cubicBezTo>
                    <a:pt x="110" y="73"/>
                    <a:pt x="110" y="73"/>
                    <a:pt x="110" y="73"/>
                  </a:cubicBezTo>
                  <a:cubicBezTo>
                    <a:pt x="146" y="73"/>
                    <a:pt x="146" y="73"/>
                    <a:pt x="146" y="73"/>
                  </a:cubicBezTo>
                  <a:cubicBezTo>
                    <a:pt x="146" y="59"/>
                    <a:pt x="146" y="59"/>
                    <a:pt x="146" y="59"/>
                  </a:cubicBezTo>
                  <a:cubicBezTo>
                    <a:pt x="146" y="45"/>
                    <a:pt x="146" y="44"/>
                    <a:pt x="136" y="43"/>
                  </a:cubicBezTo>
                  <a:cubicBezTo>
                    <a:pt x="135" y="43"/>
                    <a:pt x="135" y="43"/>
                    <a:pt x="135" y="42"/>
                  </a:cubicBezTo>
                  <a:cubicBezTo>
                    <a:pt x="135" y="38"/>
                    <a:pt x="135" y="38"/>
                    <a:pt x="135" y="38"/>
                  </a:cubicBezTo>
                  <a:cubicBezTo>
                    <a:pt x="140" y="38"/>
                    <a:pt x="147" y="38"/>
                    <a:pt x="153" y="38"/>
                  </a:cubicBezTo>
                  <a:cubicBezTo>
                    <a:pt x="158" y="38"/>
                    <a:pt x="165" y="38"/>
                    <a:pt x="171" y="38"/>
                  </a:cubicBezTo>
                  <a:cubicBezTo>
                    <a:pt x="171" y="42"/>
                    <a:pt x="171" y="42"/>
                    <a:pt x="171" y="42"/>
                  </a:cubicBezTo>
                  <a:cubicBezTo>
                    <a:pt x="171" y="43"/>
                    <a:pt x="170" y="43"/>
                    <a:pt x="170" y="43"/>
                  </a:cubicBezTo>
                  <a:cubicBezTo>
                    <a:pt x="160" y="44"/>
                    <a:pt x="160" y="45"/>
                    <a:pt x="160" y="59"/>
                  </a:cubicBezTo>
                  <a:cubicBezTo>
                    <a:pt x="160" y="96"/>
                    <a:pt x="160" y="96"/>
                    <a:pt x="160" y="96"/>
                  </a:cubicBezTo>
                  <a:cubicBezTo>
                    <a:pt x="160" y="110"/>
                    <a:pt x="160" y="111"/>
                    <a:pt x="170" y="112"/>
                  </a:cubicBezTo>
                  <a:cubicBezTo>
                    <a:pt x="170" y="112"/>
                    <a:pt x="171" y="112"/>
                    <a:pt x="171" y="113"/>
                  </a:cubicBezTo>
                  <a:cubicBezTo>
                    <a:pt x="171" y="117"/>
                    <a:pt x="171" y="117"/>
                    <a:pt x="171" y="117"/>
                  </a:cubicBezTo>
                  <a:cubicBezTo>
                    <a:pt x="165" y="117"/>
                    <a:pt x="158" y="117"/>
                    <a:pt x="153" y="117"/>
                  </a:cubicBezTo>
                  <a:close/>
                  <a:moveTo>
                    <a:pt x="219" y="117"/>
                  </a:moveTo>
                  <a:cubicBezTo>
                    <a:pt x="194" y="117"/>
                    <a:pt x="194" y="117"/>
                    <a:pt x="194" y="117"/>
                  </a:cubicBezTo>
                  <a:cubicBezTo>
                    <a:pt x="189" y="117"/>
                    <a:pt x="182" y="117"/>
                    <a:pt x="177" y="117"/>
                  </a:cubicBezTo>
                  <a:cubicBezTo>
                    <a:pt x="177" y="113"/>
                    <a:pt x="177" y="113"/>
                    <a:pt x="177" y="113"/>
                  </a:cubicBezTo>
                  <a:cubicBezTo>
                    <a:pt x="177" y="112"/>
                    <a:pt x="177" y="112"/>
                    <a:pt x="178" y="112"/>
                  </a:cubicBezTo>
                  <a:cubicBezTo>
                    <a:pt x="188" y="111"/>
                    <a:pt x="188" y="110"/>
                    <a:pt x="188" y="96"/>
                  </a:cubicBezTo>
                  <a:cubicBezTo>
                    <a:pt x="188" y="59"/>
                    <a:pt x="188" y="59"/>
                    <a:pt x="188" y="59"/>
                  </a:cubicBezTo>
                  <a:cubicBezTo>
                    <a:pt x="188" y="45"/>
                    <a:pt x="188" y="44"/>
                    <a:pt x="178" y="43"/>
                  </a:cubicBezTo>
                  <a:cubicBezTo>
                    <a:pt x="177" y="43"/>
                    <a:pt x="177" y="43"/>
                    <a:pt x="177" y="42"/>
                  </a:cubicBezTo>
                  <a:cubicBezTo>
                    <a:pt x="177" y="38"/>
                    <a:pt x="177" y="38"/>
                    <a:pt x="177" y="38"/>
                  </a:cubicBezTo>
                  <a:cubicBezTo>
                    <a:pt x="182" y="38"/>
                    <a:pt x="189" y="38"/>
                    <a:pt x="194" y="38"/>
                  </a:cubicBezTo>
                  <a:cubicBezTo>
                    <a:pt x="213" y="38"/>
                    <a:pt x="213" y="38"/>
                    <a:pt x="213" y="38"/>
                  </a:cubicBezTo>
                  <a:cubicBezTo>
                    <a:pt x="223" y="38"/>
                    <a:pt x="229" y="38"/>
                    <a:pt x="234" y="38"/>
                  </a:cubicBezTo>
                  <a:cubicBezTo>
                    <a:pt x="234" y="44"/>
                    <a:pt x="234" y="54"/>
                    <a:pt x="235" y="59"/>
                  </a:cubicBezTo>
                  <a:cubicBezTo>
                    <a:pt x="231" y="59"/>
                    <a:pt x="231" y="59"/>
                    <a:pt x="231" y="59"/>
                  </a:cubicBezTo>
                  <a:cubicBezTo>
                    <a:pt x="230" y="59"/>
                    <a:pt x="230" y="59"/>
                    <a:pt x="230" y="58"/>
                  </a:cubicBezTo>
                  <a:cubicBezTo>
                    <a:pt x="228" y="46"/>
                    <a:pt x="223" y="44"/>
                    <a:pt x="213" y="44"/>
                  </a:cubicBezTo>
                  <a:cubicBezTo>
                    <a:pt x="202" y="44"/>
                    <a:pt x="202" y="44"/>
                    <a:pt x="202" y="44"/>
                  </a:cubicBezTo>
                  <a:cubicBezTo>
                    <a:pt x="201" y="44"/>
                    <a:pt x="201" y="45"/>
                    <a:pt x="201" y="46"/>
                  </a:cubicBezTo>
                  <a:cubicBezTo>
                    <a:pt x="201" y="73"/>
                    <a:pt x="201" y="73"/>
                    <a:pt x="201" y="73"/>
                  </a:cubicBezTo>
                  <a:cubicBezTo>
                    <a:pt x="202" y="73"/>
                    <a:pt x="202" y="73"/>
                    <a:pt x="202" y="73"/>
                  </a:cubicBezTo>
                  <a:cubicBezTo>
                    <a:pt x="212" y="73"/>
                    <a:pt x="215" y="71"/>
                    <a:pt x="216" y="63"/>
                  </a:cubicBezTo>
                  <a:cubicBezTo>
                    <a:pt x="216" y="62"/>
                    <a:pt x="216" y="62"/>
                    <a:pt x="217" y="62"/>
                  </a:cubicBezTo>
                  <a:cubicBezTo>
                    <a:pt x="221" y="62"/>
                    <a:pt x="221" y="62"/>
                    <a:pt x="221" y="62"/>
                  </a:cubicBezTo>
                  <a:cubicBezTo>
                    <a:pt x="221" y="67"/>
                    <a:pt x="220" y="71"/>
                    <a:pt x="220" y="76"/>
                  </a:cubicBezTo>
                  <a:cubicBezTo>
                    <a:pt x="220" y="82"/>
                    <a:pt x="221" y="85"/>
                    <a:pt x="221" y="90"/>
                  </a:cubicBezTo>
                  <a:cubicBezTo>
                    <a:pt x="217" y="90"/>
                    <a:pt x="217" y="90"/>
                    <a:pt x="217" y="90"/>
                  </a:cubicBezTo>
                  <a:cubicBezTo>
                    <a:pt x="216" y="90"/>
                    <a:pt x="216" y="90"/>
                    <a:pt x="216" y="89"/>
                  </a:cubicBezTo>
                  <a:cubicBezTo>
                    <a:pt x="215" y="79"/>
                    <a:pt x="212" y="78"/>
                    <a:pt x="202" y="78"/>
                  </a:cubicBezTo>
                  <a:cubicBezTo>
                    <a:pt x="201" y="78"/>
                    <a:pt x="201" y="78"/>
                    <a:pt x="201" y="78"/>
                  </a:cubicBezTo>
                  <a:cubicBezTo>
                    <a:pt x="201" y="95"/>
                    <a:pt x="201" y="95"/>
                    <a:pt x="201" y="95"/>
                  </a:cubicBezTo>
                  <a:cubicBezTo>
                    <a:pt x="201" y="109"/>
                    <a:pt x="201" y="110"/>
                    <a:pt x="212" y="110"/>
                  </a:cubicBezTo>
                  <a:cubicBezTo>
                    <a:pt x="219" y="110"/>
                    <a:pt x="219" y="110"/>
                    <a:pt x="219" y="110"/>
                  </a:cubicBezTo>
                  <a:cubicBezTo>
                    <a:pt x="229" y="110"/>
                    <a:pt x="234" y="108"/>
                    <a:pt x="236" y="94"/>
                  </a:cubicBezTo>
                  <a:cubicBezTo>
                    <a:pt x="236" y="94"/>
                    <a:pt x="236" y="93"/>
                    <a:pt x="237" y="93"/>
                  </a:cubicBezTo>
                  <a:cubicBezTo>
                    <a:pt x="241" y="93"/>
                    <a:pt x="241" y="93"/>
                    <a:pt x="241" y="93"/>
                  </a:cubicBezTo>
                  <a:cubicBezTo>
                    <a:pt x="241" y="99"/>
                    <a:pt x="240" y="111"/>
                    <a:pt x="240" y="117"/>
                  </a:cubicBezTo>
                  <a:cubicBezTo>
                    <a:pt x="235" y="117"/>
                    <a:pt x="229" y="117"/>
                    <a:pt x="219" y="117"/>
                  </a:cubicBezTo>
                  <a:close/>
                  <a:moveTo>
                    <a:pt x="412" y="119"/>
                  </a:moveTo>
                  <a:cubicBezTo>
                    <a:pt x="391" y="119"/>
                    <a:pt x="374" y="103"/>
                    <a:pt x="374" y="79"/>
                  </a:cubicBezTo>
                  <a:cubicBezTo>
                    <a:pt x="374" y="50"/>
                    <a:pt x="392" y="36"/>
                    <a:pt x="412" y="36"/>
                  </a:cubicBezTo>
                  <a:cubicBezTo>
                    <a:pt x="434" y="36"/>
                    <a:pt x="451" y="52"/>
                    <a:pt x="451" y="76"/>
                  </a:cubicBezTo>
                  <a:cubicBezTo>
                    <a:pt x="451" y="105"/>
                    <a:pt x="433" y="119"/>
                    <a:pt x="412" y="119"/>
                  </a:cubicBezTo>
                  <a:close/>
                  <a:moveTo>
                    <a:pt x="411" y="43"/>
                  </a:moveTo>
                  <a:cubicBezTo>
                    <a:pt x="397" y="43"/>
                    <a:pt x="390" y="54"/>
                    <a:pt x="390" y="78"/>
                  </a:cubicBezTo>
                  <a:cubicBezTo>
                    <a:pt x="390" y="103"/>
                    <a:pt x="399" y="112"/>
                    <a:pt x="413" y="112"/>
                  </a:cubicBezTo>
                  <a:cubicBezTo>
                    <a:pt x="428" y="112"/>
                    <a:pt x="435" y="101"/>
                    <a:pt x="435" y="77"/>
                  </a:cubicBezTo>
                  <a:cubicBezTo>
                    <a:pt x="435" y="52"/>
                    <a:pt x="426" y="43"/>
                    <a:pt x="411" y="43"/>
                  </a:cubicBezTo>
                  <a:close/>
                  <a:moveTo>
                    <a:pt x="463" y="115"/>
                  </a:moveTo>
                  <a:cubicBezTo>
                    <a:pt x="461" y="117"/>
                    <a:pt x="461" y="117"/>
                    <a:pt x="461" y="117"/>
                  </a:cubicBezTo>
                  <a:cubicBezTo>
                    <a:pt x="461" y="118"/>
                    <a:pt x="460" y="118"/>
                    <a:pt x="459" y="118"/>
                  </a:cubicBezTo>
                  <a:cubicBezTo>
                    <a:pt x="457" y="118"/>
                    <a:pt x="457" y="118"/>
                    <a:pt x="457" y="118"/>
                  </a:cubicBezTo>
                  <a:cubicBezTo>
                    <a:pt x="457" y="113"/>
                    <a:pt x="457" y="98"/>
                    <a:pt x="457" y="93"/>
                  </a:cubicBezTo>
                  <a:cubicBezTo>
                    <a:pt x="461" y="93"/>
                    <a:pt x="461" y="93"/>
                    <a:pt x="461" y="93"/>
                  </a:cubicBezTo>
                  <a:cubicBezTo>
                    <a:pt x="461" y="93"/>
                    <a:pt x="462" y="93"/>
                    <a:pt x="462" y="93"/>
                  </a:cubicBezTo>
                  <a:cubicBezTo>
                    <a:pt x="464" y="106"/>
                    <a:pt x="470" y="112"/>
                    <a:pt x="481" y="112"/>
                  </a:cubicBezTo>
                  <a:cubicBezTo>
                    <a:pt x="491" y="112"/>
                    <a:pt x="497" y="108"/>
                    <a:pt x="497" y="101"/>
                  </a:cubicBezTo>
                  <a:cubicBezTo>
                    <a:pt x="497" y="79"/>
                    <a:pt x="457" y="86"/>
                    <a:pt x="457" y="59"/>
                  </a:cubicBezTo>
                  <a:cubicBezTo>
                    <a:pt x="457" y="45"/>
                    <a:pt x="467" y="36"/>
                    <a:pt x="481" y="36"/>
                  </a:cubicBezTo>
                  <a:cubicBezTo>
                    <a:pt x="486" y="36"/>
                    <a:pt x="493" y="37"/>
                    <a:pt x="497" y="41"/>
                  </a:cubicBezTo>
                  <a:cubicBezTo>
                    <a:pt x="499" y="39"/>
                    <a:pt x="499" y="39"/>
                    <a:pt x="499" y="39"/>
                  </a:cubicBezTo>
                  <a:cubicBezTo>
                    <a:pt x="499" y="38"/>
                    <a:pt x="499" y="38"/>
                    <a:pt x="500" y="38"/>
                  </a:cubicBezTo>
                  <a:cubicBezTo>
                    <a:pt x="503" y="38"/>
                    <a:pt x="503" y="38"/>
                    <a:pt x="503" y="38"/>
                  </a:cubicBezTo>
                  <a:cubicBezTo>
                    <a:pt x="503" y="43"/>
                    <a:pt x="503" y="56"/>
                    <a:pt x="503" y="61"/>
                  </a:cubicBezTo>
                  <a:cubicBezTo>
                    <a:pt x="499" y="61"/>
                    <a:pt x="499" y="61"/>
                    <a:pt x="499" y="61"/>
                  </a:cubicBezTo>
                  <a:cubicBezTo>
                    <a:pt x="499" y="61"/>
                    <a:pt x="499" y="61"/>
                    <a:pt x="498" y="61"/>
                  </a:cubicBezTo>
                  <a:cubicBezTo>
                    <a:pt x="496" y="50"/>
                    <a:pt x="491" y="43"/>
                    <a:pt x="481" y="43"/>
                  </a:cubicBezTo>
                  <a:cubicBezTo>
                    <a:pt x="472" y="43"/>
                    <a:pt x="468" y="48"/>
                    <a:pt x="468" y="53"/>
                  </a:cubicBezTo>
                  <a:cubicBezTo>
                    <a:pt x="468" y="74"/>
                    <a:pt x="509" y="67"/>
                    <a:pt x="509" y="94"/>
                  </a:cubicBezTo>
                  <a:cubicBezTo>
                    <a:pt x="509" y="111"/>
                    <a:pt x="495" y="119"/>
                    <a:pt x="481" y="119"/>
                  </a:cubicBezTo>
                  <a:cubicBezTo>
                    <a:pt x="473" y="119"/>
                    <a:pt x="467" y="117"/>
                    <a:pt x="463" y="115"/>
                  </a:cubicBezTo>
                  <a:close/>
                  <a:moveTo>
                    <a:pt x="547" y="117"/>
                  </a:moveTo>
                  <a:cubicBezTo>
                    <a:pt x="541" y="117"/>
                    <a:pt x="534" y="117"/>
                    <a:pt x="529" y="117"/>
                  </a:cubicBezTo>
                  <a:cubicBezTo>
                    <a:pt x="529" y="113"/>
                    <a:pt x="529" y="113"/>
                    <a:pt x="529" y="113"/>
                  </a:cubicBezTo>
                  <a:cubicBezTo>
                    <a:pt x="529" y="112"/>
                    <a:pt x="529" y="112"/>
                    <a:pt x="530" y="112"/>
                  </a:cubicBezTo>
                  <a:cubicBezTo>
                    <a:pt x="540" y="111"/>
                    <a:pt x="540" y="110"/>
                    <a:pt x="540" y="96"/>
                  </a:cubicBezTo>
                  <a:cubicBezTo>
                    <a:pt x="540" y="46"/>
                    <a:pt x="540" y="46"/>
                    <a:pt x="540" y="46"/>
                  </a:cubicBezTo>
                  <a:cubicBezTo>
                    <a:pt x="540" y="45"/>
                    <a:pt x="540" y="44"/>
                    <a:pt x="539" y="44"/>
                  </a:cubicBezTo>
                  <a:cubicBezTo>
                    <a:pt x="532" y="44"/>
                    <a:pt x="532" y="44"/>
                    <a:pt x="532" y="44"/>
                  </a:cubicBezTo>
                  <a:cubicBezTo>
                    <a:pt x="522" y="44"/>
                    <a:pt x="517" y="46"/>
                    <a:pt x="515" y="61"/>
                  </a:cubicBezTo>
                  <a:cubicBezTo>
                    <a:pt x="515" y="61"/>
                    <a:pt x="515" y="61"/>
                    <a:pt x="514" y="61"/>
                  </a:cubicBezTo>
                  <a:cubicBezTo>
                    <a:pt x="511" y="61"/>
                    <a:pt x="511" y="61"/>
                    <a:pt x="511" y="61"/>
                  </a:cubicBezTo>
                  <a:cubicBezTo>
                    <a:pt x="511" y="56"/>
                    <a:pt x="511" y="44"/>
                    <a:pt x="511" y="38"/>
                  </a:cubicBezTo>
                  <a:cubicBezTo>
                    <a:pt x="516" y="38"/>
                    <a:pt x="522" y="38"/>
                    <a:pt x="532" y="38"/>
                  </a:cubicBezTo>
                  <a:cubicBezTo>
                    <a:pt x="561" y="38"/>
                    <a:pt x="561" y="38"/>
                    <a:pt x="561" y="38"/>
                  </a:cubicBezTo>
                  <a:cubicBezTo>
                    <a:pt x="571" y="38"/>
                    <a:pt x="577" y="38"/>
                    <a:pt x="582" y="38"/>
                  </a:cubicBezTo>
                  <a:cubicBezTo>
                    <a:pt x="582" y="44"/>
                    <a:pt x="583" y="56"/>
                    <a:pt x="583" y="61"/>
                  </a:cubicBezTo>
                  <a:cubicBezTo>
                    <a:pt x="579" y="61"/>
                    <a:pt x="579" y="61"/>
                    <a:pt x="579" y="61"/>
                  </a:cubicBezTo>
                  <a:cubicBezTo>
                    <a:pt x="578" y="61"/>
                    <a:pt x="578" y="61"/>
                    <a:pt x="578" y="61"/>
                  </a:cubicBezTo>
                  <a:cubicBezTo>
                    <a:pt x="576" y="46"/>
                    <a:pt x="571" y="44"/>
                    <a:pt x="561" y="44"/>
                  </a:cubicBezTo>
                  <a:cubicBezTo>
                    <a:pt x="555" y="44"/>
                    <a:pt x="555" y="44"/>
                    <a:pt x="555" y="44"/>
                  </a:cubicBezTo>
                  <a:cubicBezTo>
                    <a:pt x="554" y="44"/>
                    <a:pt x="554" y="45"/>
                    <a:pt x="554" y="46"/>
                  </a:cubicBezTo>
                  <a:cubicBezTo>
                    <a:pt x="554" y="96"/>
                    <a:pt x="554" y="96"/>
                    <a:pt x="554" y="96"/>
                  </a:cubicBezTo>
                  <a:cubicBezTo>
                    <a:pt x="554" y="110"/>
                    <a:pt x="554" y="111"/>
                    <a:pt x="563" y="112"/>
                  </a:cubicBezTo>
                  <a:cubicBezTo>
                    <a:pt x="564" y="112"/>
                    <a:pt x="564" y="112"/>
                    <a:pt x="564" y="113"/>
                  </a:cubicBezTo>
                  <a:cubicBezTo>
                    <a:pt x="564" y="117"/>
                    <a:pt x="564" y="117"/>
                    <a:pt x="564" y="117"/>
                  </a:cubicBezTo>
                  <a:cubicBezTo>
                    <a:pt x="559" y="117"/>
                    <a:pt x="552" y="117"/>
                    <a:pt x="547" y="117"/>
                  </a:cubicBezTo>
                  <a:close/>
                  <a:moveTo>
                    <a:pt x="622" y="119"/>
                  </a:moveTo>
                  <a:cubicBezTo>
                    <a:pt x="601" y="119"/>
                    <a:pt x="584" y="103"/>
                    <a:pt x="584" y="79"/>
                  </a:cubicBezTo>
                  <a:cubicBezTo>
                    <a:pt x="584" y="50"/>
                    <a:pt x="602" y="36"/>
                    <a:pt x="622" y="36"/>
                  </a:cubicBezTo>
                  <a:cubicBezTo>
                    <a:pt x="644" y="36"/>
                    <a:pt x="660" y="52"/>
                    <a:pt x="660" y="76"/>
                  </a:cubicBezTo>
                  <a:cubicBezTo>
                    <a:pt x="660" y="105"/>
                    <a:pt x="643" y="119"/>
                    <a:pt x="622" y="119"/>
                  </a:cubicBezTo>
                  <a:close/>
                  <a:moveTo>
                    <a:pt x="621" y="43"/>
                  </a:moveTo>
                  <a:cubicBezTo>
                    <a:pt x="607" y="43"/>
                    <a:pt x="600" y="54"/>
                    <a:pt x="600" y="78"/>
                  </a:cubicBezTo>
                  <a:cubicBezTo>
                    <a:pt x="600" y="103"/>
                    <a:pt x="609" y="112"/>
                    <a:pt x="623" y="112"/>
                  </a:cubicBezTo>
                  <a:cubicBezTo>
                    <a:pt x="638" y="112"/>
                    <a:pt x="645" y="101"/>
                    <a:pt x="645" y="77"/>
                  </a:cubicBezTo>
                  <a:cubicBezTo>
                    <a:pt x="645" y="52"/>
                    <a:pt x="635" y="43"/>
                    <a:pt x="621" y="43"/>
                  </a:cubicBezTo>
                  <a:close/>
                  <a:moveTo>
                    <a:pt x="729" y="119"/>
                  </a:moveTo>
                  <a:cubicBezTo>
                    <a:pt x="727" y="115"/>
                    <a:pt x="724" y="111"/>
                    <a:pt x="721" y="107"/>
                  </a:cubicBezTo>
                  <a:cubicBezTo>
                    <a:pt x="684" y="53"/>
                    <a:pt x="684" y="53"/>
                    <a:pt x="684" y="53"/>
                  </a:cubicBezTo>
                  <a:cubicBezTo>
                    <a:pt x="683" y="53"/>
                    <a:pt x="683" y="53"/>
                    <a:pt x="683" y="53"/>
                  </a:cubicBezTo>
                  <a:cubicBezTo>
                    <a:pt x="683" y="84"/>
                    <a:pt x="683" y="84"/>
                    <a:pt x="683" y="84"/>
                  </a:cubicBezTo>
                  <a:cubicBezTo>
                    <a:pt x="683" y="108"/>
                    <a:pt x="683" y="111"/>
                    <a:pt x="697" y="112"/>
                  </a:cubicBezTo>
                  <a:cubicBezTo>
                    <a:pt x="698" y="112"/>
                    <a:pt x="698" y="112"/>
                    <a:pt x="698" y="113"/>
                  </a:cubicBezTo>
                  <a:cubicBezTo>
                    <a:pt x="698" y="117"/>
                    <a:pt x="698" y="117"/>
                    <a:pt x="698" y="117"/>
                  </a:cubicBezTo>
                  <a:cubicBezTo>
                    <a:pt x="693" y="117"/>
                    <a:pt x="685" y="117"/>
                    <a:pt x="679" y="117"/>
                  </a:cubicBezTo>
                  <a:cubicBezTo>
                    <a:pt x="673" y="117"/>
                    <a:pt x="669" y="117"/>
                    <a:pt x="664" y="117"/>
                  </a:cubicBezTo>
                  <a:cubicBezTo>
                    <a:pt x="664" y="113"/>
                    <a:pt x="664" y="113"/>
                    <a:pt x="664" y="113"/>
                  </a:cubicBezTo>
                  <a:cubicBezTo>
                    <a:pt x="664" y="112"/>
                    <a:pt x="664" y="112"/>
                    <a:pt x="665" y="112"/>
                  </a:cubicBezTo>
                  <a:cubicBezTo>
                    <a:pt x="675" y="111"/>
                    <a:pt x="675" y="108"/>
                    <a:pt x="675" y="84"/>
                  </a:cubicBezTo>
                  <a:cubicBezTo>
                    <a:pt x="675" y="59"/>
                    <a:pt x="675" y="59"/>
                    <a:pt x="675" y="59"/>
                  </a:cubicBezTo>
                  <a:cubicBezTo>
                    <a:pt x="675" y="45"/>
                    <a:pt x="675" y="44"/>
                    <a:pt x="665" y="43"/>
                  </a:cubicBezTo>
                  <a:cubicBezTo>
                    <a:pt x="664" y="43"/>
                    <a:pt x="664" y="43"/>
                    <a:pt x="664" y="42"/>
                  </a:cubicBezTo>
                  <a:cubicBezTo>
                    <a:pt x="664" y="38"/>
                    <a:pt x="664" y="38"/>
                    <a:pt x="664" y="38"/>
                  </a:cubicBezTo>
                  <a:cubicBezTo>
                    <a:pt x="668" y="38"/>
                    <a:pt x="675" y="38"/>
                    <a:pt x="678" y="38"/>
                  </a:cubicBezTo>
                  <a:cubicBezTo>
                    <a:pt x="683" y="38"/>
                    <a:pt x="687" y="38"/>
                    <a:pt x="690" y="38"/>
                  </a:cubicBezTo>
                  <a:cubicBezTo>
                    <a:pt x="730" y="96"/>
                    <a:pt x="730" y="96"/>
                    <a:pt x="730" y="96"/>
                  </a:cubicBezTo>
                  <a:cubicBezTo>
                    <a:pt x="731" y="96"/>
                    <a:pt x="731" y="96"/>
                    <a:pt x="731" y="96"/>
                  </a:cubicBezTo>
                  <a:cubicBezTo>
                    <a:pt x="731" y="71"/>
                    <a:pt x="731" y="71"/>
                    <a:pt x="731" y="71"/>
                  </a:cubicBezTo>
                  <a:cubicBezTo>
                    <a:pt x="731" y="47"/>
                    <a:pt x="730" y="44"/>
                    <a:pt x="716" y="43"/>
                  </a:cubicBezTo>
                  <a:cubicBezTo>
                    <a:pt x="716" y="43"/>
                    <a:pt x="716" y="43"/>
                    <a:pt x="716" y="42"/>
                  </a:cubicBezTo>
                  <a:cubicBezTo>
                    <a:pt x="716" y="38"/>
                    <a:pt x="716" y="38"/>
                    <a:pt x="716" y="38"/>
                  </a:cubicBezTo>
                  <a:cubicBezTo>
                    <a:pt x="721" y="38"/>
                    <a:pt x="729" y="38"/>
                    <a:pt x="735" y="38"/>
                  </a:cubicBezTo>
                  <a:cubicBezTo>
                    <a:pt x="740" y="38"/>
                    <a:pt x="744" y="38"/>
                    <a:pt x="750" y="38"/>
                  </a:cubicBezTo>
                  <a:cubicBezTo>
                    <a:pt x="750" y="42"/>
                    <a:pt x="750" y="42"/>
                    <a:pt x="750" y="42"/>
                  </a:cubicBezTo>
                  <a:cubicBezTo>
                    <a:pt x="750" y="43"/>
                    <a:pt x="750" y="43"/>
                    <a:pt x="749" y="43"/>
                  </a:cubicBezTo>
                  <a:cubicBezTo>
                    <a:pt x="739" y="44"/>
                    <a:pt x="739" y="47"/>
                    <a:pt x="739" y="71"/>
                  </a:cubicBezTo>
                  <a:cubicBezTo>
                    <a:pt x="739" y="119"/>
                    <a:pt x="739" y="119"/>
                    <a:pt x="739" y="119"/>
                  </a:cubicBezTo>
                  <a:lnTo>
                    <a:pt x="729" y="119"/>
                  </a:lnTo>
                  <a:close/>
                  <a:moveTo>
                    <a:pt x="921" y="119"/>
                  </a:moveTo>
                  <a:cubicBezTo>
                    <a:pt x="900" y="119"/>
                    <a:pt x="883" y="103"/>
                    <a:pt x="883" y="79"/>
                  </a:cubicBezTo>
                  <a:cubicBezTo>
                    <a:pt x="883" y="50"/>
                    <a:pt x="901" y="36"/>
                    <a:pt x="921" y="36"/>
                  </a:cubicBezTo>
                  <a:cubicBezTo>
                    <a:pt x="943" y="36"/>
                    <a:pt x="960" y="52"/>
                    <a:pt x="960" y="76"/>
                  </a:cubicBezTo>
                  <a:cubicBezTo>
                    <a:pt x="960" y="105"/>
                    <a:pt x="942" y="119"/>
                    <a:pt x="921" y="119"/>
                  </a:cubicBezTo>
                  <a:close/>
                  <a:moveTo>
                    <a:pt x="920" y="43"/>
                  </a:moveTo>
                  <a:cubicBezTo>
                    <a:pt x="906" y="43"/>
                    <a:pt x="899" y="54"/>
                    <a:pt x="899" y="78"/>
                  </a:cubicBezTo>
                  <a:cubicBezTo>
                    <a:pt x="899" y="103"/>
                    <a:pt x="908" y="112"/>
                    <a:pt x="922" y="112"/>
                  </a:cubicBezTo>
                  <a:cubicBezTo>
                    <a:pt x="937" y="112"/>
                    <a:pt x="944" y="101"/>
                    <a:pt x="944" y="77"/>
                  </a:cubicBezTo>
                  <a:cubicBezTo>
                    <a:pt x="944" y="52"/>
                    <a:pt x="935" y="43"/>
                    <a:pt x="920" y="43"/>
                  </a:cubicBezTo>
                  <a:close/>
                  <a:moveTo>
                    <a:pt x="1029" y="119"/>
                  </a:moveTo>
                  <a:cubicBezTo>
                    <a:pt x="1026" y="115"/>
                    <a:pt x="1023" y="111"/>
                    <a:pt x="1020" y="107"/>
                  </a:cubicBezTo>
                  <a:cubicBezTo>
                    <a:pt x="983" y="53"/>
                    <a:pt x="983" y="53"/>
                    <a:pt x="983" y="53"/>
                  </a:cubicBezTo>
                  <a:cubicBezTo>
                    <a:pt x="982" y="53"/>
                    <a:pt x="982" y="53"/>
                    <a:pt x="982" y="53"/>
                  </a:cubicBezTo>
                  <a:cubicBezTo>
                    <a:pt x="982" y="84"/>
                    <a:pt x="982" y="84"/>
                    <a:pt x="982" y="84"/>
                  </a:cubicBezTo>
                  <a:cubicBezTo>
                    <a:pt x="982" y="108"/>
                    <a:pt x="983" y="111"/>
                    <a:pt x="996" y="112"/>
                  </a:cubicBezTo>
                  <a:cubicBezTo>
                    <a:pt x="997" y="112"/>
                    <a:pt x="997" y="112"/>
                    <a:pt x="997" y="113"/>
                  </a:cubicBezTo>
                  <a:cubicBezTo>
                    <a:pt x="997" y="117"/>
                    <a:pt x="997" y="117"/>
                    <a:pt x="997" y="117"/>
                  </a:cubicBezTo>
                  <a:cubicBezTo>
                    <a:pt x="992" y="117"/>
                    <a:pt x="984" y="117"/>
                    <a:pt x="978" y="117"/>
                  </a:cubicBezTo>
                  <a:cubicBezTo>
                    <a:pt x="972" y="117"/>
                    <a:pt x="969" y="117"/>
                    <a:pt x="963" y="117"/>
                  </a:cubicBezTo>
                  <a:cubicBezTo>
                    <a:pt x="963" y="113"/>
                    <a:pt x="963" y="113"/>
                    <a:pt x="963" y="113"/>
                  </a:cubicBezTo>
                  <a:cubicBezTo>
                    <a:pt x="963" y="112"/>
                    <a:pt x="963" y="112"/>
                    <a:pt x="964" y="112"/>
                  </a:cubicBezTo>
                  <a:cubicBezTo>
                    <a:pt x="974" y="111"/>
                    <a:pt x="974" y="108"/>
                    <a:pt x="974" y="84"/>
                  </a:cubicBezTo>
                  <a:cubicBezTo>
                    <a:pt x="974" y="59"/>
                    <a:pt x="974" y="59"/>
                    <a:pt x="974" y="59"/>
                  </a:cubicBezTo>
                  <a:cubicBezTo>
                    <a:pt x="974" y="45"/>
                    <a:pt x="974" y="44"/>
                    <a:pt x="964" y="43"/>
                  </a:cubicBezTo>
                  <a:cubicBezTo>
                    <a:pt x="963" y="43"/>
                    <a:pt x="963" y="43"/>
                    <a:pt x="963" y="42"/>
                  </a:cubicBezTo>
                  <a:cubicBezTo>
                    <a:pt x="963" y="38"/>
                    <a:pt x="963" y="38"/>
                    <a:pt x="963" y="38"/>
                  </a:cubicBezTo>
                  <a:cubicBezTo>
                    <a:pt x="968" y="38"/>
                    <a:pt x="974" y="38"/>
                    <a:pt x="977" y="38"/>
                  </a:cubicBezTo>
                  <a:cubicBezTo>
                    <a:pt x="982" y="38"/>
                    <a:pt x="986" y="38"/>
                    <a:pt x="989" y="38"/>
                  </a:cubicBezTo>
                  <a:cubicBezTo>
                    <a:pt x="1029" y="96"/>
                    <a:pt x="1029" y="96"/>
                    <a:pt x="1029" y="96"/>
                  </a:cubicBezTo>
                  <a:cubicBezTo>
                    <a:pt x="1030" y="96"/>
                    <a:pt x="1030" y="96"/>
                    <a:pt x="1030" y="96"/>
                  </a:cubicBezTo>
                  <a:cubicBezTo>
                    <a:pt x="1030" y="71"/>
                    <a:pt x="1030" y="71"/>
                    <a:pt x="1030" y="71"/>
                  </a:cubicBezTo>
                  <a:cubicBezTo>
                    <a:pt x="1030" y="47"/>
                    <a:pt x="1030" y="44"/>
                    <a:pt x="1016" y="43"/>
                  </a:cubicBezTo>
                  <a:cubicBezTo>
                    <a:pt x="1015" y="43"/>
                    <a:pt x="1015" y="43"/>
                    <a:pt x="1015" y="42"/>
                  </a:cubicBezTo>
                  <a:cubicBezTo>
                    <a:pt x="1015" y="38"/>
                    <a:pt x="1015" y="38"/>
                    <a:pt x="1015" y="38"/>
                  </a:cubicBezTo>
                  <a:cubicBezTo>
                    <a:pt x="1020" y="38"/>
                    <a:pt x="1028" y="38"/>
                    <a:pt x="1034" y="38"/>
                  </a:cubicBezTo>
                  <a:cubicBezTo>
                    <a:pt x="1040" y="38"/>
                    <a:pt x="1044" y="38"/>
                    <a:pt x="1049" y="38"/>
                  </a:cubicBezTo>
                  <a:cubicBezTo>
                    <a:pt x="1049" y="42"/>
                    <a:pt x="1049" y="42"/>
                    <a:pt x="1049" y="42"/>
                  </a:cubicBezTo>
                  <a:cubicBezTo>
                    <a:pt x="1049" y="43"/>
                    <a:pt x="1049" y="43"/>
                    <a:pt x="1048" y="43"/>
                  </a:cubicBezTo>
                  <a:cubicBezTo>
                    <a:pt x="1038" y="44"/>
                    <a:pt x="1038" y="47"/>
                    <a:pt x="1038" y="71"/>
                  </a:cubicBezTo>
                  <a:cubicBezTo>
                    <a:pt x="1038" y="119"/>
                    <a:pt x="1038" y="119"/>
                    <a:pt x="1038" y="119"/>
                  </a:cubicBezTo>
                  <a:lnTo>
                    <a:pt x="1029" y="119"/>
                  </a:lnTo>
                  <a:close/>
                  <a:moveTo>
                    <a:pt x="1062" y="115"/>
                  </a:moveTo>
                  <a:cubicBezTo>
                    <a:pt x="1060" y="117"/>
                    <a:pt x="1060" y="117"/>
                    <a:pt x="1060" y="117"/>
                  </a:cubicBezTo>
                  <a:cubicBezTo>
                    <a:pt x="1060" y="118"/>
                    <a:pt x="1059" y="118"/>
                    <a:pt x="1059" y="118"/>
                  </a:cubicBezTo>
                  <a:cubicBezTo>
                    <a:pt x="1056" y="118"/>
                    <a:pt x="1056" y="118"/>
                    <a:pt x="1056" y="118"/>
                  </a:cubicBezTo>
                  <a:cubicBezTo>
                    <a:pt x="1056" y="113"/>
                    <a:pt x="1056" y="98"/>
                    <a:pt x="1056" y="93"/>
                  </a:cubicBezTo>
                  <a:cubicBezTo>
                    <a:pt x="1060" y="93"/>
                    <a:pt x="1060" y="93"/>
                    <a:pt x="1060" y="93"/>
                  </a:cubicBezTo>
                  <a:cubicBezTo>
                    <a:pt x="1060" y="93"/>
                    <a:pt x="1061" y="93"/>
                    <a:pt x="1061" y="93"/>
                  </a:cubicBezTo>
                  <a:cubicBezTo>
                    <a:pt x="1063" y="106"/>
                    <a:pt x="1069" y="112"/>
                    <a:pt x="1080" y="112"/>
                  </a:cubicBezTo>
                  <a:cubicBezTo>
                    <a:pt x="1090" y="112"/>
                    <a:pt x="1097" y="108"/>
                    <a:pt x="1097" y="101"/>
                  </a:cubicBezTo>
                  <a:cubicBezTo>
                    <a:pt x="1097" y="79"/>
                    <a:pt x="1056" y="86"/>
                    <a:pt x="1056" y="59"/>
                  </a:cubicBezTo>
                  <a:cubicBezTo>
                    <a:pt x="1056" y="45"/>
                    <a:pt x="1066" y="36"/>
                    <a:pt x="1080" y="36"/>
                  </a:cubicBezTo>
                  <a:cubicBezTo>
                    <a:pt x="1085" y="36"/>
                    <a:pt x="1091" y="37"/>
                    <a:pt x="1096" y="40"/>
                  </a:cubicBezTo>
                  <a:cubicBezTo>
                    <a:pt x="1098" y="38"/>
                    <a:pt x="1098" y="38"/>
                    <a:pt x="1098" y="38"/>
                  </a:cubicBezTo>
                  <a:cubicBezTo>
                    <a:pt x="1098" y="37"/>
                    <a:pt x="1099" y="37"/>
                    <a:pt x="1100" y="37"/>
                  </a:cubicBezTo>
                  <a:cubicBezTo>
                    <a:pt x="1102" y="37"/>
                    <a:pt x="1102" y="37"/>
                    <a:pt x="1102" y="37"/>
                  </a:cubicBezTo>
                  <a:cubicBezTo>
                    <a:pt x="1102" y="42"/>
                    <a:pt x="1102" y="54"/>
                    <a:pt x="1102" y="59"/>
                  </a:cubicBezTo>
                  <a:cubicBezTo>
                    <a:pt x="1099" y="59"/>
                    <a:pt x="1099" y="59"/>
                    <a:pt x="1099" y="59"/>
                  </a:cubicBezTo>
                  <a:cubicBezTo>
                    <a:pt x="1098" y="59"/>
                    <a:pt x="1098" y="59"/>
                    <a:pt x="1098" y="58"/>
                  </a:cubicBezTo>
                  <a:cubicBezTo>
                    <a:pt x="1096" y="50"/>
                    <a:pt x="1090" y="43"/>
                    <a:pt x="1080" y="43"/>
                  </a:cubicBezTo>
                  <a:cubicBezTo>
                    <a:pt x="1071" y="43"/>
                    <a:pt x="1068" y="48"/>
                    <a:pt x="1068" y="53"/>
                  </a:cubicBezTo>
                  <a:cubicBezTo>
                    <a:pt x="1068" y="74"/>
                    <a:pt x="1109" y="67"/>
                    <a:pt x="1109" y="94"/>
                  </a:cubicBezTo>
                  <a:cubicBezTo>
                    <a:pt x="1109" y="111"/>
                    <a:pt x="1094" y="119"/>
                    <a:pt x="1081" y="119"/>
                  </a:cubicBezTo>
                  <a:cubicBezTo>
                    <a:pt x="1072" y="119"/>
                    <a:pt x="1067" y="117"/>
                    <a:pt x="1062" y="115"/>
                  </a:cubicBezTo>
                  <a:close/>
                  <a:moveTo>
                    <a:pt x="1155" y="119"/>
                  </a:moveTo>
                  <a:cubicBezTo>
                    <a:pt x="1132" y="119"/>
                    <a:pt x="1122" y="110"/>
                    <a:pt x="1122" y="89"/>
                  </a:cubicBezTo>
                  <a:cubicBezTo>
                    <a:pt x="1122" y="59"/>
                    <a:pt x="1122" y="59"/>
                    <a:pt x="1122" y="59"/>
                  </a:cubicBezTo>
                  <a:cubicBezTo>
                    <a:pt x="1122" y="45"/>
                    <a:pt x="1122" y="44"/>
                    <a:pt x="1113" y="43"/>
                  </a:cubicBezTo>
                  <a:cubicBezTo>
                    <a:pt x="1112" y="43"/>
                    <a:pt x="1111" y="43"/>
                    <a:pt x="1111" y="42"/>
                  </a:cubicBezTo>
                  <a:cubicBezTo>
                    <a:pt x="1111" y="38"/>
                    <a:pt x="1111" y="38"/>
                    <a:pt x="1111" y="38"/>
                  </a:cubicBezTo>
                  <a:cubicBezTo>
                    <a:pt x="1117" y="38"/>
                    <a:pt x="1124" y="38"/>
                    <a:pt x="1129" y="38"/>
                  </a:cubicBezTo>
                  <a:cubicBezTo>
                    <a:pt x="1135" y="38"/>
                    <a:pt x="1142" y="38"/>
                    <a:pt x="1147" y="38"/>
                  </a:cubicBezTo>
                  <a:cubicBezTo>
                    <a:pt x="1147" y="42"/>
                    <a:pt x="1147" y="42"/>
                    <a:pt x="1147" y="42"/>
                  </a:cubicBezTo>
                  <a:cubicBezTo>
                    <a:pt x="1147" y="43"/>
                    <a:pt x="1147" y="43"/>
                    <a:pt x="1146" y="43"/>
                  </a:cubicBezTo>
                  <a:cubicBezTo>
                    <a:pt x="1136" y="44"/>
                    <a:pt x="1136" y="45"/>
                    <a:pt x="1136" y="59"/>
                  </a:cubicBezTo>
                  <a:cubicBezTo>
                    <a:pt x="1136" y="91"/>
                    <a:pt x="1136" y="91"/>
                    <a:pt x="1136" y="91"/>
                  </a:cubicBezTo>
                  <a:cubicBezTo>
                    <a:pt x="1136" y="103"/>
                    <a:pt x="1142" y="110"/>
                    <a:pt x="1157" y="110"/>
                  </a:cubicBezTo>
                  <a:cubicBezTo>
                    <a:pt x="1170" y="110"/>
                    <a:pt x="1177" y="103"/>
                    <a:pt x="1177" y="90"/>
                  </a:cubicBezTo>
                  <a:cubicBezTo>
                    <a:pt x="1177" y="71"/>
                    <a:pt x="1177" y="71"/>
                    <a:pt x="1177" y="71"/>
                  </a:cubicBezTo>
                  <a:cubicBezTo>
                    <a:pt x="1177" y="46"/>
                    <a:pt x="1177" y="45"/>
                    <a:pt x="1163" y="43"/>
                  </a:cubicBezTo>
                  <a:cubicBezTo>
                    <a:pt x="1162" y="43"/>
                    <a:pt x="1162" y="43"/>
                    <a:pt x="1162" y="42"/>
                  </a:cubicBezTo>
                  <a:cubicBezTo>
                    <a:pt x="1162" y="38"/>
                    <a:pt x="1162" y="38"/>
                    <a:pt x="1162" y="38"/>
                  </a:cubicBezTo>
                  <a:cubicBezTo>
                    <a:pt x="1167" y="38"/>
                    <a:pt x="1175" y="38"/>
                    <a:pt x="1181" y="38"/>
                  </a:cubicBezTo>
                  <a:cubicBezTo>
                    <a:pt x="1186" y="38"/>
                    <a:pt x="1189" y="38"/>
                    <a:pt x="1194" y="38"/>
                  </a:cubicBezTo>
                  <a:cubicBezTo>
                    <a:pt x="1194" y="42"/>
                    <a:pt x="1194" y="42"/>
                    <a:pt x="1194" y="42"/>
                  </a:cubicBezTo>
                  <a:cubicBezTo>
                    <a:pt x="1194" y="43"/>
                    <a:pt x="1194" y="43"/>
                    <a:pt x="1193" y="43"/>
                  </a:cubicBezTo>
                  <a:cubicBezTo>
                    <a:pt x="1185" y="44"/>
                    <a:pt x="1185" y="46"/>
                    <a:pt x="1185" y="71"/>
                  </a:cubicBezTo>
                  <a:cubicBezTo>
                    <a:pt x="1185" y="88"/>
                    <a:pt x="1185" y="88"/>
                    <a:pt x="1185" y="88"/>
                  </a:cubicBezTo>
                  <a:cubicBezTo>
                    <a:pt x="1185" y="109"/>
                    <a:pt x="1175" y="119"/>
                    <a:pt x="1155" y="119"/>
                  </a:cubicBezTo>
                  <a:close/>
                  <a:moveTo>
                    <a:pt x="1243" y="117"/>
                  </a:moveTo>
                  <a:cubicBezTo>
                    <a:pt x="1216" y="117"/>
                    <a:pt x="1216" y="117"/>
                    <a:pt x="1216" y="117"/>
                  </a:cubicBezTo>
                  <a:cubicBezTo>
                    <a:pt x="1211" y="117"/>
                    <a:pt x="1205" y="117"/>
                    <a:pt x="1199" y="117"/>
                  </a:cubicBezTo>
                  <a:cubicBezTo>
                    <a:pt x="1199" y="113"/>
                    <a:pt x="1199" y="113"/>
                    <a:pt x="1199" y="113"/>
                  </a:cubicBezTo>
                  <a:cubicBezTo>
                    <a:pt x="1199" y="112"/>
                    <a:pt x="1199" y="112"/>
                    <a:pt x="1200" y="112"/>
                  </a:cubicBezTo>
                  <a:cubicBezTo>
                    <a:pt x="1210" y="111"/>
                    <a:pt x="1210" y="110"/>
                    <a:pt x="1210" y="96"/>
                  </a:cubicBezTo>
                  <a:cubicBezTo>
                    <a:pt x="1210" y="59"/>
                    <a:pt x="1210" y="59"/>
                    <a:pt x="1210" y="59"/>
                  </a:cubicBezTo>
                  <a:cubicBezTo>
                    <a:pt x="1210" y="45"/>
                    <a:pt x="1210" y="44"/>
                    <a:pt x="1200" y="43"/>
                  </a:cubicBezTo>
                  <a:cubicBezTo>
                    <a:pt x="1199" y="43"/>
                    <a:pt x="1199" y="43"/>
                    <a:pt x="1199" y="42"/>
                  </a:cubicBezTo>
                  <a:cubicBezTo>
                    <a:pt x="1199" y="38"/>
                    <a:pt x="1199" y="38"/>
                    <a:pt x="1199" y="38"/>
                  </a:cubicBezTo>
                  <a:cubicBezTo>
                    <a:pt x="1205" y="38"/>
                    <a:pt x="1212" y="38"/>
                    <a:pt x="1217" y="38"/>
                  </a:cubicBezTo>
                  <a:cubicBezTo>
                    <a:pt x="1223" y="38"/>
                    <a:pt x="1232" y="38"/>
                    <a:pt x="1237" y="38"/>
                  </a:cubicBezTo>
                  <a:cubicBezTo>
                    <a:pt x="1237" y="42"/>
                    <a:pt x="1237" y="42"/>
                    <a:pt x="1237" y="42"/>
                  </a:cubicBezTo>
                  <a:cubicBezTo>
                    <a:pt x="1237" y="43"/>
                    <a:pt x="1237" y="43"/>
                    <a:pt x="1236" y="43"/>
                  </a:cubicBezTo>
                  <a:cubicBezTo>
                    <a:pt x="1224" y="44"/>
                    <a:pt x="1224" y="45"/>
                    <a:pt x="1224" y="59"/>
                  </a:cubicBezTo>
                  <a:cubicBezTo>
                    <a:pt x="1224" y="95"/>
                    <a:pt x="1224" y="95"/>
                    <a:pt x="1224" y="95"/>
                  </a:cubicBezTo>
                  <a:cubicBezTo>
                    <a:pt x="1224" y="109"/>
                    <a:pt x="1224" y="110"/>
                    <a:pt x="1235" y="110"/>
                  </a:cubicBezTo>
                  <a:cubicBezTo>
                    <a:pt x="1240" y="110"/>
                    <a:pt x="1240" y="110"/>
                    <a:pt x="1240" y="110"/>
                  </a:cubicBezTo>
                  <a:cubicBezTo>
                    <a:pt x="1250" y="110"/>
                    <a:pt x="1255" y="107"/>
                    <a:pt x="1257" y="92"/>
                  </a:cubicBezTo>
                  <a:cubicBezTo>
                    <a:pt x="1257" y="92"/>
                    <a:pt x="1257" y="91"/>
                    <a:pt x="1258" y="91"/>
                  </a:cubicBezTo>
                  <a:cubicBezTo>
                    <a:pt x="1261" y="91"/>
                    <a:pt x="1261" y="91"/>
                    <a:pt x="1261" y="91"/>
                  </a:cubicBezTo>
                  <a:cubicBezTo>
                    <a:pt x="1261" y="97"/>
                    <a:pt x="1261" y="111"/>
                    <a:pt x="1261" y="117"/>
                  </a:cubicBezTo>
                  <a:cubicBezTo>
                    <a:pt x="1256" y="117"/>
                    <a:pt x="1253" y="117"/>
                    <a:pt x="1243" y="117"/>
                  </a:cubicBezTo>
                  <a:close/>
                  <a:moveTo>
                    <a:pt x="1291" y="117"/>
                  </a:moveTo>
                  <a:cubicBezTo>
                    <a:pt x="1285" y="117"/>
                    <a:pt x="1278" y="117"/>
                    <a:pt x="1273" y="117"/>
                  </a:cubicBezTo>
                  <a:cubicBezTo>
                    <a:pt x="1273" y="113"/>
                    <a:pt x="1273" y="113"/>
                    <a:pt x="1273" y="113"/>
                  </a:cubicBezTo>
                  <a:cubicBezTo>
                    <a:pt x="1273" y="112"/>
                    <a:pt x="1273" y="112"/>
                    <a:pt x="1274" y="112"/>
                  </a:cubicBezTo>
                  <a:cubicBezTo>
                    <a:pt x="1284" y="111"/>
                    <a:pt x="1284" y="110"/>
                    <a:pt x="1284" y="96"/>
                  </a:cubicBezTo>
                  <a:cubicBezTo>
                    <a:pt x="1284" y="46"/>
                    <a:pt x="1284" y="46"/>
                    <a:pt x="1284" y="46"/>
                  </a:cubicBezTo>
                  <a:cubicBezTo>
                    <a:pt x="1284" y="45"/>
                    <a:pt x="1284" y="44"/>
                    <a:pt x="1283" y="44"/>
                  </a:cubicBezTo>
                  <a:cubicBezTo>
                    <a:pt x="1276" y="44"/>
                    <a:pt x="1276" y="44"/>
                    <a:pt x="1276" y="44"/>
                  </a:cubicBezTo>
                  <a:cubicBezTo>
                    <a:pt x="1266" y="44"/>
                    <a:pt x="1261" y="46"/>
                    <a:pt x="1260" y="61"/>
                  </a:cubicBezTo>
                  <a:cubicBezTo>
                    <a:pt x="1260" y="61"/>
                    <a:pt x="1259" y="61"/>
                    <a:pt x="1259" y="61"/>
                  </a:cubicBezTo>
                  <a:cubicBezTo>
                    <a:pt x="1255" y="61"/>
                    <a:pt x="1255" y="61"/>
                    <a:pt x="1255" y="61"/>
                  </a:cubicBezTo>
                  <a:cubicBezTo>
                    <a:pt x="1255" y="56"/>
                    <a:pt x="1255" y="44"/>
                    <a:pt x="1255" y="38"/>
                  </a:cubicBezTo>
                  <a:cubicBezTo>
                    <a:pt x="1260" y="38"/>
                    <a:pt x="1266" y="38"/>
                    <a:pt x="1276" y="38"/>
                  </a:cubicBezTo>
                  <a:cubicBezTo>
                    <a:pt x="1306" y="38"/>
                    <a:pt x="1306" y="38"/>
                    <a:pt x="1306" y="38"/>
                  </a:cubicBezTo>
                  <a:cubicBezTo>
                    <a:pt x="1316" y="38"/>
                    <a:pt x="1322" y="38"/>
                    <a:pt x="1327" y="38"/>
                  </a:cubicBezTo>
                  <a:cubicBezTo>
                    <a:pt x="1327" y="44"/>
                    <a:pt x="1327" y="56"/>
                    <a:pt x="1327" y="61"/>
                  </a:cubicBezTo>
                  <a:cubicBezTo>
                    <a:pt x="1323" y="61"/>
                    <a:pt x="1323" y="61"/>
                    <a:pt x="1323" y="61"/>
                  </a:cubicBezTo>
                  <a:cubicBezTo>
                    <a:pt x="1323" y="61"/>
                    <a:pt x="1322" y="61"/>
                    <a:pt x="1322" y="61"/>
                  </a:cubicBezTo>
                  <a:cubicBezTo>
                    <a:pt x="1320" y="46"/>
                    <a:pt x="1315" y="44"/>
                    <a:pt x="1306" y="44"/>
                  </a:cubicBezTo>
                  <a:cubicBezTo>
                    <a:pt x="1299" y="44"/>
                    <a:pt x="1299" y="44"/>
                    <a:pt x="1299" y="44"/>
                  </a:cubicBezTo>
                  <a:cubicBezTo>
                    <a:pt x="1298" y="44"/>
                    <a:pt x="1298" y="45"/>
                    <a:pt x="1298" y="46"/>
                  </a:cubicBezTo>
                  <a:cubicBezTo>
                    <a:pt x="1298" y="96"/>
                    <a:pt x="1298" y="96"/>
                    <a:pt x="1298" y="96"/>
                  </a:cubicBezTo>
                  <a:cubicBezTo>
                    <a:pt x="1298" y="110"/>
                    <a:pt x="1298" y="111"/>
                    <a:pt x="1308" y="112"/>
                  </a:cubicBezTo>
                  <a:cubicBezTo>
                    <a:pt x="1309" y="112"/>
                    <a:pt x="1309" y="112"/>
                    <a:pt x="1309" y="113"/>
                  </a:cubicBezTo>
                  <a:cubicBezTo>
                    <a:pt x="1309" y="117"/>
                    <a:pt x="1309" y="117"/>
                    <a:pt x="1309" y="117"/>
                  </a:cubicBezTo>
                  <a:cubicBezTo>
                    <a:pt x="1303" y="117"/>
                    <a:pt x="1296" y="117"/>
                    <a:pt x="1291" y="117"/>
                  </a:cubicBezTo>
                  <a:close/>
                  <a:moveTo>
                    <a:pt x="1349" y="117"/>
                  </a:moveTo>
                  <a:cubicBezTo>
                    <a:pt x="1343" y="117"/>
                    <a:pt x="1336" y="117"/>
                    <a:pt x="1331" y="117"/>
                  </a:cubicBezTo>
                  <a:cubicBezTo>
                    <a:pt x="1331" y="113"/>
                    <a:pt x="1331" y="113"/>
                    <a:pt x="1331" y="113"/>
                  </a:cubicBezTo>
                  <a:cubicBezTo>
                    <a:pt x="1331" y="112"/>
                    <a:pt x="1331" y="112"/>
                    <a:pt x="1332" y="112"/>
                  </a:cubicBezTo>
                  <a:cubicBezTo>
                    <a:pt x="1342" y="111"/>
                    <a:pt x="1342" y="110"/>
                    <a:pt x="1342" y="96"/>
                  </a:cubicBezTo>
                  <a:cubicBezTo>
                    <a:pt x="1342" y="59"/>
                    <a:pt x="1342" y="59"/>
                    <a:pt x="1342" y="59"/>
                  </a:cubicBezTo>
                  <a:cubicBezTo>
                    <a:pt x="1342" y="45"/>
                    <a:pt x="1342" y="44"/>
                    <a:pt x="1332" y="43"/>
                  </a:cubicBezTo>
                  <a:cubicBezTo>
                    <a:pt x="1331" y="43"/>
                    <a:pt x="1331" y="43"/>
                    <a:pt x="1331" y="42"/>
                  </a:cubicBezTo>
                  <a:cubicBezTo>
                    <a:pt x="1331" y="38"/>
                    <a:pt x="1331" y="38"/>
                    <a:pt x="1331" y="38"/>
                  </a:cubicBezTo>
                  <a:cubicBezTo>
                    <a:pt x="1336" y="38"/>
                    <a:pt x="1343" y="38"/>
                    <a:pt x="1349" y="38"/>
                  </a:cubicBezTo>
                  <a:cubicBezTo>
                    <a:pt x="1355" y="38"/>
                    <a:pt x="1361" y="38"/>
                    <a:pt x="1367" y="38"/>
                  </a:cubicBezTo>
                  <a:cubicBezTo>
                    <a:pt x="1367" y="42"/>
                    <a:pt x="1367" y="42"/>
                    <a:pt x="1367" y="42"/>
                  </a:cubicBezTo>
                  <a:cubicBezTo>
                    <a:pt x="1367" y="43"/>
                    <a:pt x="1367" y="43"/>
                    <a:pt x="1366" y="43"/>
                  </a:cubicBezTo>
                  <a:cubicBezTo>
                    <a:pt x="1356" y="44"/>
                    <a:pt x="1356" y="45"/>
                    <a:pt x="1356" y="59"/>
                  </a:cubicBezTo>
                  <a:cubicBezTo>
                    <a:pt x="1356" y="96"/>
                    <a:pt x="1356" y="96"/>
                    <a:pt x="1356" y="96"/>
                  </a:cubicBezTo>
                  <a:cubicBezTo>
                    <a:pt x="1356" y="110"/>
                    <a:pt x="1356" y="111"/>
                    <a:pt x="1366" y="112"/>
                  </a:cubicBezTo>
                  <a:cubicBezTo>
                    <a:pt x="1367" y="112"/>
                    <a:pt x="1367" y="112"/>
                    <a:pt x="1367" y="113"/>
                  </a:cubicBezTo>
                  <a:cubicBezTo>
                    <a:pt x="1367" y="117"/>
                    <a:pt x="1367" y="117"/>
                    <a:pt x="1367" y="117"/>
                  </a:cubicBezTo>
                  <a:cubicBezTo>
                    <a:pt x="1361" y="117"/>
                    <a:pt x="1354" y="117"/>
                    <a:pt x="1349" y="117"/>
                  </a:cubicBezTo>
                  <a:close/>
                  <a:moveTo>
                    <a:pt x="1438" y="119"/>
                  </a:moveTo>
                  <a:cubicBezTo>
                    <a:pt x="1436" y="115"/>
                    <a:pt x="1433" y="111"/>
                    <a:pt x="1430" y="107"/>
                  </a:cubicBezTo>
                  <a:cubicBezTo>
                    <a:pt x="1392" y="53"/>
                    <a:pt x="1392" y="53"/>
                    <a:pt x="1392" y="53"/>
                  </a:cubicBezTo>
                  <a:cubicBezTo>
                    <a:pt x="1392" y="53"/>
                    <a:pt x="1392" y="53"/>
                    <a:pt x="1392" y="53"/>
                  </a:cubicBezTo>
                  <a:cubicBezTo>
                    <a:pt x="1392" y="84"/>
                    <a:pt x="1392" y="84"/>
                    <a:pt x="1392" y="84"/>
                  </a:cubicBezTo>
                  <a:cubicBezTo>
                    <a:pt x="1392" y="108"/>
                    <a:pt x="1392" y="111"/>
                    <a:pt x="1406" y="112"/>
                  </a:cubicBezTo>
                  <a:cubicBezTo>
                    <a:pt x="1406" y="112"/>
                    <a:pt x="1407" y="112"/>
                    <a:pt x="1407" y="113"/>
                  </a:cubicBezTo>
                  <a:cubicBezTo>
                    <a:pt x="1407" y="117"/>
                    <a:pt x="1407" y="117"/>
                    <a:pt x="1407" y="117"/>
                  </a:cubicBezTo>
                  <a:cubicBezTo>
                    <a:pt x="1401" y="117"/>
                    <a:pt x="1393" y="117"/>
                    <a:pt x="1387" y="117"/>
                  </a:cubicBezTo>
                  <a:cubicBezTo>
                    <a:pt x="1382" y="117"/>
                    <a:pt x="1378" y="117"/>
                    <a:pt x="1373" y="117"/>
                  </a:cubicBezTo>
                  <a:cubicBezTo>
                    <a:pt x="1373" y="113"/>
                    <a:pt x="1373" y="113"/>
                    <a:pt x="1373" y="113"/>
                  </a:cubicBezTo>
                  <a:cubicBezTo>
                    <a:pt x="1373" y="112"/>
                    <a:pt x="1373" y="112"/>
                    <a:pt x="1374" y="112"/>
                  </a:cubicBezTo>
                  <a:cubicBezTo>
                    <a:pt x="1383" y="111"/>
                    <a:pt x="1383" y="108"/>
                    <a:pt x="1383" y="84"/>
                  </a:cubicBezTo>
                  <a:cubicBezTo>
                    <a:pt x="1383" y="59"/>
                    <a:pt x="1383" y="59"/>
                    <a:pt x="1383" y="59"/>
                  </a:cubicBezTo>
                  <a:cubicBezTo>
                    <a:pt x="1383" y="45"/>
                    <a:pt x="1383" y="44"/>
                    <a:pt x="1374" y="43"/>
                  </a:cubicBezTo>
                  <a:cubicBezTo>
                    <a:pt x="1373" y="43"/>
                    <a:pt x="1373" y="43"/>
                    <a:pt x="1373" y="42"/>
                  </a:cubicBezTo>
                  <a:cubicBezTo>
                    <a:pt x="1373" y="38"/>
                    <a:pt x="1373" y="38"/>
                    <a:pt x="1373" y="38"/>
                  </a:cubicBezTo>
                  <a:cubicBezTo>
                    <a:pt x="1377" y="38"/>
                    <a:pt x="1384" y="38"/>
                    <a:pt x="1386" y="38"/>
                  </a:cubicBezTo>
                  <a:cubicBezTo>
                    <a:pt x="1391" y="38"/>
                    <a:pt x="1396" y="38"/>
                    <a:pt x="1399" y="38"/>
                  </a:cubicBezTo>
                  <a:cubicBezTo>
                    <a:pt x="1439" y="96"/>
                    <a:pt x="1439" y="96"/>
                    <a:pt x="1439" y="96"/>
                  </a:cubicBezTo>
                  <a:cubicBezTo>
                    <a:pt x="1439" y="71"/>
                    <a:pt x="1439" y="71"/>
                    <a:pt x="1439" y="71"/>
                  </a:cubicBezTo>
                  <a:cubicBezTo>
                    <a:pt x="1439" y="47"/>
                    <a:pt x="1439" y="44"/>
                    <a:pt x="1425" y="43"/>
                  </a:cubicBezTo>
                  <a:cubicBezTo>
                    <a:pt x="1424" y="43"/>
                    <a:pt x="1424" y="43"/>
                    <a:pt x="1424" y="42"/>
                  </a:cubicBezTo>
                  <a:cubicBezTo>
                    <a:pt x="1424" y="38"/>
                    <a:pt x="1424" y="38"/>
                    <a:pt x="1424" y="38"/>
                  </a:cubicBezTo>
                  <a:cubicBezTo>
                    <a:pt x="1430" y="38"/>
                    <a:pt x="1438" y="38"/>
                    <a:pt x="1443" y="38"/>
                  </a:cubicBezTo>
                  <a:cubicBezTo>
                    <a:pt x="1449" y="38"/>
                    <a:pt x="1453" y="38"/>
                    <a:pt x="1458" y="38"/>
                  </a:cubicBezTo>
                  <a:cubicBezTo>
                    <a:pt x="1458" y="42"/>
                    <a:pt x="1458" y="42"/>
                    <a:pt x="1458" y="42"/>
                  </a:cubicBezTo>
                  <a:cubicBezTo>
                    <a:pt x="1458" y="43"/>
                    <a:pt x="1458" y="43"/>
                    <a:pt x="1458" y="43"/>
                  </a:cubicBezTo>
                  <a:cubicBezTo>
                    <a:pt x="1448" y="44"/>
                    <a:pt x="1447" y="47"/>
                    <a:pt x="1447" y="71"/>
                  </a:cubicBezTo>
                  <a:cubicBezTo>
                    <a:pt x="1447" y="119"/>
                    <a:pt x="1447" y="119"/>
                    <a:pt x="1447" y="119"/>
                  </a:cubicBezTo>
                  <a:lnTo>
                    <a:pt x="1438" y="119"/>
                  </a:lnTo>
                  <a:close/>
                  <a:moveTo>
                    <a:pt x="1537" y="86"/>
                  </a:moveTo>
                  <a:cubicBezTo>
                    <a:pt x="1537" y="87"/>
                    <a:pt x="1537" y="87"/>
                    <a:pt x="1536" y="87"/>
                  </a:cubicBezTo>
                  <a:cubicBezTo>
                    <a:pt x="1529" y="89"/>
                    <a:pt x="1529" y="89"/>
                    <a:pt x="1529" y="99"/>
                  </a:cubicBezTo>
                  <a:cubicBezTo>
                    <a:pt x="1529" y="102"/>
                    <a:pt x="1529" y="102"/>
                    <a:pt x="1529" y="102"/>
                  </a:cubicBezTo>
                  <a:cubicBezTo>
                    <a:pt x="1529" y="104"/>
                    <a:pt x="1529" y="108"/>
                    <a:pt x="1529" y="109"/>
                  </a:cubicBezTo>
                  <a:cubicBezTo>
                    <a:pt x="1529" y="110"/>
                    <a:pt x="1529" y="110"/>
                    <a:pt x="1528" y="110"/>
                  </a:cubicBezTo>
                  <a:cubicBezTo>
                    <a:pt x="1521" y="110"/>
                    <a:pt x="1517" y="119"/>
                    <a:pt x="1499" y="119"/>
                  </a:cubicBezTo>
                  <a:cubicBezTo>
                    <a:pt x="1478" y="119"/>
                    <a:pt x="1462" y="105"/>
                    <a:pt x="1462" y="77"/>
                  </a:cubicBezTo>
                  <a:cubicBezTo>
                    <a:pt x="1462" y="55"/>
                    <a:pt x="1474" y="36"/>
                    <a:pt x="1499" y="36"/>
                  </a:cubicBezTo>
                  <a:cubicBezTo>
                    <a:pt x="1507" y="36"/>
                    <a:pt x="1513" y="38"/>
                    <a:pt x="1517" y="40"/>
                  </a:cubicBezTo>
                  <a:cubicBezTo>
                    <a:pt x="1520" y="38"/>
                    <a:pt x="1520" y="38"/>
                    <a:pt x="1520" y="38"/>
                  </a:cubicBezTo>
                  <a:cubicBezTo>
                    <a:pt x="1520" y="37"/>
                    <a:pt x="1520" y="37"/>
                    <a:pt x="1521" y="37"/>
                  </a:cubicBezTo>
                  <a:cubicBezTo>
                    <a:pt x="1524" y="37"/>
                    <a:pt x="1524" y="37"/>
                    <a:pt x="1524" y="37"/>
                  </a:cubicBezTo>
                  <a:cubicBezTo>
                    <a:pt x="1524" y="42"/>
                    <a:pt x="1524" y="55"/>
                    <a:pt x="1524" y="61"/>
                  </a:cubicBezTo>
                  <a:cubicBezTo>
                    <a:pt x="1520" y="61"/>
                    <a:pt x="1520" y="61"/>
                    <a:pt x="1520" y="61"/>
                  </a:cubicBezTo>
                  <a:cubicBezTo>
                    <a:pt x="1520" y="61"/>
                    <a:pt x="1519" y="61"/>
                    <a:pt x="1519" y="60"/>
                  </a:cubicBezTo>
                  <a:cubicBezTo>
                    <a:pt x="1516" y="48"/>
                    <a:pt x="1511" y="43"/>
                    <a:pt x="1500" y="43"/>
                  </a:cubicBezTo>
                  <a:cubicBezTo>
                    <a:pt x="1481" y="43"/>
                    <a:pt x="1477" y="61"/>
                    <a:pt x="1477" y="77"/>
                  </a:cubicBezTo>
                  <a:cubicBezTo>
                    <a:pt x="1477" y="94"/>
                    <a:pt x="1482" y="113"/>
                    <a:pt x="1501" y="113"/>
                  </a:cubicBezTo>
                  <a:cubicBezTo>
                    <a:pt x="1510" y="113"/>
                    <a:pt x="1515" y="108"/>
                    <a:pt x="1515" y="100"/>
                  </a:cubicBezTo>
                  <a:cubicBezTo>
                    <a:pt x="1515" y="98"/>
                    <a:pt x="1515" y="98"/>
                    <a:pt x="1515" y="98"/>
                  </a:cubicBezTo>
                  <a:cubicBezTo>
                    <a:pt x="1515" y="89"/>
                    <a:pt x="1515" y="89"/>
                    <a:pt x="1503" y="87"/>
                  </a:cubicBezTo>
                  <a:cubicBezTo>
                    <a:pt x="1502" y="87"/>
                    <a:pt x="1502" y="87"/>
                    <a:pt x="1502" y="86"/>
                  </a:cubicBezTo>
                  <a:cubicBezTo>
                    <a:pt x="1502" y="82"/>
                    <a:pt x="1502" y="82"/>
                    <a:pt x="1502" y="82"/>
                  </a:cubicBezTo>
                  <a:cubicBezTo>
                    <a:pt x="1508" y="83"/>
                    <a:pt x="1516" y="83"/>
                    <a:pt x="1521" y="83"/>
                  </a:cubicBezTo>
                  <a:cubicBezTo>
                    <a:pt x="1527" y="83"/>
                    <a:pt x="1531" y="83"/>
                    <a:pt x="1537" y="82"/>
                  </a:cubicBezTo>
                  <a:lnTo>
                    <a:pt x="1537" y="86"/>
                  </a:lnTo>
                  <a:close/>
                  <a:moveTo>
                    <a:pt x="1670" y="71"/>
                  </a:moveTo>
                  <a:cubicBezTo>
                    <a:pt x="1670" y="72"/>
                    <a:pt x="1670" y="73"/>
                    <a:pt x="1669" y="73"/>
                  </a:cubicBezTo>
                  <a:cubicBezTo>
                    <a:pt x="1658" y="75"/>
                    <a:pt x="1658" y="75"/>
                    <a:pt x="1658" y="90"/>
                  </a:cubicBezTo>
                  <a:cubicBezTo>
                    <a:pt x="1658" y="94"/>
                    <a:pt x="1658" y="94"/>
                    <a:pt x="1658" y="94"/>
                  </a:cubicBezTo>
                  <a:cubicBezTo>
                    <a:pt x="1658" y="97"/>
                    <a:pt x="1659" y="102"/>
                    <a:pt x="1659" y="104"/>
                  </a:cubicBezTo>
                  <a:cubicBezTo>
                    <a:pt x="1659" y="105"/>
                    <a:pt x="1658" y="105"/>
                    <a:pt x="1658" y="105"/>
                  </a:cubicBezTo>
                  <a:cubicBezTo>
                    <a:pt x="1647" y="105"/>
                    <a:pt x="1643" y="119"/>
                    <a:pt x="1619" y="119"/>
                  </a:cubicBezTo>
                  <a:cubicBezTo>
                    <a:pt x="1589" y="119"/>
                    <a:pt x="1566" y="99"/>
                    <a:pt x="1566" y="59"/>
                  </a:cubicBezTo>
                  <a:cubicBezTo>
                    <a:pt x="1566" y="26"/>
                    <a:pt x="1583" y="0"/>
                    <a:pt x="1618" y="0"/>
                  </a:cubicBezTo>
                  <a:cubicBezTo>
                    <a:pt x="1629" y="0"/>
                    <a:pt x="1639" y="2"/>
                    <a:pt x="1645" y="6"/>
                  </a:cubicBezTo>
                  <a:cubicBezTo>
                    <a:pt x="1645" y="6"/>
                    <a:pt x="1645" y="6"/>
                    <a:pt x="1645" y="6"/>
                  </a:cubicBezTo>
                  <a:cubicBezTo>
                    <a:pt x="1648" y="2"/>
                    <a:pt x="1648" y="2"/>
                    <a:pt x="1648" y="2"/>
                  </a:cubicBezTo>
                  <a:cubicBezTo>
                    <a:pt x="1648" y="1"/>
                    <a:pt x="1649" y="1"/>
                    <a:pt x="1650" y="1"/>
                  </a:cubicBezTo>
                  <a:cubicBezTo>
                    <a:pt x="1652" y="1"/>
                    <a:pt x="1652" y="1"/>
                    <a:pt x="1652" y="1"/>
                  </a:cubicBezTo>
                  <a:cubicBezTo>
                    <a:pt x="1652" y="9"/>
                    <a:pt x="1653" y="26"/>
                    <a:pt x="1653" y="33"/>
                  </a:cubicBezTo>
                  <a:cubicBezTo>
                    <a:pt x="1648" y="33"/>
                    <a:pt x="1648" y="33"/>
                    <a:pt x="1648" y="33"/>
                  </a:cubicBezTo>
                  <a:cubicBezTo>
                    <a:pt x="1648" y="33"/>
                    <a:pt x="1647" y="33"/>
                    <a:pt x="1647" y="32"/>
                  </a:cubicBezTo>
                  <a:cubicBezTo>
                    <a:pt x="1643" y="16"/>
                    <a:pt x="1634" y="7"/>
                    <a:pt x="1618" y="7"/>
                  </a:cubicBezTo>
                  <a:cubicBezTo>
                    <a:pt x="1590" y="7"/>
                    <a:pt x="1585" y="34"/>
                    <a:pt x="1585" y="59"/>
                  </a:cubicBezTo>
                  <a:cubicBezTo>
                    <a:pt x="1585" y="85"/>
                    <a:pt x="1592" y="112"/>
                    <a:pt x="1620" y="112"/>
                  </a:cubicBezTo>
                  <a:cubicBezTo>
                    <a:pt x="1634" y="112"/>
                    <a:pt x="1643" y="105"/>
                    <a:pt x="1643" y="94"/>
                  </a:cubicBezTo>
                  <a:cubicBezTo>
                    <a:pt x="1643" y="89"/>
                    <a:pt x="1643" y="89"/>
                    <a:pt x="1643" y="89"/>
                  </a:cubicBezTo>
                  <a:cubicBezTo>
                    <a:pt x="1643" y="75"/>
                    <a:pt x="1643" y="75"/>
                    <a:pt x="1627" y="73"/>
                  </a:cubicBezTo>
                  <a:cubicBezTo>
                    <a:pt x="1626" y="73"/>
                    <a:pt x="1625" y="72"/>
                    <a:pt x="1625" y="71"/>
                  </a:cubicBezTo>
                  <a:cubicBezTo>
                    <a:pt x="1625" y="66"/>
                    <a:pt x="1625" y="66"/>
                    <a:pt x="1625" y="66"/>
                  </a:cubicBezTo>
                  <a:cubicBezTo>
                    <a:pt x="1633" y="66"/>
                    <a:pt x="1640" y="67"/>
                    <a:pt x="1649" y="67"/>
                  </a:cubicBezTo>
                  <a:cubicBezTo>
                    <a:pt x="1657" y="67"/>
                    <a:pt x="1662" y="66"/>
                    <a:pt x="1670" y="66"/>
                  </a:cubicBezTo>
                  <a:lnTo>
                    <a:pt x="1670" y="71"/>
                  </a:lnTo>
                  <a:close/>
                  <a:moveTo>
                    <a:pt x="1716" y="76"/>
                  </a:moveTo>
                  <a:cubicBezTo>
                    <a:pt x="1716" y="76"/>
                    <a:pt x="1716" y="76"/>
                    <a:pt x="1716" y="76"/>
                  </a:cubicBezTo>
                  <a:cubicBezTo>
                    <a:pt x="1740" y="80"/>
                    <a:pt x="1733" y="110"/>
                    <a:pt x="1742" y="110"/>
                  </a:cubicBezTo>
                  <a:cubicBezTo>
                    <a:pt x="1745" y="110"/>
                    <a:pt x="1746" y="109"/>
                    <a:pt x="1748" y="107"/>
                  </a:cubicBezTo>
                  <a:cubicBezTo>
                    <a:pt x="1750" y="110"/>
                    <a:pt x="1750" y="110"/>
                    <a:pt x="1750" y="110"/>
                  </a:cubicBezTo>
                  <a:cubicBezTo>
                    <a:pt x="1750" y="110"/>
                    <a:pt x="1751" y="110"/>
                    <a:pt x="1751" y="111"/>
                  </a:cubicBezTo>
                  <a:cubicBezTo>
                    <a:pt x="1751" y="111"/>
                    <a:pt x="1750" y="111"/>
                    <a:pt x="1750" y="111"/>
                  </a:cubicBezTo>
                  <a:cubicBezTo>
                    <a:pt x="1747" y="116"/>
                    <a:pt x="1742" y="118"/>
                    <a:pt x="1737" y="118"/>
                  </a:cubicBezTo>
                  <a:cubicBezTo>
                    <a:pt x="1725" y="118"/>
                    <a:pt x="1723" y="108"/>
                    <a:pt x="1720" y="96"/>
                  </a:cubicBezTo>
                  <a:cubicBezTo>
                    <a:pt x="1718" y="85"/>
                    <a:pt x="1715" y="79"/>
                    <a:pt x="1705" y="79"/>
                  </a:cubicBezTo>
                  <a:cubicBezTo>
                    <a:pt x="1697" y="79"/>
                    <a:pt x="1697" y="79"/>
                    <a:pt x="1697" y="79"/>
                  </a:cubicBezTo>
                  <a:cubicBezTo>
                    <a:pt x="1697" y="96"/>
                    <a:pt x="1697" y="96"/>
                    <a:pt x="1697" y="96"/>
                  </a:cubicBezTo>
                  <a:cubicBezTo>
                    <a:pt x="1697" y="110"/>
                    <a:pt x="1697" y="111"/>
                    <a:pt x="1707" y="112"/>
                  </a:cubicBezTo>
                  <a:cubicBezTo>
                    <a:pt x="1708" y="112"/>
                    <a:pt x="1708" y="112"/>
                    <a:pt x="1708" y="113"/>
                  </a:cubicBezTo>
                  <a:cubicBezTo>
                    <a:pt x="1708" y="117"/>
                    <a:pt x="1708" y="117"/>
                    <a:pt x="1708" y="117"/>
                  </a:cubicBezTo>
                  <a:cubicBezTo>
                    <a:pt x="1702" y="117"/>
                    <a:pt x="1695" y="117"/>
                    <a:pt x="1690" y="117"/>
                  </a:cubicBezTo>
                  <a:cubicBezTo>
                    <a:pt x="1684" y="117"/>
                    <a:pt x="1678" y="117"/>
                    <a:pt x="1672" y="117"/>
                  </a:cubicBezTo>
                  <a:cubicBezTo>
                    <a:pt x="1672" y="113"/>
                    <a:pt x="1672" y="113"/>
                    <a:pt x="1672" y="113"/>
                  </a:cubicBezTo>
                  <a:cubicBezTo>
                    <a:pt x="1672" y="112"/>
                    <a:pt x="1672" y="112"/>
                    <a:pt x="1673" y="112"/>
                  </a:cubicBezTo>
                  <a:cubicBezTo>
                    <a:pt x="1683" y="111"/>
                    <a:pt x="1683" y="110"/>
                    <a:pt x="1683" y="96"/>
                  </a:cubicBezTo>
                  <a:cubicBezTo>
                    <a:pt x="1683" y="59"/>
                    <a:pt x="1683" y="59"/>
                    <a:pt x="1683" y="59"/>
                  </a:cubicBezTo>
                  <a:cubicBezTo>
                    <a:pt x="1683" y="45"/>
                    <a:pt x="1683" y="44"/>
                    <a:pt x="1673" y="43"/>
                  </a:cubicBezTo>
                  <a:cubicBezTo>
                    <a:pt x="1672" y="43"/>
                    <a:pt x="1672" y="43"/>
                    <a:pt x="1672" y="42"/>
                  </a:cubicBezTo>
                  <a:cubicBezTo>
                    <a:pt x="1672" y="38"/>
                    <a:pt x="1672" y="38"/>
                    <a:pt x="1672" y="38"/>
                  </a:cubicBezTo>
                  <a:cubicBezTo>
                    <a:pt x="1678" y="38"/>
                    <a:pt x="1684" y="38"/>
                    <a:pt x="1690" y="38"/>
                  </a:cubicBezTo>
                  <a:cubicBezTo>
                    <a:pt x="1695" y="38"/>
                    <a:pt x="1704" y="38"/>
                    <a:pt x="1708" y="38"/>
                  </a:cubicBezTo>
                  <a:cubicBezTo>
                    <a:pt x="1724" y="38"/>
                    <a:pt x="1738" y="43"/>
                    <a:pt x="1738" y="56"/>
                  </a:cubicBezTo>
                  <a:cubicBezTo>
                    <a:pt x="1738" y="65"/>
                    <a:pt x="1733" y="73"/>
                    <a:pt x="1716" y="76"/>
                  </a:cubicBezTo>
                  <a:close/>
                  <a:moveTo>
                    <a:pt x="1708" y="44"/>
                  </a:moveTo>
                  <a:cubicBezTo>
                    <a:pt x="1704" y="44"/>
                    <a:pt x="1697" y="44"/>
                    <a:pt x="1697" y="46"/>
                  </a:cubicBezTo>
                  <a:cubicBezTo>
                    <a:pt x="1697" y="73"/>
                    <a:pt x="1697" y="73"/>
                    <a:pt x="1697" y="73"/>
                  </a:cubicBezTo>
                  <a:cubicBezTo>
                    <a:pt x="1704" y="73"/>
                    <a:pt x="1704" y="73"/>
                    <a:pt x="1704" y="73"/>
                  </a:cubicBezTo>
                  <a:cubicBezTo>
                    <a:pt x="1716" y="73"/>
                    <a:pt x="1723" y="69"/>
                    <a:pt x="1723" y="58"/>
                  </a:cubicBezTo>
                  <a:cubicBezTo>
                    <a:pt x="1723" y="48"/>
                    <a:pt x="1716" y="44"/>
                    <a:pt x="1708" y="44"/>
                  </a:cubicBezTo>
                  <a:close/>
                  <a:moveTo>
                    <a:pt x="1789" y="119"/>
                  </a:moveTo>
                  <a:cubicBezTo>
                    <a:pt x="1767" y="119"/>
                    <a:pt x="1750" y="103"/>
                    <a:pt x="1750" y="79"/>
                  </a:cubicBezTo>
                  <a:cubicBezTo>
                    <a:pt x="1750" y="50"/>
                    <a:pt x="1768" y="36"/>
                    <a:pt x="1788" y="36"/>
                  </a:cubicBezTo>
                  <a:cubicBezTo>
                    <a:pt x="1810" y="36"/>
                    <a:pt x="1827" y="52"/>
                    <a:pt x="1827" y="76"/>
                  </a:cubicBezTo>
                  <a:cubicBezTo>
                    <a:pt x="1827" y="105"/>
                    <a:pt x="1809" y="119"/>
                    <a:pt x="1789" y="119"/>
                  </a:cubicBezTo>
                  <a:close/>
                  <a:moveTo>
                    <a:pt x="1787" y="43"/>
                  </a:moveTo>
                  <a:cubicBezTo>
                    <a:pt x="1773" y="43"/>
                    <a:pt x="1766" y="54"/>
                    <a:pt x="1766" y="78"/>
                  </a:cubicBezTo>
                  <a:cubicBezTo>
                    <a:pt x="1766" y="103"/>
                    <a:pt x="1775" y="112"/>
                    <a:pt x="1789" y="112"/>
                  </a:cubicBezTo>
                  <a:cubicBezTo>
                    <a:pt x="1804" y="112"/>
                    <a:pt x="1811" y="101"/>
                    <a:pt x="1811" y="77"/>
                  </a:cubicBezTo>
                  <a:cubicBezTo>
                    <a:pt x="1811" y="52"/>
                    <a:pt x="1802" y="43"/>
                    <a:pt x="1787" y="43"/>
                  </a:cubicBezTo>
                  <a:close/>
                  <a:moveTo>
                    <a:pt x="1874" y="119"/>
                  </a:moveTo>
                  <a:cubicBezTo>
                    <a:pt x="1851" y="119"/>
                    <a:pt x="1841" y="110"/>
                    <a:pt x="1841" y="89"/>
                  </a:cubicBezTo>
                  <a:cubicBezTo>
                    <a:pt x="1841" y="59"/>
                    <a:pt x="1841" y="59"/>
                    <a:pt x="1841" y="59"/>
                  </a:cubicBezTo>
                  <a:cubicBezTo>
                    <a:pt x="1841" y="45"/>
                    <a:pt x="1841" y="44"/>
                    <a:pt x="1831" y="43"/>
                  </a:cubicBezTo>
                  <a:cubicBezTo>
                    <a:pt x="1830" y="43"/>
                    <a:pt x="1830" y="43"/>
                    <a:pt x="1830" y="42"/>
                  </a:cubicBezTo>
                  <a:cubicBezTo>
                    <a:pt x="1830" y="38"/>
                    <a:pt x="1830" y="38"/>
                    <a:pt x="1830" y="38"/>
                  </a:cubicBezTo>
                  <a:cubicBezTo>
                    <a:pt x="1835" y="38"/>
                    <a:pt x="1842" y="38"/>
                    <a:pt x="1848" y="38"/>
                  </a:cubicBezTo>
                  <a:cubicBezTo>
                    <a:pt x="1853" y="38"/>
                    <a:pt x="1860" y="38"/>
                    <a:pt x="1866" y="38"/>
                  </a:cubicBezTo>
                  <a:cubicBezTo>
                    <a:pt x="1866" y="42"/>
                    <a:pt x="1866" y="42"/>
                    <a:pt x="1866" y="42"/>
                  </a:cubicBezTo>
                  <a:cubicBezTo>
                    <a:pt x="1866" y="43"/>
                    <a:pt x="1865" y="43"/>
                    <a:pt x="1865" y="43"/>
                  </a:cubicBezTo>
                  <a:cubicBezTo>
                    <a:pt x="1855" y="44"/>
                    <a:pt x="1855" y="45"/>
                    <a:pt x="1855" y="59"/>
                  </a:cubicBezTo>
                  <a:cubicBezTo>
                    <a:pt x="1855" y="91"/>
                    <a:pt x="1855" y="91"/>
                    <a:pt x="1855" y="91"/>
                  </a:cubicBezTo>
                  <a:cubicBezTo>
                    <a:pt x="1855" y="103"/>
                    <a:pt x="1861" y="110"/>
                    <a:pt x="1875" y="110"/>
                  </a:cubicBezTo>
                  <a:cubicBezTo>
                    <a:pt x="1889" y="110"/>
                    <a:pt x="1895" y="103"/>
                    <a:pt x="1895" y="90"/>
                  </a:cubicBezTo>
                  <a:cubicBezTo>
                    <a:pt x="1895" y="71"/>
                    <a:pt x="1895" y="71"/>
                    <a:pt x="1895" y="71"/>
                  </a:cubicBezTo>
                  <a:cubicBezTo>
                    <a:pt x="1895" y="46"/>
                    <a:pt x="1895" y="45"/>
                    <a:pt x="1881" y="43"/>
                  </a:cubicBezTo>
                  <a:cubicBezTo>
                    <a:pt x="1881" y="43"/>
                    <a:pt x="1881" y="43"/>
                    <a:pt x="1881" y="42"/>
                  </a:cubicBezTo>
                  <a:cubicBezTo>
                    <a:pt x="1881" y="38"/>
                    <a:pt x="1881" y="38"/>
                    <a:pt x="1881" y="38"/>
                  </a:cubicBezTo>
                  <a:cubicBezTo>
                    <a:pt x="1886" y="38"/>
                    <a:pt x="1893" y="38"/>
                    <a:pt x="1899" y="38"/>
                  </a:cubicBezTo>
                  <a:cubicBezTo>
                    <a:pt x="1905" y="38"/>
                    <a:pt x="1907" y="38"/>
                    <a:pt x="1913" y="38"/>
                  </a:cubicBezTo>
                  <a:cubicBezTo>
                    <a:pt x="1913" y="42"/>
                    <a:pt x="1913" y="42"/>
                    <a:pt x="1913" y="42"/>
                  </a:cubicBezTo>
                  <a:cubicBezTo>
                    <a:pt x="1913" y="43"/>
                    <a:pt x="1913" y="43"/>
                    <a:pt x="1912" y="43"/>
                  </a:cubicBezTo>
                  <a:cubicBezTo>
                    <a:pt x="1903" y="44"/>
                    <a:pt x="1903" y="46"/>
                    <a:pt x="1903" y="71"/>
                  </a:cubicBezTo>
                  <a:cubicBezTo>
                    <a:pt x="1903" y="88"/>
                    <a:pt x="1903" y="88"/>
                    <a:pt x="1903" y="88"/>
                  </a:cubicBezTo>
                  <a:cubicBezTo>
                    <a:pt x="1903" y="109"/>
                    <a:pt x="1893" y="119"/>
                    <a:pt x="1874" y="119"/>
                  </a:cubicBezTo>
                  <a:close/>
                  <a:moveTo>
                    <a:pt x="1949" y="84"/>
                  </a:moveTo>
                  <a:cubicBezTo>
                    <a:pt x="1943" y="84"/>
                    <a:pt x="1943" y="84"/>
                    <a:pt x="1943" y="84"/>
                  </a:cubicBezTo>
                  <a:cubicBezTo>
                    <a:pt x="1943" y="96"/>
                    <a:pt x="1943" y="96"/>
                    <a:pt x="1943" y="96"/>
                  </a:cubicBezTo>
                  <a:cubicBezTo>
                    <a:pt x="1943" y="110"/>
                    <a:pt x="1943" y="111"/>
                    <a:pt x="1955" y="112"/>
                  </a:cubicBezTo>
                  <a:cubicBezTo>
                    <a:pt x="1956" y="112"/>
                    <a:pt x="1956" y="112"/>
                    <a:pt x="1956" y="113"/>
                  </a:cubicBezTo>
                  <a:cubicBezTo>
                    <a:pt x="1956" y="117"/>
                    <a:pt x="1956" y="117"/>
                    <a:pt x="1956" y="117"/>
                  </a:cubicBezTo>
                  <a:cubicBezTo>
                    <a:pt x="1951" y="117"/>
                    <a:pt x="1941" y="117"/>
                    <a:pt x="1936" y="117"/>
                  </a:cubicBezTo>
                  <a:cubicBezTo>
                    <a:pt x="1930" y="117"/>
                    <a:pt x="1923" y="117"/>
                    <a:pt x="1918" y="117"/>
                  </a:cubicBezTo>
                  <a:cubicBezTo>
                    <a:pt x="1918" y="113"/>
                    <a:pt x="1918" y="113"/>
                    <a:pt x="1918" y="113"/>
                  </a:cubicBezTo>
                  <a:cubicBezTo>
                    <a:pt x="1918" y="112"/>
                    <a:pt x="1918" y="112"/>
                    <a:pt x="1919" y="112"/>
                  </a:cubicBezTo>
                  <a:cubicBezTo>
                    <a:pt x="1929" y="111"/>
                    <a:pt x="1929" y="110"/>
                    <a:pt x="1929" y="96"/>
                  </a:cubicBezTo>
                  <a:cubicBezTo>
                    <a:pt x="1929" y="59"/>
                    <a:pt x="1929" y="59"/>
                    <a:pt x="1929" y="59"/>
                  </a:cubicBezTo>
                  <a:cubicBezTo>
                    <a:pt x="1929" y="45"/>
                    <a:pt x="1929" y="44"/>
                    <a:pt x="1919" y="43"/>
                  </a:cubicBezTo>
                  <a:cubicBezTo>
                    <a:pt x="1918" y="43"/>
                    <a:pt x="1918" y="43"/>
                    <a:pt x="1918" y="42"/>
                  </a:cubicBezTo>
                  <a:cubicBezTo>
                    <a:pt x="1918" y="38"/>
                    <a:pt x="1918" y="38"/>
                    <a:pt x="1918" y="38"/>
                  </a:cubicBezTo>
                  <a:cubicBezTo>
                    <a:pt x="1923" y="38"/>
                    <a:pt x="1930" y="38"/>
                    <a:pt x="1936" y="38"/>
                  </a:cubicBezTo>
                  <a:cubicBezTo>
                    <a:pt x="1942" y="38"/>
                    <a:pt x="1947" y="38"/>
                    <a:pt x="1952" y="38"/>
                  </a:cubicBezTo>
                  <a:cubicBezTo>
                    <a:pt x="1965" y="38"/>
                    <a:pt x="1984" y="42"/>
                    <a:pt x="1984" y="59"/>
                  </a:cubicBezTo>
                  <a:cubicBezTo>
                    <a:pt x="1984" y="70"/>
                    <a:pt x="1978" y="84"/>
                    <a:pt x="1949" y="84"/>
                  </a:cubicBezTo>
                  <a:close/>
                  <a:moveTo>
                    <a:pt x="1952" y="44"/>
                  </a:moveTo>
                  <a:cubicBezTo>
                    <a:pt x="1949" y="44"/>
                    <a:pt x="1943" y="44"/>
                    <a:pt x="1943" y="46"/>
                  </a:cubicBezTo>
                  <a:cubicBezTo>
                    <a:pt x="1943" y="78"/>
                    <a:pt x="1943" y="78"/>
                    <a:pt x="1943" y="78"/>
                  </a:cubicBezTo>
                  <a:cubicBezTo>
                    <a:pt x="1949" y="78"/>
                    <a:pt x="1949" y="78"/>
                    <a:pt x="1949" y="78"/>
                  </a:cubicBezTo>
                  <a:cubicBezTo>
                    <a:pt x="1962" y="78"/>
                    <a:pt x="1969" y="73"/>
                    <a:pt x="1969" y="60"/>
                  </a:cubicBezTo>
                  <a:cubicBezTo>
                    <a:pt x="1969" y="49"/>
                    <a:pt x="1962" y="44"/>
                    <a:pt x="1952"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6E6F73"/>
                </a:solidFill>
                <a:sym typeface="Trebuchet MS" panose="020B0603020202020204" pitchFamily="34" charset="0"/>
              </a:endParaRPr>
            </a:p>
          </p:txBody>
        </p:sp>
      </p:gr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prstClr val="white"/>
                </a:solidFill>
                <a:sym typeface="Trebuchet MS" panose="020B0603020202020204" pitchFamily="34" charset="0"/>
              </a:rPr>
              <a:t>bcg.com</a:t>
            </a:r>
          </a:p>
        </p:txBody>
      </p:sp>
    </p:spTree>
    <p:extLst>
      <p:ext uri="{BB962C8B-B14F-4D97-AF65-F5344CB8AC3E}">
        <p14:creationId xmlns:p14="http://schemas.microsoft.com/office/powerpoint/2010/main" val="4666038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575757"/>
                </a:solidFill>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a:defRPr/>
              </a:pPr>
              <a:endParaRPr lang="en-US">
                <a:solidFill>
                  <a:srgbClr val="575757"/>
                </a:solidFill>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a:lnSpc>
                  <a:spcPct val="90000"/>
                </a:lnSpc>
                <a:defRPr/>
              </a:pPr>
              <a:r>
                <a:rPr lang="en-US" sz="1000" dirty="0">
                  <a:solidFill>
                    <a:prstClr val="white">
                      <a:lumMod val="50000"/>
                    </a:prstClr>
                  </a:solidFill>
                  <a:sym typeface="Trebuchet MS" panose="020B0603020202020204" pitchFamily="34" charset="0"/>
                </a:rPr>
                <a:t>1. </a:t>
              </a:r>
              <a:r>
                <a:rPr lang="en-US" sz="1000" dirty="0" err="1">
                  <a:solidFill>
                    <a:prstClr val="white">
                      <a:lumMod val="50000"/>
                    </a:prstClr>
                  </a:solidFill>
                  <a:sym typeface="Trebuchet MS" panose="020B0603020202020204" pitchFamily="34" charset="0"/>
                </a:rPr>
                <a:t>xxxx</a:t>
              </a:r>
              <a:r>
                <a:rPr lang="en-US" sz="1000" dirty="0">
                  <a:solidFill>
                    <a:prstClr val="white">
                      <a:lumMod val="50000"/>
                    </a:prstClr>
                  </a:solidFill>
                  <a:sym typeface="Trebuchet MS" panose="020B0603020202020204" pitchFamily="34" charset="0"/>
                </a:rPr>
                <a:t>  2. </a:t>
              </a:r>
              <a:r>
                <a:rPr lang="en-US" sz="1000" dirty="0" err="1">
                  <a:solidFill>
                    <a:prstClr val="white">
                      <a:lumMod val="50000"/>
                    </a:prstClr>
                  </a:solidFill>
                  <a:sym typeface="Trebuchet MS" panose="020B0603020202020204" pitchFamily="34" charset="0"/>
                </a:rPr>
                <a:t>xxxx</a:t>
              </a:r>
              <a:r>
                <a:rPr lang="en-US" sz="1000" dirty="0">
                  <a:solidFill>
                    <a:prstClr val="white">
                      <a:lumMod val="50000"/>
                    </a:prstClr>
                  </a:solidFill>
                  <a:sym typeface="Trebuchet MS" panose="020B0603020202020204" pitchFamily="34" charset="0"/>
                </a:rPr>
                <a:t>  3. List footnotes in numerical order. Footnote numbers are not bracketed. Use 10pt font</a:t>
              </a:r>
            </a:p>
            <a:p>
              <a:pPr>
                <a:lnSpc>
                  <a:spcPct val="90000"/>
                </a:lnSpc>
                <a:defRPr/>
              </a:pPr>
              <a:r>
                <a:rPr lang="en-US" sz="1000" dirty="0">
                  <a:solidFill>
                    <a:prstClr val="white">
                      <a:lumMod val="50000"/>
                    </a:prstClr>
                  </a:solidFill>
                  <a:sym typeface="Trebuchet MS" panose="020B0603020202020204" pitchFamily="34" charset="0"/>
                </a:rPr>
                <a:t>Note: Do not put a period at the end of the note or the source</a:t>
              </a:r>
            </a:p>
            <a:p>
              <a:pPr>
                <a:lnSpc>
                  <a:spcPct val="90000"/>
                </a:lnSpc>
                <a:defRPr/>
              </a:pPr>
              <a:r>
                <a:rPr lang="en-US" sz="1000" dirty="0">
                  <a:solidFill>
                    <a:prstClr val="white">
                      <a:lumMod val="50000"/>
                    </a:prstClr>
                  </a:solidFill>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34778261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sym typeface="Trebuchet MS" panose="020B0603020202020204" pitchFamily="34" charset="0"/>
            </a:endParaRPr>
          </a:p>
        </p:txBody>
      </p:sp>
      <p:pic>
        <p:nvPicPr>
          <p:cNvPr id="18" name="Picture 17"/>
          <p:cNvPicPr>
            <a:picLocks noChangeAspect="1"/>
          </p:cNvPicPr>
          <p:nvPr userDrawn="1"/>
        </p:nvPicPr>
        <p:blipFill rotWithShape="1">
          <a:blip r:embed="rId3">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1"/>
            </p:custDataLst>
          </p:nvPr>
        </p:nvPicPr>
        <p:blipFill rotWithShape="1">
          <a:blip r:embed="rId4">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a:solidFill>
                <a:prstClr val="white"/>
              </a:solidFill>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957600"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grpSp>
        <p:nvGrpSpPr>
          <p:cNvPr id="23" name="Group 22"/>
          <p:cNvGrpSpPr/>
          <p:nvPr userDrawn="1"/>
        </p:nvGrpSpPr>
        <p:grpSpPr>
          <a:xfrm>
            <a:off x="957600" y="946936"/>
            <a:ext cx="2887436" cy="894745"/>
            <a:chOff x="848180" y="896938"/>
            <a:chExt cx="2178050" cy="674924"/>
          </a:xfrm>
          <a:solidFill>
            <a:schemeClr val="bg1"/>
          </a:solidFill>
        </p:grpSpPr>
        <p:sp>
          <p:nvSpPr>
            <p:cNvPr id="24" name="Freeform 5"/>
            <p:cNvSpPr>
              <a:spLocks noEditPoints="1"/>
            </p:cNvSpPr>
            <p:nvPr/>
          </p:nvSpPr>
          <p:spPr bwMode="auto">
            <a:xfrm>
              <a:off x="848180" y="896938"/>
              <a:ext cx="997552" cy="414102"/>
            </a:xfrm>
            <a:custGeom>
              <a:avLst/>
              <a:gdLst>
                <a:gd name="T0" fmla="*/ 39 w 340"/>
                <a:gd name="T1" fmla="*/ 10 h 140"/>
                <a:gd name="T2" fmla="*/ 54 w 340"/>
                <a:gd name="T3" fmla="*/ 8 h 140"/>
                <a:gd name="T4" fmla="*/ 47 w 340"/>
                <a:gd name="T5" fmla="*/ 64 h 140"/>
                <a:gd name="T6" fmla="*/ 60 w 340"/>
                <a:gd name="T7" fmla="*/ 132 h 140"/>
                <a:gd name="T8" fmla="*/ 39 w 340"/>
                <a:gd name="T9" fmla="*/ 69 h 140"/>
                <a:gd name="T10" fmla="*/ 92 w 340"/>
                <a:gd name="T11" fmla="*/ 100 h 140"/>
                <a:gd name="T12" fmla="*/ 285 w 340"/>
                <a:gd name="T13" fmla="*/ 78 h 140"/>
                <a:gd name="T14" fmla="*/ 286 w 340"/>
                <a:gd name="T15" fmla="*/ 82 h 140"/>
                <a:gd name="T16" fmla="*/ 306 w 340"/>
                <a:gd name="T17" fmla="*/ 113 h 140"/>
                <a:gd name="T18" fmla="*/ 238 w 340"/>
                <a:gd name="T19" fmla="*/ 71 h 140"/>
                <a:gd name="T20" fmla="*/ 315 w 340"/>
                <a:gd name="T21" fmla="*/ 40 h 140"/>
                <a:gd name="T22" fmla="*/ 318 w 340"/>
                <a:gd name="T23" fmla="*/ 41 h 140"/>
                <a:gd name="T24" fmla="*/ 317 w 340"/>
                <a:gd name="T25" fmla="*/ 1 h 140"/>
                <a:gd name="T26" fmla="*/ 313 w 340"/>
                <a:gd name="T27" fmla="*/ 12 h 140"/>
                <a:gd name="T28" fmla="*/ 278 w 340"/>
                <a:gd name="T29" fmla="*/ 0 h 140"/>
                <a:gd name="T30" fmla="*/ 216 w 340"/>
                <a:gd name="T31" fmla="*/ 90 h 140"/>
                <a:gd name="T32" fmla="*/ 177 w 340"/>
                <a:gd name="T33" fmla="*/ 135 h 140"/>
                <a:gd name="T34" fmla="*/ 174 w 340"/>
                <a:gd name="T35" fmla="*/ 5 h 140"/>
                <a:gd name="T36" fmla="*/ 210 w 340"/>
                <a:gd name="T37" fmla="*/ 34 h 140"/>
                <a:gd name="T38" fmla="*/ 211 w 340"/>
                <a:gd name="T39" fmla="*/ 1 h 140"/>
                <a:gd name="T40" fmla="*/ 208 w 340"/>
                <a:gd name="T41" fmla="*/ 2 h 140"/>
                <a:gd name="T42" fmla="*/ 206 w 340"/>
                <a:gd name="T43" fmla="*/ 12 h 140"/>
                <a:gd name="T44" fmla="*/ 110 w 340"/>
                <a:gd name="T45" fmla="*/ 71 h 140"/>
                <a:gd name="T46" fmla="*/ 110 w 340"/>
                <a:gd name="T47" fmla="*/ 82 h 140"/>
                <a:gd name="T48" fmla="*/ 69 w 340"/>
                <a:gd name="T49" fmla="*/ 65 h 140"/>
                <a:gd name="T50" fmla="*/ 53 w 340"/>
                <a:gd name="T51" fmla="*/ 2 h 140"/>
                <a:gd name="T52" fmla="*/ 0 w 340"/>
                <a:gd name="T53" fmla="*/ 2 h 140"/>
                <a:gd name="T54" fmla="*/ 1 w 340"/>
                <a:gd name="T55" fmla="*/ 6 h 140"/>
                <a:gd name="T56" fmla="*/ 18 w 340"/>
                <a:gd name="T57" fmla="*/ 106 h 140"/>
                <a:gd name="T58" fmla="*/ 0 w 340"/>
                <a:gd name="T59" fmla="*/ 135 h 140"/>
                <a:gd name="T60" fmla="*/ 28 w 340"/>
                <a:gd name="T61" fmla="*/ 137 h 140"/>
                <a:gd name="T62" fmla="*/ 115 w 340"/>
                <a:gd name="T63" fmla="*/ 101 h 140"/>
                <a:gd name="T64" fmla="*/ 177 w 340"/>
                <a:gd name="T65" fmla="*/ 140 h 140"/>
                <a:gd name="T66" fmla="*/ 214 w 340"/>
                <a:gd name="T67" fmla="*/ 127 h 140"/>
                <a:gd name="T68" fmla="*/ 218 w 340"/>
                <a:gd name="T69" fmla="*/ 138 h 140"/>
                <a:gd name="T70" fmla="*/ 219 w 340"/>
                <a:gd name="T71" fmla="*/ 101 h 140"/>
                <a:gd name="T72" fmla="*/ 279 w 340"/>
                <a:gd name="T73" fmla="*/ 140 h 140"/>
                <a:gd name="T74" fmla="*/ 328 w 340"/>
                <a:gd name="T75" fmla="*/ 121 h 140"/>
                <a:gd name="T76" fmla="*/ 327 w 340"/>
                <a:gd name="T77" fmla="*/ 101 h 140"/>
                <a:gd name="T78" fmla="*/ 340 w 340"/>
                <a:gd name="T79" fmla="*/ 80 h 140"/>
                <a:gd name="T80" fmla="*/ 315 w 340"/>
                <a:gd name="T81" fmla="*/ 7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0" h="140">
                  <a:moveTo>
                    <a:pt x="39" y="64"/>
                  </a:moveTo>
                  <a:cubicBezTo>
                    <a:pt x="39" y="10"/>
                    <a:pt x="39" y="10"/>
                    <a:pt x="39" y="10"/>
                  </a:cubicBezTo>
                  <a:cubicBezTo>
                    <a:pt x="39" y="9"/>
                    <a:pt x="39" y="8"/>
                    <a:pt x="41" y="8"/>
                  </a:cubicBezTo>
                  <a:cubicBezTo>
                    <a:pt x="44" y="8"/>
                    <a:pt x="51" y="8"/>
                    <a:pt x="54" y="8"/>
                  </a:cubicBezTo>
                  <a:cubicBezTo>
                    <a:pt x="70" y="8"/>
                    <a:pt x="81" y="17"/>
                    <a:pt x="81" y="36"/>
                  </a:cubicBezTo>
                  <a:cubicBezTo>
                    <a:pt x="81" y="57"/>
                    <a:pt x="68" y="64"/>
                    <a:pt x="47" y="64"/>
                  </a:cubicBezTo>
                  <a:lnTo>
                    <a:pt x="39" y="64"/>
                  </a:lnTo>
                  <a:close/>
                  <a:moveTo>
                    <a:pt x="60" y="132"/>
                  </a:moveTo>
                  <a:cubicBezTo>
                    <a:pt x="42" y="132"/>
                    <a:pt x="39" y="129"/>
                    <a:pt x="39" y="104"/>
                  </a:cubicBezTo>
                  <a:cubicBezTo>
                    <a:pt x="39" y="69"/>
                    <a:pt x="39" y="69"/>
                    <a:pt x="39" y="69"/>
                  </a:cubicBezTo>
                  <a:cubicBezTo>
                    <a:pt x="47" y="69"/>
                    <a:pt x="47" y="69"/>
                    <a:pt x="47" y="69"/>
                  </a:cubicBezTo>
                  <a:cubicBezTo>
                    <a:pt x="71" y="69"/>
                    <a:pt x="92" y="74"/>
                    <a:pt x="92" y="100"/>
                  </a:cubicBezTo>
                  <a:cubicBezTo>
                    <a:pt x="92" y="120"/>
                    <a:pt x="80" y="132"/>
                    <a:pt x="60" y="132"/>
                  </a:cubicBezTo>
                  <a:close/>
                  <a:moveTo>
                    <a:pt x="285" y="78"/>
                  </a:moveTo>
                  <a:cubicBezTo>
                    <a:pt x="285" y="80"/>
                    <a:pt x="285" y="80"/>
                    <a:pt x="285" y="80"/>
                  </a:cubicBezTo>
                  <a:cubicBezTo>
                    <a:pt x="285" y="81"/>
                    <a:pt x="285" y="82"/>
                    <a:pt x="286" y="82"/>
                  </a:cubicBezTo>
                  <a:cubicBezTo>
                    <a:pt x="306" y="82"/>
                    <a:pt x="306" y="84"/>
                    <a:pt x="306" y="100"/>
                  </a:cubicBezTo>
                  <a:cubicBezTo>
                    <a:pt x="306" y="113"/>
                    <a:pt x="306" y="113"/>
                    <a:pt x="306" y="113"/>
                  </a:cubicBezTo>
                  <a:cubicBezTo>
                    <a:pt x="306" y="126"/>
                    <a:pt x="298" y="135"/>
                    <a:pt x="280" y="135"/>
                  </a:cubicBezTo>
                  <a:cubicBezTo>
                    <a:pt x="251" y="135"/>
                    <a:pt x="238" y="106"/>
                    <a:pt x="238" y="71"/>
                  </a:cubicBezTo>
                  <a:cubicBezTo>
                    <a:pt x="238" y="37"/>
                    <a:pt x="247" y="5"/>
                    <a:pt x="280" y="5"/>
                  </a:cubicBezTo>
                  <a:cubicBezTo>
                    <a:pt x="298" y="5"/>
                    <a:pt x="313" y="17"/>
                    <a:pt x="315" y="40"/>
                  </a:cubicBezTo>
                  <a:cubicBezTo>
                    <a:pt x="315" y="41"/>
                    <a:pt x="315" y="41"/>
                    <a:pt x="316" y="41"/>
                  </a:cubicBezTo>
                  <a:cubicBezTo>
                    <a:pt x="318" y="41"/>
                    <a:pt x="318" y="41"/>
                    <a:pt x="318" y="41"/>
                  </a:cubicBezTo>
                  <a:cubicBezTo>
                    <a:pt x="318" y="32"/>
                    <a:pt x="318" y="10"/>
                    <a:pt x="318" y="1"/>
                  </a:cubicBezTo>
                  <a:cubicBezTo>
                    <a:pt x="317" y="1"/>
                    <a:pt x="317" y="1"/>
                    <a:pt x="317" y="1"/>
                  </a:cubicBezTo>
                  <a:cubicBezTo>
                    <a:pt x="315" y="1"/>
                    <a:pt x="315" y="1"/>
                    <a:pt x="315" y="2"/>
                  </a:cubicBezTo>
                  <a:cubicBezTo>
                    <a:pt x="313" y="12"/>
                    <a:pt x="313" y="12"/>
                    <a:pt x="313" y="12"/>
                  </a:cubicBezTo>
                  <a:cubicBezTo>
                    <a:pt x="313" y="12"/>
                    <a:pt x="313" y="12"/>
                    <a:pt x="313" y="12"/>
                  </a:cubicBezTo>
                  <a:cubicBezTo>
                    <a:pt x="303" y="3"/>
                    <a:pt x="290" y="0"/>
                    <a:pt x="278" y="0"/>
                  </a:cubicBezTo>
                  <a:cubicBezTo>
                    <a:pt x="239" y="0"/>
                    <a:pt x="214" y="32"/>
                    <a:pt x="214" y="71"/>
                  </a:cubicBezTo>
                  <a:cubicBezTo>
                    <a:pt x="214" y="78"/>
                    <a:pt x="215" y="84"/>
                    <a:pt x="216" y="90"/>
                  </a:cubicBezTo>
                  <a:cubicBezTo>
                    <a:pt x="216" y="95"/>
                    <a:pt x="216" y="95"/>
                    <a:pt x="216" y="95"/>
                  </a:cubicBezTo>
                  <a:cubicBezTo>
                    <a:pt x="213" y="125"/>
                    <a:pt x="196" y="135"/>
                    <a:pt x="177" y="135"/>
                  </a:cubicBezTo>
                  <a:cubicBezTo>
                    <a:pt x="148" y="135"/>
                    <a:pt x="134" y="108"/>
                    <a:pt x="134" y="71"/>
                  </a:cubicBezTo>
                  <a:cubicBezTo>
                    <a:pt x="134" y="37"/>
                    <a:pt x="142" y="5"/>
                    <a:pt x="174" y="5"/>
                  </a:cubicBezTo>
                  <a:cubicBezTo>
                    <a:pt x="191" y="5"/>
                    <a:pt x="205" y="15"/>
                    <a:pt x="208" y="33"/>
                  </a:cubicBezTo>
                  <a:cubicBezTo>
                    <a:pt x="208" y="34"/>
                    <a:pt x="209" y="34"/>
                    <a:pt x="210" y="34"/>
                  </a:cubicBezTo>
                  <a:cubicBezTo>
                    <a:pt x="212" y="34"/>
                    <a:pt x="212" y="34"/>
                    <a:pt x="212" y="34"/>
                  </a:cubicBezTo>
                  <a:cubicBezTo>
                    <a:pt x="212" y="25"/>
                    <a:pt x="211" y="10"/>
                    <a:pt x="211" y="1"/>
                  </a:cubicBezTo>
                  <a:cubicBezTo>
                    <a:pt x="210" y="1"/>
                    <a:pt x="210" y="1"/>
                    <a:pt x="210" y="1"/>
                  </a:cubicBezTo>
                  <a:cubicBezTo>
                    <a:pt x="209" y="1"/>
                    <a:pt x="208" y="1"/>
                    <a:pt x="208" y="2"/>
                  </a:cubicBezTo>
                  <a:cubicBezTo>
                    <a:pt x="206" y="12"/>
                    <a:pt x="206" y="12"/>
                    <a:pt x="206" y="12"/>
                  </a:cubicBezTo>
                  <a:cubicBezTo>
                    <a:pt x="206" y="12"/>
                    <a:pt x="206" y="12"/>
                    <a:pt x="206" y="12"/>
                  </a:cubicBezTo>
                  <a:cubicBezTo>
                    <a:pt x="197" y="3"/>
                    <a:pt x="184" y="0"/>
                    <a:pt x="172" y="0"/>
                  </a:cubicBezTo>
                  <a:cubicBezTo>
                    <a:pt x="135" y="0"/>
                    <a:pt x="110" y="32"/>
                    <a:pt x="110" y="71"/>
                  </a:cubicBezTo>
                  <a:cubicBezTo>
                    <a:pt x="110" y="75"/>
                    <a:pt x="110" y="78"/>
                    <a:pt x="110" y="82"/>
                  </a:cubicBezTo>
                  <a:cubicBezTo>
                    <a:pt x="110" y="82"/>
                    <a:pt x="110" y="82"/>
                    <a:pt x="110" y="82"/>
                  </a:cubicBezTo>
                  <a:cubicBezTo>
                    <a:pt x="102" y="71"/>
                    <a:pt x="87" y="66"/>
                    <a:pt x="69" y="65"/>
                  </a:cubicBezTo>
                  <a:cubicBezTo>
                    <a:pt x="69" y="65"/>
                    <a:pt x="69" y="65"/>
                    <a:pt x="69" y="65"/>
                  </a:cubicBezTo>
                  <a:cubicBezTo>
                    <a:pt x="89" y="61"/>
                    <a:pt x="102" y="51"/>
                    <a:pt x="102" y="34"/>
                  </a:cubicBezTo>
                  <a:cubicBezTo>
                    <a:pt x="102" y="9"/>
                    <a:pt x="75" y="2"/>
                    <a:pt x="53" y="2"/>
                  </a:cubicBezTo>
                  <a:cubicBezTo>
                    <a:pt x="47" y="2"/>
                    <a:pt x="34" y="3"/>
                    <a:pt x="29" y="3"/>
                  </a:cubicBezTo>
                  <a:cubicBezTo>
                    <a:pt x="20" y="3"/>
                    <a:pt x="9" y="3"/>
                    <a:pt x="0" y="2"/>
                  </a:cubicBezTo>
                  <a:cubicBezTo>
                    <a:pt x="0" y="5"/>
                    <a:pt x="0" y="5"/>
                    <a:pt x="0" y="5"/>
                  </a:cubicBezTo>
                  <a:cubicBezTo>
                    <a:pt x="0" y="6"/>
                    <a:pt x="0" y="6"/>
                    <a:pt x="1" y="6"/>
                  </a:cubicBezTo>
                  <a:cubicBezTo>
                    <a:pt x="18" y="7"/>
                    <a:pt x="18" y="9"/>
                    <a:pt x="18" y="34"/>
                  </a:cubicBezTo>
                  <a:cubicBezTo>
                    <a:pt x="18" y="106"/>
                    <a:pt x="18" y="106"/>
                    <a:pt x="18" y="106"/>
                  </a:cubicBezTo>
                  <a:cubicBezTo>
                    <a:pt x="18" y="130"/>
                    <a:pt x="18" y="133"/>
                    <a:pt x="2" y="133"/>
                  </a:cubicBezTo>
                  <a:cubicBezTo>
                    <a:pt x="0" y="133"/>
                    <a:pt x="0" y="134"/>
                    <a:pt x="0" y="135"/>
                  </a:cubicBezTo>
                  <a:cubicBezTo>
                    <a:pt x="0" y="137"/>
                    <a:pt x="0" y="137"/>
                    <a:pt x="0" y="137"/>
                  </a:cubicBezTo>
                  <a:cubicBezTo>
                    <a:pt x="9" y="137"/>
                    <a:pt x="18" y="137"/>
                    <a:pt x="28" y="137"/>
                  </a:cubicBezTo>
                  <a:cubicBezTo>
                    <a:pt x="40" y="137"/>
                    <a:pt x="45" y="137"/>
                    <a:pt x="60" y="137"/>
                  </a:cubicBezTo>
                  <a:cubicBezTo>
                    <a:pt x="93" y="137"/>
                    <a:pt x="114" y="121"/>
                    <a:pt x="115" y="101"/>
                  </a:cubicBezTo>
                  <a:cubicBezTo>
                    <a:pt x="116" y="101"/>
                    <a:pt x="116" y="101"/>
                    <a:pt x="116" y="101"/>
                  </a:cubicBezTo>
                  <a:cubicBezTo>
                    <a:pt x="126" y="125"/>
                    <a:pt x="148" y="140"/>
                    <a:pt x="177" y="140"/>
                  </a:cubicBezTo>
                  <a:cubicBezTo>
                    <a:pt x="190" y="140"/>
                    <a:pt x="203" y="136"/>
                    <a:pt x="213" y="127"/>
                  </a:cubicBezTo>
                  <a:cubicBezTo>
                    <a:pt x="214" y="127"/>
                    <a:pt x="214" y="127"/>
                    <a:pt x="214" y="127"/>
                  </a:cubicBezTo>
                  <a:cubicBezTo>
                    <a:pt x="215" y="137"/>
                    <a:pt x="215" y="137"/>
                    <a:pt x="215" y="137"/>
                  </a:cubicBezTo>
                  <a:cubicBezTo>
                    <a:pt x="216" y="138"/>
                    <a:pt x="216" y="138"/>
                    <a:pt x="218" y="138"/>
                  </a:cubicBezTo>
                  <a:cubicBezTo>
                    <a:pt x="219" y="138"/>
                    <a:pt x="219" y="138"/>
                    <a:pt x="219" y="138"/>
                  </a:cubicBezTo>
                  <a:cubicBezTo>
                    <a:pt x="219" y="132"/>
                    <a:pt x="219" y="114"/>
                    <a:pt x="219" y="101"/>
                  </a:cubicBezTo>
                  <a:cubicBezTo>
                    <a:pt x="220" y="101"/>
                    <a:pt x="220" y="101"/>
                    <a:pt x="220" y="101"/>
                  </a:cubicBezTo>
                  <a:cubicBezTo>
                    <a:pt x="229" y="125"/>
                    <a:pt x="252" y="140"/>
                    <a:pt x="279" y="140"/>
                  </a:cubicBezTo>
                  <a:cubicBezTo>
                    <a:pt x="305" y="140"/>
                    <a:pt x="315" y="123"/>
                    <a:pt x="326" y="123"/>
                  </a:cubicBezTo>
                  <a:cubicBezTo>
                    <a:pt x="327" y="123"/>
                    <a:pt x="328" y="123"/>
                    <a:pt x="328" y="121"/>
                  </a:cubicBezTo>
                  <a:cubicBezTo>
                    <a:pt x="328" y="119"/>
                    <a:pt x="327" y="114"/>
                    <a:pt x="327" y="110"/>
                  </a:cubicBezTo>
                  <a:cubicBezTo>
                    <a:pt x="327" y="101"/>
                    <a:pt x="327" y="101"/>
                    <a:pt x="327" y="101"/>
                  </a:cubicBezTo>
                  <a:cubicBezTo>
                    <a:pt x="327" y="84"/>
                    <a:pt x="327" y="82"/>
                    <a:pt x="339" y="82"/>
                  </a:cubicBezTo>
                  <a:cubicBezTo>
                    <a:pt x="340" y="82"/>
                    <a:pt x="340" y="81"/>
                    <a:pt x="340" y="80"/>
                  </a:cubicBezTo>
                  <a:cubicBezTo>
                    <a:pt x="340" y="78"/>
                    <a:pt x="340" y="78"/>
                    <a:pt x="340" y="78"/>
                  </a:cubicBezTo>
                  <a:cubicBezTo>
                    <a:pt x="331" y="78"/>
                    <a:pt x="325" y="78"/>
                    <a:pt x="315" y="78"/>
                  </a:cubicBezTo>
                  <a:cubicBezTo>
                    <a:pt x="306" y="78"/>
                    <a:pt x="294" y="78"/>
                    <a:pt x="285"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sym typeface="Trebuchet MS" panose="020B0603020202020204" pitchFamily="34" charset="0"/>
              </a:endParaRPr>
            </a:p>
          </p:txBody>
        </p:sp>
        <p:sp>
          <p:nvSpPr>
            <p:cNvPr id="25" name="Freeform 6"/>
            <p:cNvSpPr>
              <a:spLocks noEditPoints="1"/>
            </p:cNvSpPr>
            <p:nvPr/>
          </p:nvSpPr>
          <p:spPr bwMode="auto">
            <a:xfrm>
              <a:off x="1194295" y="1459375"/>
              <a:ext cx="1831935" cy="112487"/>
            </a:xfrm>
            <a:custGeom>
              <a:avLst/>
              <a:gdLst>
                <a:gd name="T0" fmla="*/ 32 w 625"/>
                <a:gd name="T1" fmla="*/ 10 h 38"/>
                <a:gd name="T2" fmla="*/ 14 w 625"/>
                <a:gd name="T3" fmla="*/ 4 h 38"/>
                <a:gd name="T4" fmla="*/ 112 w 625"/>
                <a:gd name="T5" fmla="*/ 9 h 38"/>
                <a:gd name="T6" fmla="*/ 87 w 625"/>
                <a:gd name="T7" fmla="*/ 37 h 38"/>
                <a:gd name="T8" fmla="*/ 107 w 625"/>
                <a:gd name="T9" fmla="*/ 10 h 38"/>
                <a:gd name="T10" fmla="*/ 274 w 625"/>
                <a:gd name="T11" fmla="*/ 26 h 38"/>
                <a:gd name="T12" fmla="*/ 271 w 625"/>
                <a:gd name="T13" fmla="*/ 2 h 38"/>
                <a:gd name="T14" fmla="*/ 48 w 625"/>
                <a:gd name="T15" fmla="*/ 37 h 38"/>
                <a:gd name="T16" fmla="*/ 38 w 625"/>
                <a:gd name="T17" fmla="*/ 37 h 38"/>
                <a:gd name="T18" fmla="*/ 33 w 625"/>
                <a:gd name="T19" fmla="*/ 12 h 38"/>
                <a:gd name="T20" fmla="*/ 43 w 625"/>
                <a:gd name="T21" fmla="*/ 12 h 38"/>
                <a:gd name="T22" fmla="*/ 48 w 625"/>
                <a:gd name="T23" fmla="*/ 37 h 38"/>
                <a:gd name="T24" fmla="*/ 56 w 625"/>
                <a:gd name="T25" fmla="*/ 12 h 38"/>
                <a:gd name="T26" fmla="*/ 64 w 625"/>
                <a:gd name="T27" fmla="*/ 23 h 38"/>
                <a:gd name="T28" fmla="*/ 64 w 625"/>
                <a:gd name="T29" fmla="*/ 25 h 38"/>
                <a:gd name="T30" fmla="*/ 118 w 625"/>
                <a:gd name="T31" fmla="*/ 25 h 38"/>
                <a:gd name="T32" fmla="*/ 145 w 625"/>
                <a:gd name="T33" fmla="*/ 37 h 38"/>
                <a:gd name="T34" fmla="*/ 157 w 625"/>
                <a:gd name="T35" fmla="*/ 13 h 38"/>
                <a:gd name="T36" fmla="*/ 152 w 625"/>
                <a:gd name="T37" fmla="*/ 38 h 38"/>
                <a:gd name="T38" fmla="*/ 163 w 625"/>
                <a:gd name="T39" fmla="*/ 19 h 38"/>
                <a:gd name="T40" fmla="*/ 177 w 625"/>
                <a:gd name="T41" fmla="*/ 14 h 38"/>
                <a:gd name="T42" fmla="*/ 196 w 625"/>
                <a:gd name="T43" fmla="*/ 11 h 38"/>
                <a:gd name="T44" fmla="*/ 215 w 625"/>
                <a:gd name="T45" fmla="*/ 17 h 38"/>
                <a:gd name="T46" fmla="*/ 213 w 625"/>
                <a:gd name="T47" fmla="*/ 27 h 38"/>
                <a:gd name="T48" fmla="*/ 226 w 625"/>
                <a:gd name="T49" fmla="*/ 14 h 38"/>
                <a:gd name="T50" fmla="*/ 290 w 625"/>
                <a:gd name="T51" fmla="*/ 38 h 38"/>
                <a:gd name="T52" fmla="*/ 324 w 625"/>
                <a:gd name="T53" fmla="*/ 38 h 38"/>
                <a:gd name="T54" fmla="*/ 303 w 625"/>
                <a:gd name="T55" fmla="*/ 36 h 38"/>
                <a:gd name="T56" fmla="*/ 324 w 625"/>
                <a:gd name="T57" fmla="*/ 30 h 38"/>
                <a:gd name="T58" fmla="*/ 327 w 625"/>
                <a:gd name="T59" fmla="*/ 38 h 38"/>
                <a:gd name="T60" fmla="*/ 345 w 625"/>
                <a:gd name="T61" fmla="*/ 32 h 38"/>
                <a:gd name="T62" fmla="*/ 340 w 625"/>
                <a:gd name="T63" fmla="*/ 14 h 38"/>
                <a:gd name="T64" fmla="*/ 350 w 625"/>
                <a:gd name="T65" fmla="*/ 12 h 38"/>
                <a:gd name="T66" fmla="*/ 366 w 625"/>
                <a:gd name="T67" fmla="*/ 14 h 38"/>
                <a:gd name="T68" fmla="*/ 392 w 625"/>
                <a:gd name="T69" fmla="*/ 37 h 38"/>
                <a:gd name="T70" fmla="*/ 383 w 625"/>
                <a:gd name="T71" fmla="*/ 12 h 38"/>
                <a:gd name="T72" fmla="*/ 397 w 625"/>
                <a:gd name="T73" fmla="*/ 29 h 38"/>
                <a:gd name="T74" fmla="*/ 402 w 625"/>
                <a:gd name="T75" fmla="*/ 14 h 38"/>
                <a:gd name="T76" fmla="*/ 416 w 625"/>
                <a:gd name="T77" fmla="*/ 19 h 38"/>
                <a:gd name="T78" fmla="*/ 419 w 625"/>
                <a:gd name="T79" fmla="*/ 37 h 38"/>
                <a:gd name="T80" fmla="*/ 430 w 625"/>
                <a:gd name="T81" fmla="*/ 13 h 38"/>
                <a:gd name="T82" fmla="*/ 438 w 625"/>
                <a:gd name="T83" fmla="*/ 17 h 38"/>
                <a:gd name="T84" fmla="*/ 436 w 625"/>
                <a:gd name="T85" fmla="*/ 27 h 38"/>
                <a:gd name="T86" fmla="*/ 449 w 625"/>
                <a:gd name="T87" fmla="*/ 13 h 38"/>
                <a:gd name="T88" fmla="*/ 484 w 625"/>
                <a:gd name="T89" fmla="*/ 28 h 38"/>
                <a:gd name="T90" fmla="*/ 479 w 625"/>
                <a:gd name="T91" fmla="*/ 12 h 38"/>
                <a:gd name="T92" fmla="*/ 473 w 625"/>
                <a:gd name="T93" fmla="*/ 28 h 38"/>
                <a:gd name="T94" fmla="*/ 522 w 625"/>
                <a:gd name="T95" fmla="*/ 33 h 38"/>
                <a:gd name="T96" fmla="*/ 520 w 625"/>
                <a:gd name="T97" fmla="*/ 11 h 38"/>
                <a:gd name="T98" fmla="*/ 512 w 625"/>
                <a:gd name="T99" fmla="*/ 21 h 38"/>
                <a:gd name="T100" fmla="*/ 551 w 625"/>
                <a:gd name="T101" fmla="*/ 35 h 38"/>
                <a:gd name="T102" fmla="*/ 527 w 625"/>
                <a:gd name="T103" fmla="*/ 37 h 38"/>
                <a:gd name="T104" fmla="*/ 547 w 625"/>
                <a:gd name="T105" fmla="*/ 18 h 38"/>
                <a:gd name="T106" fmla="*/ 563 w 625"/>
                <a:gd name="T107" fmla="*/ 11 h 38"/>
                <a:gd name="T108" fmla="*/ 580 w 625"/>
                <a:gd name="T109" fmla="*/ 19 h 38"/>
                <a:gd name="T110" fmla="*/ 590 w 625"/>
                <a:gd name="T111" fmla="*/ 35 h 38"/>
                <a:gd name="T112" fmla="*/ 599 w 625"/>
                <a:gd name="T113" fmla="*/ 22 h 38"/>
                <a:gd name="T114" fmla="*/ 604 w 625"/>
                <a:gd name="T115" fmla="*/ 37 h 38"/>
                <a:gd name="T116" fmla="*/ 625 w 625"/>
                <a:gd name="T117"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25" h="38">
                  <a:moveTo>
                    <a:pt x="23" y="37"/>
                  </a:moveTo>
                  <a:cubicBezTo>
                    <a:pt x="23" y="36"/>
                    <a:pt x="23" y="36"/>
                    <a:pt x="23" y="36"/>
                  </a:cubicBezTo>
                  <a:cubicBezTo>
                    <a:pt x="23" y="35"/>
                    <a:pt x="23" y="35"/>
                    <a:pt x="23" y="35"/>
                  </a:cubicBezTo>
                  <a:cubicBezTo>
                    <a:pt x="19" y="34"/>
                    <a:pt x="19" y="34"/>
                    <a:pt x="19" y="28"/>
                  </a:cubicBezTo>
                  <a:cubicBezTo>
                    <a:pt x="19" y="4"/>
                    <a:pt x="19" y="4"/>
                    <a:pt x="19" y="4"/>
                  </a:cubicBezTo>
                  <a:cubicBezTo>
                    <a:pt x="19" y="3"/>
                    <a:pt x="19" y="3"/>
                    <a:pt x="19" y="3"/>
                  </a:cubicBezTo>
                  <a:cubicBezTo>
                    <a:pt x="23" y="3"/>
                    <a:pt x="23" y="3"/>
                    <a:pt x="23" y="3"/>
                  </a:cubicBezTo>
                  <a:cubicBezTo>
                    <a:pt x="27" y="3"/>
                    <a:pt x="30" y="4"/>
                    <a:pt x="30" y="10"/>
                  </a:cubicBezTo>
                  <a:cubicBezTo>
                    <a:pt x="30" y="10"/>
                    <a:pt x="31" y="10"/>
                    <a:pt x="31" y="10"/>
                  </a:cubicBezTo>
                  <a:cubicBezTo>
                    <a:pt x="32" y="10"/>
                    <a:pt x="32" y="10"/>
                    <a:pt x="32" y="10"/>
                  </a:cubicBezTo>
                  <a:cubicBezTo>
                    <a:pt x="32" y="8"/>
                    <a:pt x="32" y="3"/>
                    <a:pt x="32" y="1"/>
                  </a:cubicBezTo>
                  <a:cubicBezTo>
                    <a:pt x="30" y="1"/>
                    <a:pt x="27" y="1"/>
                    <a:pt x="23" y="1"/>
                  </a:cubicBezTo>
                  <a:cubicBezTo>
                    <a:pt x="10" y="1"/>
                    <a:pt x="10" y="1"/>
                    <a:pt x="10" y="1"/>
                  </a:cubicBezTo>
                  <a:cubicBezTo>
                    <a:pt x="6" y="1"/>
                    <a:pt x="3" y="1"/>
                    <a:pt x="0" y="1"/>
                  </a:cubicBezTo>
                  <a:cubicBezTo>
                    <a:pt x="0" y="3"/>
                    <a:pt x="0" y="9"/>
                    <a:pt x="0" y="11"/>
                  </a:cubicBezTo>
                  <a:cubicBezTo>
                    <a:pt x="2" y="11"/>
                    <a:pt x="2" y="11"/>
                    <a:pt x="2" y="11"/>
                  </a:cubicBezTo>
                  <a:cubicBezTo>
                    <a:pt x="2" y="11"/>
                    <a:pt x="2" y="11"/>
                    <a:pt x="2" y="11"/>
                  </a:cubicBezTo>
                  <a:cubicBezTo>
                    <a:pt x="3" y="4"/>
                    <a:pt x="5" y="3"/>
                    <a:pt x="10" y="3"/>
                  </a:cubicBezTo>
                  <a:cubicBezTo>
                    <a:pt x="13" y="3"/>
                    <a:pt x="13" y="3"/>
                    <a:pt x="13" y="3"/>
                  </a:cubicBezTo>
                  <a:cubicBezTo>
                    <a:pt x="14" y="3"/>
                    <a:pt x="14" y="3"/>
                    <a:pt x="14" y="4"/>
                  </a:cubicBezTo>
                  <a:cubicBezTo>
                    <a:pt x="14" y="28"/>
                    <a:pt x="14" y="28"/>
                    <a:pt x="14" y="28"/>
                  </a:cubicBezTo>
                  <a:cubicBezTo>
                    <a:pt x="14" y="34"/>
                    <a:pt x="14" y="34"/>
                    <a:pt x="10" y="35"/>
                  </a:cubicBezTo>
                  <a:cubicBezTo>
                    <a:pt x="9" y="35"/>
                    <a:pt x="9" y="35"/>
                    <a:pt x="9" y="36"/>
                  </a:cubicBezTo>
                  <a:cubicBezTo>
                    <a:pt x="9" y="37"/>
                    <a:pt x="9" y="37"/>
                    <a:pt x="9" y="37"/>
                  </a:cubicBezTo>
                  <a:cubicBezTo>
                    <a:pt x="12" y="37"/>
                    <a:pt x="14" y="37"/>
                    <a:pt x="16" y="37"/>
                  </a:cubicBezTo>
                  <a:cubicBezTo>
                    <a:pt x="19" y="37"/>
                    <a:pt x="21" y="37"/>
                    <a:pt x="23" y="37"/>
                  </a:cubicBezTo>
                  <a:close/>
                  <a:moveTo>
                    <a:pt x="116" y="27"/>
                  </a:moveTo>
                  <a:cubicBezTo>
                    <a:pt x="116" y="21"/>
                    <a:pt x="110" y="18"/>
                    <a:pt x="104" y="18"/>
                  </a:cubicBezTo>
                  <a:cubicBezTo>
                    <a:pt x="104" y="18"/>
                    <a:pt x="104" y="18"/>
                    <a:pt x="104" y="18"/>
                  </a:cubicBezTo>
                  <a:cubicBezTo>
                    <a:pt x="109" y="17"/>
                    <a:pt x="112" y="14"/>
                    <a:pt x="112" y="9"/>
                  </a:cubicBezTo>
                  <a:cubicBezTo>
                    <a:pt x="112" y="3"/>
                    <a:pt x="105" y="1"/>
                    <a:pt x="99" y="1"/>
                  </a:cubicBezTo>
                  <a:cubicBezTo>
                    <a:pt x="97" y="1"/>
                    <a:pt x="96" y="1"/>
                    <a:pt x="94" y="1"/>
                  </a:cubicBezTo>
                  <a:cubicBezTo>
                    <a:pt x="91" y="1"/>
                    <a:pt x="89" y="1"/>
                    <a:pt x="87" y="1"/>
                  </a:cubicBezTo>
                  <a:cubicBezTo>
                    <a:pt x="87" y="2"/>
                    <a:pt x="87" y="2"/>
                    <a:pt x="87" y="2"/>
                  </a:cubicBezTo>
                  <a:cubicBezTo>
                    <a:pt x="87" y="3"/>
                    <a:pt x="87" y="3"/>
                    <a:pt x="87" y="3"/>
                  </a:cubicBezTo>
                  <a:cubicBezTo>
                    <a:pt x="91" y="3"/>
                    <a:pt x="91" y="3"/>
                    <a:pt x="91" y="10"/>
                  </a:cubicBezTo>
                  <a:cubicBezTo>
                    <a:pt x="91" y="28"/>
                    <a:pt x="91" y="28"/>
                    <a:pt x="91" y="28"/>
                  </a:cubicBezTo>
                  <a:cubicBezTo>
                    <a:pt x="91" y="34"/>
                    <a:pt x="91" y="34"/>
                    <a:pt x="87" y="35"/>
                  </a:cubicBezTo>
                  <a:cubicBezTo>
                    <a:pt x="87" y="35"/>
                    <a:pt x="87" y="35"/>
                    <a:pt x="87" y="36"/>
                  </a:cubicBezTo>
                  <a:cubicBezTo>
                    <a:pt x="87" y="37"/>
                    <a:pt x="87" y="37"/>
                    <a:pt x="87" y="37"/>
                  </a:cubicBezTo>
                  <a:cubicBezTo>
                    <a:pt x="89" y="37"/>
                    <a:pt x="91" y="37"/>
                    <a:pt x="94" y="37"/>
                  </a:cubicBezTo>
                  <a:cubicBezTo>
                    <a:pt x="97" y="37"/>
                    <a:pt x="98" y="37"/>
                    <a:pt x="101" y="37"/>
                  </a:cubicBezTo>
                  <a:cubicBezTo>
                    <a:pt x="110" y="37"/>
                    <a:pt x="116" y="32"/>
                    <a:pt x="116" y="27"/>
                  </a:cubicBezTo>
                  <a:close/>
                  <a:moveTo>
                    <a:pt x="110" y="27"/>
                  </a:moveTo>
                  <a:cubicBezTo>
                    <a:pt x="110" y="32"/>
                    <a:pt x="107" y="35"/>
                    <a:pt x="101" y="35"/>
                  </a:cubicBezTo>
                  <a:cubicBezTo>
                    <a:pt x="96" y="35"/>
                    <a:pt x="96" y="34"/>
                    <a:pt x="96" y="27"/>
                  </a:cubicBezTo>
                  <a:cubicBezTo>
                    <a:pt x="96" y="19"/>
                    <a:pt x="96" y="19"/>
                    <a:pt x="96" y="19"/>
                  </a:cubicBezTo>
                  <a:cubicBezTo>
                    <a:pt x="98" y="19"/>
                    <a:pt x="98" y="19"/>
                    <a:pt x="98" y="19"/>
                  </a:cubicBezTo>
                  <a:cubicBezTo>
                    <a:pt x="106" y="19"/>
                    <a:pt x="110" y="21"/>
                    <a:pt x="110" y="27"/>
                  </a:cubicBezTo>
                  <a:close/>
                  <a:moveTo>
                    <a:pt x="107" y="10"/>
                  </a:moveTo>
                  <a:cubicBezTo>
                    <a:pt x="107" y="15"/>
                    <a:pt x="104" y="17"/>
                    <a:pt x="98" y="17"/>
                  </a:cubicBezTo>
                  <a:cubicBezTo>
                    <a:pt x="96" y="17"/>
                    <a:pt x="96" y="17"/>
                    <a:pt x="96" y="17"/>
                  </a:cubicBezTo>
                  <a:cubicBezTo>
                    <a:pt x="96" y="4"/>
                    <a:pt x="96" y="4"/>
                    <a:pt x="96" y="4"/>
                  </a:cubicBezTo>
                  <a:cubicBezTo>
                    <a:pt x="96" y="3"/>
                    <a:pt x="96" y="3"/>
                    <a:pt x="97" y="3"/>
                  </a:cubicBezTo>
                  <a:cubicBezTo>
                    <a:pt x="97" y="3"/>
                    <a:pt x="99" y="3"/>
                    <a:pt x="100" y="3"/>
                  </a:cubicBezTo>
                  <a:cubicBezTo>
                    <a:pt x="104" y="3"/>
                    <a:pt x="107" y="5"/>
                    <a:pt x="107" y="10"/>
                  </a:cubicBezTo>
                  <a:close/>
                  <a:moveTo>
                    <a:pt x="276" y="37"/>
                  </a:moveTo>
                  <a:cubicBezTo>
                    <a:pt x="276" y="35"/>
                    <a:pt x="276" y="28"/>
                    <a:pt x="276" y="26"/>
                  </a:cubicBezTo>
                  <a:cubicBezTo>
                    <a:pt x="274" y="26"/>
                    <a:pt x="274" y="26"/>
                    <a:pt x="274" y="26"/>
                  </a:cubicBezTo>
                  <a:cubicBezTo>
                    <a:pt x="274" y="26"/>
                    <a:pt x="274" y="26"/>
                    <a:pt x="274" y="26"/>
                  </a:cubicBezTo>
                  <a:cubicBezTo>
                    <a:pt x="273" y="33"/>
                    <a:pt x="270" y="35"/>
                    <a:pt x="264" y="35"/>
                  </a:cubicBezTo>
                  <a:cubicBezTo>
                    <a:pt x="257" y="35"/>
                    <a:pt x="253" y="29"/>
                    <a:pt x="253" y="19"/>
                  </a:cubicBezTo>
                  <a:cubicBezTo>
                    <a:pt x="253" y="11"/>
                    <a:pt x="254" y="2"/>
                    <a:pt x="263" y="2"/>
                  </a:cubicBezTo>
                  <a:cubicBezTo>
                    <a:pt x="268" y="2"/>
                    <a:pt x="271" y="5"/>
                    <a:pt x="272" y="11"/>
                  </a:cubicBezTo>
                  <a:cubicBezTo>
                    <a:pt x="272" y="11"/>
                    <a:pt x="272" y="11"/>
                    <a:pt x="272" y="11"/>
                  </a:cubicBezTo>
                  <a:cubicBezTo>
                    <a:pt x="274" y="11"/>
                    <a:pt x="274" y="11"/>
                    <a:pt x="274" y="11"/>
                  </a:cubicBezTo>
                  <a:cubicBezTo>
                    <a:pt x="274" y="9"/>
                    <a:pt x="274" y="3"/>
                    <a:pt x="274" y="0"/>
                  </a:cubicBezTo>
                  <a:cubicBezTo>
                    <a:pt x="273" y="0"/>
                    <a:pt x="273" y="0"/>
                    <a:pt x="273" y="0"/>
                  </a:cubicBezTo>
                  <a:cubicBezTo>
                    <a:pt x="272" y="0"/>
                    <a:pt x="272" y="0"/>
                    <a:pt x="272" y="1"/>
                  </a:cubicBezTo>
                  <a:cubicBezTo>
                    <a:pt x="271" y="2"/>
                    <a:pt x="271" y="2"/>
                    <a:pt x="271" y="2"/>
                  </a:cubicBezTo>
                  <a:cubicBezTo>
                    <a:pt x="271" y="2"/>
                    <a:pt x="271" y="2"/>
                    <a:pt x="271" y="2"/>
                  </a:cubicBezTo>
                  <a:cubicBezTo>
                    <a:pt x="269" y="1"/>
                    <a:pt x="266" y="0"/>
                    <a:pt x="263" y="0"/>
                  </a:cubicBezTo>
                  <a:cubicBezTo>
                    <a:pt x="253" y="0"/>
                    <a:pt x="247" y="8"/>
                    <a:pt x="247" y="19"/>
                  </a:cubicBezTo>
                  <a:cubicBezTo>
                    <a:pt x="247" y="31"/>
                    <a:pt x="254" y="38"/>
                    <a:pt x="264" y="38"/>
                  </a:cubicBezTo>
                  <a:cubicBezTo>
                    <a:pt x="269" y="38"/>
                    <a:pt x="272" y="36"/>
                    <a:pt x="273" y="36"/>
                  </a:cubicBezTo>
                  <a:cubicBezTo>
                    <a:pt x="273" y="36"/>
                    <a:pt x="273" y="36"/>
                    <a:pt x="273" y="36"/>
                  </a:cubicBezTo>
                  <a:cubicBezTo>
                    <a:pt x="274" y="37"/>
                    <a:pt x="274" y="37"/>
                    <a:pt x="274" y="37"/>
                  </a:cubicBezTo>
                  <a:cubicBezTo>
                    <a:pt x="274" y="37"/>
                    <a:pt x="274" y="37"/>
                    <a:pt x="275" y="37"/>
                  </a:cubicBezTo>
                  <a:lnTo>
                    <a:pt x="276" y="37"/>
                  </a:lnTo>
                  <a:close/>
                  <a:moveTo>
                    <a:pt x="48" y="37"/>
                  </a:moveTo>
                  <a:cubicBezTo>
                    <a:pt x="47" y="37"/>
                    <a:pt x="45" y="37"/>
                    <a:pt x="43" y="37"/>
                  </a:cubicBezTo>
                  <a:cubicBezTo>
                    <a:pt x="43" y="36"/>
                    <a:pt x="43" y="36"/>
                    <a:pt x="43" y="36"/>
                  </a:cubicBezTo>
                  <a:cubicBezTo>
                    <a:pt x="43" y="36"/>
                    <a:pt x="43" y="35"/>
                    <a:pt x="43" y="35"/>
                  </a:cubicBezTo>
                  <a:cubicBezTo>
                    <a:pt x="46" y="35"/>
                    <a:pt x="46" y="35"/>
                    <a:pt x="46" y="30"/>
                  </a:cubicBezTo>
                  <a:cubicBezTo>
                    <a:pt x="46" y="25"/>
                    <a:pt x="46" y="25"/>
                    <a:pt x="46" y="25"/>
                  </a:cubicBezTo>
                  <a:cubicBezTo>
                    <a:pt x="35" y="25"/>
                    <a:pt x="35" y="25"/>
                    <a:pt x="35" y="25"/>
                  </a:cubicBezTo>
                  <a:cubicBezTo>
                    <a:pt x="35" y="30"/>
                    <a:pt x="35" y="30"/>
                    <a:pt x="35" y="30"/>
                  </a:cubicBezTo>
                  <a:cubicBezTo>
                    <a:pt x="35" y="35"/>
                    <a:pt x="35" y="35"/>
                    <a:pt x="38" y="35"/>
                  </a:cubicBezTo>
                  <a:cubicBezTo>
                    <a:pt x="38" y="35"/>
                    <a:pt x="38" y="36"/>
                    <a:pt x="38" y="36"/>
                  </a:cubicBezTo>
                  <a:cubicBezTo>
                    <a:pt x="38" y="37"/>
                    <a:pt x="38" y="37"/>
                    <a:pt x="38" y="37"/>
                  </a:cubicBezTo>
                  <a:cubicBezTo>
                    <a:pt x="37" y="37"/>
                    <a:pt x="35" y="37"/>
                    <a:pt x="33" y="37"/>
                  </a:cubicBezTo>
                  <a:cubicBezTo>
                    <a:pt x="31" y="37"/>
                    <a:pt x="29" y="37"/>
                    <a:pt x="27" y="37"/>
                  </a:cubicBezTo>
                  <a:cubicBezTo>
                    <a:pt x="27" y="36"/>
                    <a:pt x="27" y="36"/>
                    <a:pt x="27" y="36"/>
                  </a:cubicBezTo>
                  <a:cubicBezTo>
                    <a:pt x="27" y="36"/>
                    <a:pt x="27" y="35"/>
                    <a:pt x="28" y="35"/>
                  </a:cubicBezTo>
                  <a:cubicBezTo>
                    <a:pt x="31" y="35"/>
                    <a:pt x="31" y="35"/>
                    <a:pt x="31" y="30"/>
                  </a:cubicBezTo>
                  <a:cubicBezTo>
                    <a:pt x="31" y="19"/>
                    <a:pt x="31" y="19"/>
                    <a:pt x="31" y="19"/>
                  </a:cubicBezTo>
                  <a:cubicBezTo>
                    <a:pt x="31" y="14"/>
                    <a:pt x="31" y="14"/>
                    <a:pt x="28" y="14"/>
                  </a:cubicBezTo>
                  <a:cubicBezTo>
                    <a:pt x="27" y="14"/>
                    <a:pt x="27" y="14"/>
                    <a:pt x="27" y="13"/>
                  </a:cubicBezTo>
                  <a:cubicBezTo>
                    <a:pt x="27" y="12"/>
                    <a:pt x="27" y="12"/>
                    <a:pt x="27" y="12"/>
                  </a:cubicBezTo>
                  <a:cubicBezTo>
                    <a:pt x="29" y="12"/>
                    <a:pt x="31" y="12"/>
                    <a:pt x="33" y="12"/>
                  </a:cubicBezTo>
                  <a:cubicBezTo>
                    <a:pt x="35" y="12"/>
                    <a:pt x="37" y="12"/>
                    <a:pt x="38" y="12"/>
                  </a:cubicBezTo>
                  <a:cubicBezTo>
                    <a:pt x="38" y="13"/>
                    <a:pt x="38" y="13"/>
                    <a:pt x="38" y="13"/>
                  </a:cubicBezTo>
                  <a:cubicBezTo>
                    <a:pt x="38" y="14"/>
                    <a:pt x="38" y="14"/>
                    <a:pt x="38" y="14"/>
                  </a:cubicBezTo>
                  <a:cubicBezTo>
                    <a:pt x="35" y="14"/>
                    <a:pt x="35" y="14"/>
                    <a:pt x="35" y="19"/>
                  </a:cubicBezTo>
                  <a:cubicBezTo>
                    <a:pt x="35" y="23"/>
                    <a:pt x="35" y="23"/>
                    <a:pt x="35" y="23"/>
                  </a:cubicBezTo>
                  <a:cubicBezTo>
                    <a:pt x="46" y="23"/>
                    <a:pt x="46" y="23"/>
                    <a:pt x="46" y="23"/>
                  </a:cubicBezTo>
                  <a:cubicBezTo>
                    <a:pt x="46" y="19"/>
                    <a:pt x="46" y="19"/>
                    <a:pt x="46" y="19"/>
                  </a:cubicBezTo>
                  <a:cubicBezTo>
                    <a:pt x="46" y="14"/>
                    <a:pt x="46" y="14"/>
                    <a:pt x="43" y="14"/>
                  </a:cubicBezTo>
                  <a:cubicBezTo>
                    <a:pt x="43" y="14"/>
                    <a:pt x="43" y="14"/>
                    <a:pt x="43" y="13"/>
                  </a:cubicBezTo>
                  <a:cubicBezTo>
                    <a:pt x="43" y="12"/>
                    <a:pt x="43" y="12"/>
                    <a:pt x="43" y="12"/>
                  </a:cubicBezTo>
                  <a:cubicBezTo>
                    <a:pt x="45" y="12"/>
                    <a:pt x="47" y="12"/>
                    <a:pt x="48" y="12"/>
                  </a:cubicBezTo>
                  <a:cubicBezTo>
                    <a:pt x="50" y="12"/>
                    <a:pt x="52" y="12"/>
                    <a:pt x="54" y="12"/>
                  </a:cubicBezTo>
                  <a:cubicBezTo>
                    <a:pt x="54" y="13"/>
                    <a:pt x="54" y="13"/>
                    <a:pt x="54" y="13"/>
                  </a:cubicBezTo>
                  <a:cubicBezTo>
                    <a:pt x="54" y="14"/>
                    <a:pt x="54" y="14"/>
                    <a:pt x="54" y="14"/>
                  </a:cubicBezTo>
                  <a:cubicBezTo>
                    <a:pt x="51" y="14"/>
                    <a:pt x="51" y="14"/>
                    <a:pt x="51" y="19"/>
                  </a:cubicBezTo>
                  <a:cubicBezTo>
                    <a:pt x="51" y="30"/>
                    <a:pt x="51" y="30"/>
                    <a:pt x="51" y="30"/>
                  </a:cubicBezTo>
                  <a:cubicBezTo>
                    <a:pt x="51" y="35"/>
                    <a:pt x="51" y="35"/>
                    <a:pt x="54" y="35"/>
                  </a:cubicBezTo>
                  <a:cubicBezTo>
                    <a:pt x="54" y="35"/>
                    <a:pt x="54" y="36"/>
                    <a:pt x="54" y="36"/>
                  </a:cubicBezTo>
                  <a:cubicBezTo>
                    <a:pt x="54" y="37"/>
                    <a:pt x="54" y="37"/>
                    <a:pt x="54" y="37"/>
                  </a:cubicBezTo>
                  <a:cubicBezTo>
                    <a:pt x="52" y="37"/>
                    <a:pt x="50" y="37"/>
                    <a:pt x="48" y="37"/>
                  </a:cubicBezTo>
                  <a:close/>
                  <a:moveTo>
                    <a:pt x="69" y="37"/>
                  </a:moveTo>
                  <a:cubicBezTo>
                    <a:pt x="62" y="37"/>
                    <a:pt x="62" y="37"/>
                    <a:pt x="62" y="37"/>
                  </a:cubicBezTo>
                  <a:cubicBezTo>
                    <a:pt x="60" y="37"/>
                    <a:pt x="58" y="37"/>
                    <a:pt x="56" y="37"/>
                  </a:cubicBezTo>
                  <a:cubicBezTo>
                    <a:pt x="56" y="36"/>
                    <a:pt x="56" y="36"/>
                    <a:pt x="56" y="36"/>
                  </a:cubicBezTo>
                  <a:cubicBezTo>
                    <a:pt x="56" y="36"/>
                    <a:pt x="56" y="35"/>
                    <a:pt x="56" y="35"/>
                  </a:cubicBezTo>
                  <a:cubicBezTo>
                    <a:pt x="59" y="35"/>
                    <a:pt x="59" y="35"/>
                    <a:pt x="59" y="30"/>
                  </a:cubicBezTo>
                  <a:cubicBezTo>
                    <a:pt x="59" y="19"/>
                    <a:pt x="59" y="19"/>
                    <a:pt x="59" y="19"/>
                  </a:cubicBezTo>
                  <a:cubicBezTo>
                    <a:pt x="59" y="14"/>
                    <a:pt x="59" y="14"/>
                    <a:pt x="56" y="14"/>
                  </a:cubicBezTo>
                  <a:cubicBezTo>
                    <a:pt x="56" y="14"/>
                    <a:pt x="56" y="14"/>
                    <a:pt x="56" y="13"/>
                  </a:cubicBezTo>
                  <a:cubicBezTo>
                    <a:pt x="56" y="12"/>
                    <a:pt x="56" y="12"/>
                    <a:pt x="56" y="12"/>
                  </a:cubicBezTo>
                  <a:cubicBezTo>
                    <a:pt x="58" y="12"/>
                    <a:pt x="60" y="12"/>
                    <a:pt x="62" y="12"/>
                  </a:cubicBezTo>
                  <a:cubicBezTo>
                    <a:pt x="67" y="12"/>
                    <a:pt x="67" y="12"/>
                    <a:pt x="67" y="12"/>
                  </a:cubicBezTo>
                  <a:cubicBezTo>
                    <a:pt x="71" y="12"/>
                    <a:pt x="73" y="12"/>
                    <a:pt x="74" y="12"/>
                  </a:cubicBezTo>
                  <a:cubicBezTo>
                    <a:pt x="74" y="14"/>
                    <a:pt x="74" y="17"/>
                    <a:pt x="74" y="19"/>
                  </a:cubicBezTo>
                  <a:cubicBezTo>
                    <a:pt x="73" y="19"/>
                    <a:pt x="73" y="19"/>
                    <a:pt x="73" y="19"/>
                  </a:cubicBezTo>
                  <a:cubicBezTo>
                    <a:pt x="73" y="19"/>
                    <a:pt x="73" y="19"/>
                    <a:pt x="73" y="19"/>
                  </a:cubicBezTo>
                  <a:cubicBezTo>
                    <a:pt x="72" y="15"/>
                    <a:pt x="71" y="14"/>
                    <a:pt x="68" y="14"/>
                  </a:cubicBezTo>
                  <a:cubicBezTo>
                    <a:pt x="64" y="14"/>
                    <a:pt x="64" y="14"/>
                    <a:pt x="64" y="14"/>
                  </a:cubicBezTo>
                  <a:cubicBezTo>
                    <a:pt x="64" y="14"/>
                    <a:pt x="64" y="14"/>
                    <a:pt x="64" y="15"/>
                  </a:cubicBezTo>
                  <a:cubicBezTo>
                    <a:pt x="64" y="23"/>
                    <a:pt x="64" y="23"/>
                    <a:pt x="64" y="23"/>
                  </a:cubicBezTo>
                  <a:cubicBezTo>
                    <a:pt x="64" y="23"/>
                    <a:pt x="64" y="23"/>
                    <a:pt x="64" y="23"/>
                  </a:cubicBezTo>
                  <a:cubicBezTo>
                    <a:pt x="67" y="23"/>
                    <a:pt x="68" y="23"/>
                    <a:pt x="68" y="20"/>
                  </a:cubicBezTo>
                  <a:cubicBezTo>
                    <a:pt x="68" y="20"/>
                    <a:pt x="68" y="20"/>
                    <a:pt x="69" y="20"/>
                  </a:cubicBezTo>
                  <a:cubicBezTo>
                    <a:pt x="70" y="20"/>
                    <a:pt x="70" y="20"/>
                    <a:pt x="70" y="20"/>
                  </a:cubicBezTo>
                  <a:cubicBezTo>
                    <a:pt x="70" y="21"/>
                    <a:pt x="70" y="23"/>
                    <a:pt x="70" y="24"/>
                  </a:cubicBezTo>
                  <a:cubicBezTo>
                    <a:pt x="70" y="26"/>
                    <a:pt x="70" y="27"/>
                    <a:pt x="70" y="28"/>
                  </a:cubicBezTo>
                  <a:cubicBezTo>
                    <a:pt x="69" y="28"/>
                    <a:pt x="69" y="28"/>
                    <a:pt x="69" y="28"/>
                  </a:cubicBezTo>
                  <a:cubicBezTo>
                    <a:pt x="68" y="28"/>
                    <a:pt x="68" y="28"/>
                    <a:pt x="68" y="28"/>
                  </a:cubicBezTo>
                  <a:cubicBezTo>
                    <a:pt x="68" y="25"/>
                    <a:pt x="67" y="25"/>
                    <a:pt x="64" y="25"/>
                  </a:cubicBezTo>
                  <a:cubicBezTo>
                    <a:pt x="64" y="25"/>
                    <a:pt x="64" y="25"/>
                    <a:pt x="64" y="25"/>
                  </a:cubicBezTo>
                  <a:cubicBezTo>
                    <a:pt x="64" y="30"/>
                    <a:pt x="64" y="30"/>
                    <a:pt x="64" y="30"/>
                  </a:cubicBezTo>
                  <a:cubicBezTo>
                    <a:pt x="64" y="35"/>
                    <a:pt x="64" y="35"/>
                    <a:pt x="67" y="35"/>
                  </a:cubicBezTo>
                  <a:cubicBezTo>
                    <a:pt x="69" y="35"/>
                    <a:pt x="69" y="35"/>
                    <a:pt x="69" y="35"/>
                  </a:cubicBezTo>
                  <a:cubicBezTo>
                    <a:pt x="72" y="35"/>
                    <a:pt x="74" y="34"/>
                    <a:pt x="75" y="30"/>
                  </a:cubicBezTo>
                  <a:cubicBezTo>
                    <a:pt x="75" y="30"/>
                    <a:pt x="75" y="30"/>
                    <a:pt x="75" y="30"/>
                  </a:cubicBezTo>
                  <a:cubicBezTo>
                    <a:pt x="76" y="30"/>
                    <a:pt x="76" y="30"/>
                    <a:pt x="76" y="30"/>
                  </a:cubicBezTo>
                  <a:cubicBezTo>
                    <a:pt x="76" y="31"/>
                    <a:pt x="76" y="35"/>
                    <a:pt x="76" y="37"/>
                  </a:cubicBezTo>
                  <a:cubicBezTo>
                    <a:pt x="74" y="37"/>
                    <a:pt x="72" y="37"/>
                    <a:pt x="69" y="37"/>
                  </a:cubicBezTo>
                  <a:close/>
                  <a:moveTo>
                    <a:pt x="130" y="38"/>
                  </a:moveTo>
                  <a:cubicBezTo>
                    <a:pt x="123" y="38"/>
                    <a:pt x="118" y="33"/>
                    <a:pt x="118" y="25"/>
                  </a:cubicBezTo>
                  <a:cubicBezTo>
                    <a:pt x="118" y="16"/>
                    <a:pt x="124" y="11"/>
                    <a:pt x="130" y="11"/>
                  </a:cubicBezTo>
                  <a:cubicBezTo>
                    <a:pt x="137" y="11"/>
                    <a:pt x="142" y="16"/>
                    <a:pt x="142" y="24"/>
                  </a:cubicBezTo>
                  <a:cubicBezTo>
                    <a:pt x="142" y="33"/>
                    <a:pt x="137" y="38"/>
                    <a:pt x="130" y="38"/>
                  </a:cubicBezTo>
                  <a:close/>
                  <a:moveTo>
                    <a:pt x="130" y="14"/>
                  </a:moveTo>
                  <a:cubicBezTo>
                    <a:pt x="125" y="14"/>
                    <a:pt x="123" y="17"/>
                    <a:pt x="123" y="25"/>
                  </a:cubicBezTo>
                  <a:cubicBezTo>
                    <a:pt x="123" y="32"/>
                    <a:pt x="126" y="36"/>
                    <a:pt x="130" y="36"/>
                  </a:cubicBezTo>
                  <a:cubicBezTo>
                    <a:pt x="135" y="36"/>
                    <a:pt x="137" y="32"/>
                    <a:pt x="137" y="24"/>
                  </a:cubicBezTo>
                  <a:cubicBezTo>
                    <a:pt x="137" y="17"/>
                    <a:pt x="134" y="14"/>
                    <a:pt x="130" y="14"/>
                  </a:cubicBezTo>
                  <a:close/>
                  <a:moveTo>
                    <a:pt x="146" y="36"/>
                  </a:moveTo>
                  <a:cubicBezTo>
                    <a:pt x="145" y="37"/>
                    <a:pt x="145" y="37"/>
                    <a:pt x="145" y="37"/>
                  </a:cubicBezTo>
                  <a:cubicBezTo>
                    <a:pt x="145" y="37"/>
                    <a:pt x="145" y="37"/>
                    <a:pt x="145" y="37"/>
                  </a:cubicBezTo>
                  <a:cubicBezTo>
                    <a:pt x="144" y="37"/>
                    <a:pt x="144" y="37"/>
                    <a:pt x="144" y="37"/>
                  </a:cubicBezTo>
                  <a:cubicBezTo>
                    <a:pt x="144" y="36"/>
                    <a:pt x="144" y="31"/>
                    <a:pt x="144" y="29"/>
                  </a:cubicBezTo>
                  <a:cubicBezTo>
                    <a:pt x="145" y="29"/>
                    <a:pt x="145" y="29"/>
                    <a:pt x="145" y="29"/>
                  </a:cubicBezTo>
                  <a:cubicBezTo>
                    <a:pt x="145" y="29"/>
                    <a:pt x="146" y="29"/>
                    <a:pt x="146" y="30"/>
                  </a:cubicBezTo>
                  <a:cubicBezTo>
                    <a:pt x="146" y="33"/>
                    <a:pt x="148" y="36"/>
                    <a:pt x="152" y="36"/>
                  </a:cubicBezTo>
                  <a:cubicBezTo>
                    <a:pt x="155" y="36"/>
                    <a:pt x="157" y="34"/>
                    <a:pt x="157" y="32"/>
                  </a:cubicBezTo>
                  <a:cubicBezTo>
                    <a:pt x="157" y="25"/>
                    <a:pt x="144" y="27"/>
                    <a:pt x="144" y="19"/>
                  </a:cubicBezTo>
                  <a:cubicBezTo>
                    <a:pt x="144" y="14"/>
                    <a:pt x="147" y="11"/>
                    <a:pt x="152" y="11"/>
                  </a:cubicBezTo>
                  <a:cubicBezTo>
                    <a:pt x="153" y="11"/>
                    <a:pt x="155" y="12"/>
                    <a:pt x="157" y="13"/>
                  </a:cubicBezTo>
                  <a:cubicBezTo>
                    <a:pt x="157" y="12"/>
                    <a:pt x="157" y="12"/>
                    <a:pt x="157" y="12"/>
                  </a:cubicBezTo>
                  <a:cubicBezTo>
                    <a:pt x="157" y="12"/>
                    <a:pt x="158" y="12"/>
                    <a:pt x="158" y="12"/>
                  </a:cubicBezTo>
                  <a:cubicBezTo>
                    <a:pt x="159" y="12"/>
                    <a:pt x="159" y="12"/>
                    <a:pt x="159" y="12"/>
                  </a:cubicBezTo>
                  <a:cubicBezTo>
                    <a:pt x="159" y="14"/>
                    <a:pt x="159" y="18"/>
                    <a:pt x="159" y="19"/>
                  </a:cubicBezTo>
                  <a:cubicBezTo>
                    <a:pt x="158" y="19"/>
                    <a:pt x="158" y="19"/>
                    <a:pt x="158" y="19"/>
                  </a:cubicBezTo>
                  <a:cubicBezTo>
                    <a:pt x="157" y="19"/>
                    <a:pt x="157" y="19"/>
                    <a:pt x="157" y="19"/>
                  </a:cubicBezTo>
                  <a:cubicBezTo>
                    <a:pt x="156" y="16"/>
                    <a:pt x="155" y="14"/>
                    <a:pt x="152" y="14"/>
                  </a:cubicBezTo>
                  <a:cubicBezTo>
                    <a:pt x="149" y="14"/>
                    <a:pt x="148" y="15"/>
                    <a:pt x="148" y="17"/>
                  </a:cubicBezTo>
                  <a:cubicBezTo>
                    <a:pt x="148" y="23"/>
                    <a:pt x="161" y="21"/>
                    <a:pt x="161" y="30"/>
                  </a:cubicBezTo>
                  <a:cubicBezTo>
                    <a:pt x="161" y="35"/>
                    <a:pt x="156" y="38"/>
                    <a:pt x="152" y="38"/>
                  </a:cubicBezTo>
                  <a:cubicBezTo>
                    <a:pt x="149" y="38"/>
                    <a:pt x="147" y="37"/>
                    <a:pt x="146" y="36"/>
                  </a:cubicBezTo>
                  <a:close/>
                  <a:moveTo>
                    <a:pt x="172" y="37"/>
                  </a:moveTo>
                  <a:cubicBezTo>
                    <a:pt x="171" y="37"/>
                    <a:pt x="168" y="37"/>
                    <a:pt x="167" y="37"/>
                  </a:cubicBezTo>
                  <a:cubicBezTo>
                    <a:pt x="167" y="36"/>
                    <a:pt x="167" y="36"/>
                    <a:pt x="167" y="36"/>
                  </a:cubicBezTo>
                  <a:cubicBezTo>
                    <a:pt x="167" y="36"/>
                    <a:pt x="167" y="35"/>
                    <a:pt x="167" y="35"/>
                  </a:cubicBezTo>
                  <a:cubicBezTo>
                    <a:pt x="170" y="35"/>
                    <a:pt x="170" y="35"/>
                    <a:pt x="170" y="30"/>
                  </a:cubicBezTo>
                  <a:cubicBezTo>
                    <a:pt x="170" y="15"/>
                    <a:pt x="170" y="15"/>
                    <a:pt x="170" y="15"/>
                  </a:cubicBezTo>
                  <a:cubicBezTo>
                    <a:pt x="170" y="14"/>
                    <a:pt x="170" y="14"/>
                    <a:pt x="170" y="14"/>
                  </a:cubicBezTo>
                  <a:cubicBezTo>
                    <a:pt x="168" y="14"/>
                    <a:pt x="168" y="14"/>
                    <a:pt x="168" y="14"/>
                  </a:cubicBezTo>
                  <a:cubicBezTo>
                    <a:pt x="165" y="14"/>
                    <a:pt x="163" y="14"/>
                    <a:pt x="163" y="19"/>
                  </a:cubicBezTo>
                  <a:cubicBezTo>
                    <a:pt x="162" y="19"/>
                    <a:pt x="162" y="19"/>
                    <a:pt x="162" y="19"/>
                  </a:cubicBezTo>
                  <a:cubicBezTo>
                    <a:pt x="161" y="19"/>
                    <a:pt x="161" y="19"/>
                    <a:pt x="161" y="19"/>
                  </a:cubicBezTo>
                  <a:cubicBezTo>
                    <a:pt x="161" y="18"/>
                    <a:pt x="161" y="14"/>
                    <a:pt x="161" y="12"/>
                  </a:cubicBezTo>
                  <a:cubicBezTo>
                    <a:pt x="163" y="12"/>
                    <a:pt x="165" y="12"/>
                    <a:pt x="168" y="12"/>
                  </a:cubicBezTo>
                  <a:cubicBezTo>
                    <a:pt x="177" y="12"/>
                    <a:pt x="177" y="12"/>
                    <a:pt x="177" y="12"/>
                  </a:cubicBezTo>
                  <a:cubicBezTo>
                    <a:pt x="180" y="12"/>
                    <a:pt x="182" y="12"/>
                    <a:pt x="184" y="12"/>
                  </a:cubicBezTo>
                  <a:cubicBezTo>
                    <a:pt x="184" y="14"/>
                    <a:pt x="184" y="18"/>
                    <a:pt x="184" y="19"/>
                  </a:cubicBezTo>
                  <a:cubicBezTo>
                    <a:pt x="183" y="19"/>
                    <a:pt x="183" y="19"/>
                    <a:pt x="183" y="19"/>
                  </a:cubicBezTo>
                  <a:cubicBezTo>
                    <a:pt x="182" y="19"/>
                    <a:pt x="182" y="19"/>
                    <a:pt x="182" y="19"/>
                  </a:cubicBezTo>
                  <a:cubicBezTo>
                    <a:pt x="182" y="14"/>
                    <a:pt x="180" y="14"/>
                    <a:pt x="177" y="14"/>
                  </a:cubicBezTo>
                  <a:cubicBezTo>
                    <a:pt x="175" y="14"/>
                    <a:pt x="175" y="14"/>
                    <a:pt x="175" y="14"/>
                  </a:cubicBezTo>
                  <a:cubicBezTo>
                    <a:pt x="175" y="14"/>
                    <a:pt x="175" y="14"/>
                    <a:pt x="175" y="15"/>
                  </a:cubicBezTo>
                  <a:cubicBezTo>
                    <a:pt x="175" y="30"/>
                    <a:pt x="175" y="30"/>
                    <a:pt x="175" y="30"/>
                  </a:cubicBezTo>
                  <a:cubicBezTo>
                    <a:pt x="175" y="35"/>
                    <a:pt x="175" y="35"/>
                    <a:pt x="178" y="35"/>
                  </a:cubicBezTo>
                  <a:cubicBezTo>
                    <a:pt x="178" y="35"/>
                    <a:pt x="178" y="36"/>
                    <a:pt x="178" y="36"/>
                  </a:cubicBezTo>
                  <a:cubicBezTo>
                    <a:pt x="178" y="37"/>
                    <a:pt x="178" y="37"/>
                    <a:pt x="178" y="37"/>
                  </a:cubicBezTo>
                  <a:cubicBezTo>
                    <a:pt x="176" y="37"/>
                    <a:pt x="174" y="37"/>
                    <a:pt x="172" y="37"/>
                  </a:cubicBezTo>
                  <a:close/>
                  <a:moveTo>
                    <a:pt x="196" y="38"/>
                  </a:moveTo>
                  <a:cubicBezTo>
                    <a:pt x="189" y="38"/>
                    <a:pt x="184" y="33"/>
                    <a:pt x="184" y="25"/>
                  </a:cubicBezTo>
                  <a:cubicBezTo>
                    <a:pt x="184" y="16"/>
                    <a:pt x="190" y="11"/>
                    <a:pt x="196" y="11"/>
                  </a:cubicBezTo>
                  <a:cubicBezTo>
                    <a:pt x="203" y="11"/>
                    <a:pt x="208" y="16"/>
                    <a:pt x="208" y="24"/>
                  </a:cubicBezTo>
                  <a:cubicBezTo>
                    <a:pt x="208" y="33"/>
                    <a:pt x="203" y="38"/>
                    <a:pt x="196" y="38"/>
                  </a:cubicBezTo>
                  <a:close/>
                  <a:moveTo>
                    <a:pt x="196" y="14"/>
                  </a:moveTo>
                  <a:cubicBezTo>
                    <a:pt x="191" y="14"/>
                    <a:pt x="189" y="17"/>
                    <a:pt x="189" y="25"/>
                  </a:cubicBezTo>
                  <a:cubicBezTo>
                    <a:pt x="189" y="32"/>
                    <a:pt x="192" y="36"/>
                    <a:pt x="197" y="36"/>
                  </a:cubicBezTo>
                  <a:cubicBezTo>
                    <a:pt x="201" y="36"/>
                    <a:pt x="203" y="32"/>
                    <a:pt x="203" y="24"/>
                  </a:cubicBezTo>
                  <a:cubicBezTo>
                    <a:pt x="203" y="17"/>
                    <a:pt x="200" y="14"/>
                    <a:pt x="196" y="14"/>
                  </a:cubicBezTo>
                  <a:close/>
                  <a:moveTo>
                    <a:pt x="230" y="38"/>
                  </a:moveTo>
                  <a:cubicBezTo>
                    <a:pt x="229" y="36"/>
                    <a:pt x="228" y="35"/>
                    <a:pt x="227" y="34"/>
                  </a:cubicBezTo>
                  <a:cubicBezTo>
                    <a:pt x="215" y="17"/>
                    <a:pt x="215" y="17"/>
                    <a:pt x="215" y="17"/>
                  </a:cubicBezTo>
                  <a:cubicBezTo>
                    <a:pt x="215" y="17"/>
                    <a:pt x="215" y="17"/>
                    <a:pt x="215" y="17"/>
                  </a:cubicBezTo>
                  <a:cubicBezTo>
                    <a:pt x="215" y="27"/>
                    <a:pt x="215" y="27"/>
                    <a:pt x="215" y="27"/>
                  </a:cubicBezTo>
                  <a:cubicBezTo>
                    <a:pt x="215" y="34"/>
                    <a:pt x="215" y="35"/>
                    <a:pt x="220" y="35"/>
                  </a:cubicBezTo>
                  <a:cubicBezTo>
                    <a:pt x="220" y="35"/>
                    <a:pt x="220" y="36"/>
                    <a:pt x="220" y="36"/>
                  </a:cubicBezTo>
                  <a:cubicBezTo>
                    <a:pt x="220" y="37"/>
                    <a:pt x="220" y="37"/>
                    <a:pt x="220" y="37"/>
                  </a:cubicBezTo>
                  <a:cubicBezTo>
                    <a:pt x="218" y="37"/>
                    <a:pt x="216" y="37"/>
                    <a:pt x="214" y="37"/>
                  </a:cubicBezTo>
                  <a:cubicBezTo>
                    <a:pt x="212" y="37"/>
                    <a:pt x="211" y="37"/>
                    <a:pt x="209" y="37"/>
                  </a:cubicBezTo>
                  <a:cubicBezTo>
                    <a:pt x="209" y="36"/>
                    <a:pt x="209" y="36"/>
                    <a:pt x="209" y="36"/>
                  </a:cubicBezTo>
                  <a:cubicBezTo>
                    <a:pt x="209" y="36"/>
                    <a:pt x="209" y="35"/>
                    <a:pt x="210" y="35"/>
                  </a:cubicBezTo>
                  <a:cubicBezTo>
                    <a:pt x="213" y="35"/>
                    <a:pt x="213" y="34"/>
                    <a:pt x="213" y="27"/>
                  </a:cubicBezTo>
                  <a:cubicBezTo>
                    <a:pt x="213" y="19"/>
                    <a:pt x="213" y="19"/>
                    <a:pt x="213" y="19"/>
                  </a:cubicBezTo>
                  <a:cubicBezTo>
                    <a:pt x="213" y="14"/>
                    <a:pt x="213" y="14"/>
                    <a:pt x="210" y="14"/>
                  </a:cubicBezTo>
                  <a:cubicBezTo>
                    <a:pt x="209" y="14"/>
                    <a:pt x="209" y="14"/>
                    <a:pt x="209" y="13"/>
                  </a:cubicBezTo>
                  <a:cubicBezTo>
                    <a:pt x="209" y="12"/>
                    <a:pt x="209" y="12"/>
                    <a:pt x="209" y="12"/>
                  </a:cubicBezTo>
                  <a:cubicBezTo>
                    <a:pt x="211" y="12"/>
                    <a:pt x="213" y="12"/>
                    <a:pt x="214" y="12"/>
                  </a:cubicBezTo>
                  <a:cubicBezTo>
                    <a:pt x="215" y="12"/>
                    <a:pt x="217" y="12"/>
                    <a:pt x="218" y="12"/>
                  </a:cubicBezTo>
                  <a:cubicBezTo>
                    <a:pt x="230" y="30"/>
                    <a:pt x="230" y="30"/>
                    <a:pt x="230" y="30"/>
                  </a:cubicBezTo>
                  <a:cubicBezTo>
                    <a:pt x="230" y="30"/>
                    <a:pt x="230" y="30"/>
                    <a:pt x="230" y="30"/>
                  </a:cubicBezTo>
                  <a:cubicBezTo>
                    <a:pt x="230" y="22"/>
                    <a:pt x="230" y="22"/>
                    <a:pt x="230" y="22"/>
                  </a:cubicBezTo>
                  <a:cubicBezTo>
                    <a:pt x="230" y="15"/>
                    <a:pt x="230" y="14"/>
                    <a:pt x="226" y="14"/>
                  </a:cubicBezTo>
                  <a:cubicBezTo>
                    <a:pt x="226" y="14"/>
                    <a:pt x="226" y="14"/>
                    <a:pt x="226" y="13"/>
                  </a:cubicBezTo>
                  <a:cubicBezTo>
                    <a:pt x="226" y="12"/>
                    <a:pt x="226" y="12"/>
                    <a:pt x="226" y="12"/>
                  </a:cubicBezTo>
                  <a:cubicBezTo>
                    <a:pt x="227" y="12"/>
                    <a:pt x="230" y="12"/>
                    <a:pt x="232" y="12"/>
                  </a:cubicBezTo>
                  <a:cubicBezTo>
                    <a:pt x="233" y="12"/>
                    <a:pt x="235" y="12"/>
                    <a:pt x="236" y="12"/>
                  </a:cubicBezTo>
                  <a:cubicBezTo>
                    <a:pt x="236" y="13"/>
                    <a:pt x="236" y="13"/>
                    <a:pt x="236" y="13"/>
                  </a:cubicBezTo>
                  <a:cubicBezTo>
                    <a:pt x="236" y="14"/>
                    <a:pt x="236" y="14"/>
                    <a:pt x="236" y="14"/>
                  </a:cubicBezTo>
                  <a:cubicBezTo>
                    <a:pt x="233" y="14"/>
                    <a:pt x="233" y="15"/>
                    <a:pt x="233" y="22"/>
                  </a:cubicBezTo>
                  <a:cubicBezTo>
                    <a:pt x="233" y="38"/>
                    <a:pt x="233" y="38"/>
                    <a:pt x="233" y="38"/>
                  </a:cubicBezTo>
                  <a:lnTo>
                    <a:pt x="230" y="38"/>
                  </a:lnTo>
                  <a:close/>
                  <a:moveTo>
                    <a:pt x="290" y="38"/>
                  </a:moveTo>
                  <a:cubicBezTo>
                    <a:pt x="284" y="38"/>
                    <a:pt x="278" y="33"/>
                    <a:pt x="278" y="25"/>
                  </a:cubicBezTo>
                  <a:cubicBezTo>
                    <a:pt x="278" y="16"/>
                    <a:pt x="284" y="11"/>
                    <a:pt x="290" y="11"/>
                  </a:cubicBezTo>
                  <a:cubicBezTo>
                    <a:pt x="297" y="11"/>
                    <a:pt x="302" y="16"/>
                    <a:pt x="302" y="24"/>
                  </a:cubicBezTo>
                  <a:cubicBezTo>
                    <a:pt x="302" y="33"/>
                    <a:pt x="297" y="38"/>
                    <a:pt x="290" y="38"/>
                  </a:cubicBezTo>
                  <a:close/>
                  <a:moveTo>
                    <a:pt x="290" y="14"/>
                  </a:moveTo>
                  <a:cubicBezTo>
                    <a:pt x="285" y="14"/>
                    <a:pt x="283" y="17"/>
                    <a:pt x="283" y="25"/>
                  </a:cubicBezTo>
                  <a:cubicBezTo>
                    <a:pt x="283" y="32"/>
                    <a:pt x="286" y="36"/>
                    <a:pt x="291" y="36"/>
                  </a:cubicBezTo>
                  <a:cubicBezTo>
                    <a:pt x="295" y="36"/>
                    <a:pt x="298" y="32"/>
                    <a:pt x="298" y="24"/>
                  </a:cubicBezTo>
                  <a:cubicBezTo>
                    <a:pt x="298" y="17"/>
                    <a:pt x="294" y="14"/>
                    <a:pt x="290" y="14"/>
                  </a:cubicBezTo>
                  <a:close/>
                  <a:moveTo>
                    <a:pt x="324" y="38"/>
                  </a:moveTo>
                  <a:cubicBezTo>
                    <a:pt x="323" y="36"/>
                    <a:pt x="322" y="35"/>
                    <a:pt x="321" y="34"/>
                  </a:cubicBezTo>
                  <a:cubicBezTo>
                    <a:pt x="310" y="17"/>
                    <a:pt x="310" y="17"/>
                    <a:pt x="310" y="17"/>
                  </a:cubicBezTo>
                  <a:cubicBezTo>
                    <a:pt x="310" y="17"/>
                    <a:pt x="310" y="17"/>
                    <a:pt x="310" y="17"/>
                  </a:cubicBezTo>
                  <a:cubicBezTo>
                    <a:pt x="310" y="27"/>
                    <a:pt x="310" y="27"/>
                    <a:pt x="310" y="27"/>
                  </a:cubicBezTo>
                  <a:cubicBezTo>
                    <a:pt x="310" y="34"/>
                    <a:pt x="310" y="35"/>
                    <a:pt x="314" y="35"/>
                  </a:cubicBezTo>
                  <a:cubicBezTo>
                    <a:pt x="314" y="35"/>
                    <a:pt x="314" y="36"/>
                    <a:pt x="314" y="36"/>
                  </a:cubicBezTo>
                  <a:cubicBezTo>
                    <a:pt x="314" y="37"/>
                    <a:pt x="314" y="37"/>
                    <a:pt x="314" y="37"/>
                  </a:cubicBezTo>
                  <a:cubicBezTo>
                    <a:pt x="313" y="37"/>
                    <a:pt x="310" y="37"/>
                    <a:pt x="308" y="37"/>
                  </a:cubicBezTo>
                  <a:cubicBezTo>
                    <a:pt x="306" y="37"/>
                    <a:pt x="305" y="37"/>
                    <a:pt x="303" y="37"/>
                  </a:cubicBezTo>
                  <a:cubicBezTo>
                    <a:pt x="303" y="36"/>
                    <a:pt x="303" y="36"/>
                    <a:pt x="303" y="36"/>
                  </a:cubicBezTo>
                  <a:cubicBezTo>
                    <a:pt x="303" y="36"/>
                    <a:pt x="304" y="35"/>
                    <a:pt x="304" y="35"/>
                  </a:cubicBezTo>
                  <a:cubicBezTo>
                    <a:pt x="307" y="35"/>
                    <a:pt x="307" y="34"/>
                    <a:pt x="307" y="27"/>
                  </a:cubicBezTo>
                  <a:cubicBezTo>
                    <a:pt x="307" y="19"/>
                    <a:pt x="307" y="19"/>
                    <a:pt x="307" y="19"/>
                  </a:cubicBezTo>
                  <a:cubicBezTo>
                    <a:pt x="307" y="14"/>
                    <a:pt x="307" y="14"/>
                    <a:pt x="304" y="14"/>
                  </a:cubicBezTo>
                  <a:cubicBezTo>
                    <a:pt x="304" y="14"/>
                    <a:pt x="303" y="14"/>
                    <a:pt x="303" y="13"/>
                  </a:cubicBezTo>
                  <a:cubicBezTo>
                    <a:pt x="303" y="12"/>
                    <a:pt x="303" y="12"/>
                    <a:pt x="303" y="12"/>
                  </a:cubicBezTo>
                  <a:cubicBezTo>
                    <a:pt x="305" y="12"/>
                    <a:pt x="307" y="12"/>
                    <a:pt x="308" y="12"/>
                  </a:cubicBezTo>
                  <a:cubicBezTo>
                    <a:pt x="309" y="12"/>
                    <a:pt x="311" y="12"/>
                    <a:pt x="312" y="12"/>
                  </a:cubicBezTo>
                  <a:cubicBezTo>
                    <a:pt x="324" y="30"/>
                    <a:pt x="324" y="30"/>
                    <a:pt x="324" y="30"/>
                  </a:cubicBezTo>
                  <a:cubicBezTo>
                    <a:pt x="324" y="30"/>
                    <a:pt x="324" y="30"/>
                    <a:pt x="324" y="30"/>
                  </a:cubicBezTo>
                  <a:cubicBezTo>
                    <a:pt x="324" y="22"/>
                    <a:pt x="324" y="22"/>
                    <a:pt x="324" y="22"/>
                  </a:cubicBezTo>
                  <a:cubicBezTo>
                    <a:pt x="324" y="15"/>
                    <a:pt x="324" y="14"/>
                    <a:pt x="320" y="14"/>
                  </a:cubicBezTo>
                  <a:cubicBezTo>
                    <a:pt x="320" y="14"/>
                    <a:pt x="320" y="14"/>
                    <a:pt x="320" y="13"/>
                  </a:cubicBezTo>
                  <a:cubicBezTo>
                    <a:pt x="320" y="12"/>
                    <a:pt x="320" y="12"/>
                    <a:pt x="320" y="12"/>
                  </a:cubicBezTo>
                  <a:cubicBezTo>
                    <a:pt x="321" y="12"/>
                    <a:pt x="324" y="12"/>
                    <a:pt x="326" y="12"/>
                  </a:cubicBezTo>
                  <a:cubicBezTo>
                    <a:pt x="328" y="12"/>
                    <a:pt x="329" y="12"/>
                    <a:pt x="330" y="12"/>
                  </a:cubicBezTo>
                  <a:cubicBezTo>
                    <a:pt x="330" y="13"/>
                    <a:pt x="330" y="13"/>
                    <a:pt x="330" y="13"/>
                  </a:cubicBezTo>
                  <a:cubicBezTo>
                    <a:pt x="330" y="14"/>
                    <a:pt x="330" y="14"/>
                    <a:pt x="330" y="14"/>
                  </a:cubicBezTo>
                  <a:cubicBezTo>
                    <a:pt x="327" y="14"/>
                    <a:pt x="327" y="15"/>
                    <a:pt x="327" y="22"/>
                  </a:cubicBezTo>
                  <a:cubicBezTo>
                    <a:pt x="327" y="38"/>
                    <a:pt x="327" y="38"/>
                    <a:pt x="327" y="38"/>
                  </a:cubicBezTo>
                  <a:lnTo>
                    <a:pt x="324" y="38"/>
                  </a:lnTo>
                  <a:close/>
                  <a:moveTo>
                    <a:pt x="335" y="36"/>
                  </a:moveTo>
                  <a:cubicBezTo>
                    <a:pt x="334" y="37"/>
                    <a:pt x="334" y="37"/>
                    <a:pt x="334" y="37"/>
                  </a:cubicBezTo>
                  <a:cubicBezTo>
                    <a:pt x="334" y="37"/>
                    <a:pt x="334" y="37"/>
                    <a:pt x="333" y="37"/>
                  </a:cubicBezTo>
                  <a:cubicBezTo>
                    <a:pt x="333" y="37"/>
                    <a:pt x="333" y="37"/>
                    <a:pt x="333" y="37"/>
                  </a:cubicBezTo>
                  <a:cubicBezTo>
                    <a:pt x="333" y="36"/>
                    <a:pt x="333" y="31"/>
                    <a:pt x="333" y="29"/>
                  </a:cubicBezTo>
                  <a:cubicBezTo>
                    <a:pt x="334" y="29"/>
                    <a:pt x="334" y="29"/>
                    <a:pt x="334" y="29"/>
                  </a:cubicBezTo>
                  <a:cubicBezTo>
                    <a:pt x="334" y="29"/>
                    <a:pt x="334" y="29"/>
                    <a:pt x="334" y="30"/>
                  </a:cubicBezTo>
                  <a:cubicBezTo>
                    <a:pt x="335" y="33"/>
                    <a:pt x="337" y="36"/>
                    <a:pt x="340" y="36"/>
                  </a:cubicBezTo>
                  <a:cubicBezTo>
                    <a:pt x="343" y="36"/>
                    <a:pt x="345" y="34"/>
                    <a:pt x="345" y="32"/>
                  </a:cubicBezTo>
                  <a:cubicBezTo>
                    <a:pt x="345" y="25"/>
                    <a:pt x="333" y="27"/>
                    <a:pt x="333" y="19"/>
                  </a:cubicBezTo>
                  <a:cubicBezTo>
                    <a:pt x="333" y="14"/>
                    <a:pt x="336" y="11"/>
                    <a:pt x="340" y="11"/>
                  </a:cubicBezTo>
                  <a:cubicBezTo>
                    <a:pt x="342" y="11"/>
                    <a:pt x="344" y="12"/>
                    <a:pt x="345" y="13"/>
                  </a:cubicBezTo>
                  <a:cubicBezTo>
                    <a:pt x="346" y="12"/>
                    <a:pt x="346" y="12"/>
                    <a:pt x="346" y="12"/>
                  </a:cubicBezTo>
                  <a:cubicBezTo>
                    <a:pt x="346" y="12"/>
                    <a:pt x="346" y="12"/>
                    <a:pt x="346" y="12"/>
                  </a:cubicBezTo>
                  <a:cubicBezTo>
                    <a:pt x="347" y="12"/>
                    <a:pt x="347" y="12"/>
                    <a:pt x="347" y="12"/>
                  </a:cubicBezTo>
                  <a:cubicBezTo>
                    <a:pt x="347" y="13"/>
                    <a:pt x="347" y="17"/>
                    <a:pt x="347" y="19"/>
                  </a:cubicBezTo>
                  <a:cubicBezTo>
                    <a:pt x="346" y="19"/>
                    <a:pt x="346" y="19"/>
                    <a:pt x="346" y="19"/>
                  </a:cubicBezTo>
                  <a:cubicBezTo>
                    <a:pt x="346" y="19"/>
                    <a:pt x="346" y="19"/>
                    <a:pt x="346" y="19"/>
                  </a:cubicBezTo>
                  <a:cubicBezTo>
                    <a:pt x="345" y="16"/>
                    <a:pt x="343" y="14"/>
                    <a:pt x="340" y="14"/>
                  </a:cubicBezTo>
                  <a:cubicBezTo>
                    <a:pt x="337" y="14"/>
                    <a:pt x="336" y="15"/>
                    <a:pt x="336" y="17"/>
                  </a:cubicBezTo>
                  <a:cubicBezTo>
                    <a:pt x="336" y="23"/>
                    <a:pt x="349" y="21"/>
                    <a:pt x="349" y="30"/>
                  </a:cubicBezTo>
                  <a:cubicBezTo>
                    <a:pt x="349" y="35"/>
                    <a:pt x="345" y="38"/>
                    <a:pt x="340" y="38"/>
                  </a:cubicBezTo>
                  <a:cubicBezTo>
                    <a:pt x="338" y="38"/>
                    <a:pt x="336" y="37"/>
                    <a:pt x="335" y="36"/>
                  </a:cubicBezTo>
                  <a:close/>
                  <a:moveTo>
                    <a:pt x="364" y="38"/>
                  </a:moveTo>
                  <a:cubicBezTo>
                    <a:pt x="357" y="38"/>
                    <a:pt x="354" y="35"/>
                    <a:pt x="354" y="28"/>
                  </a:cubicBezTo>
                  <a:cubicBezTo>
                    <a:pt x="354" y="19"/>
                    <a:pt x="354" y="19"/>
                    <a:pt x="354" y="19"/>
                  </a:cubicBezTo>
                  <a:cubicBezTo>
                    <a:pt x="354" y="14"/>
                    <a:pt x="354" y="14"/>
                    <a:pt x="350" y="14"/>
                  </a:cubicBezTo>
                  <a:cubicBezTo>
                    <a:pt x="350" y="14"/>
                    <a:pt x="350" y="14"/>
                    <a:pt x="350" y="13"/>
                  </a:cubicBezTo>
                  <a:cubicBezTo>
                    <a:pt x="350" y="12"/>
                    <a:pt x="350" y="12"/>
                    <a:pt x="350" y="12"/>
                  </a:cubicBezTo>
                  <a:cubicBezTo>
                    <a:pt x="352" y="12"/>
                    <a:pt x="354" y="12"/>
                    <a:pt x="356" y="12"/>
                  </a:cubicBezTo>
                  <a:cubicBezTo>
                    <a:pt x="357" y="12"/>
                    <a:pt x="360" y="12"/>
                    <a:pt x="361" y="12"/>
                  </a:cubicBezTo>
                  <a:cubicBezTo>
                    <a:pt x="361" y="13"/>
                    <a:pt x="361" y="13"/>
                    <a:pt x="361" y="13"/>
                  </a:cubicBezTo>
                  <a:cubicBezTo>
                    <a:pt x="361" y="14"/>
                    <a:pt x="361" y="14"/>
                    <a:pt x="361" y="14"/>
                  </a:cubicBezTo>
                  <a:cubicBezTo>
                    <a:pt x="358" y="14"/>
                    <a:pt x="358" y="14"/>
                    <a:pt x="358" y="19"/>
                  </a:cubicBezTo>
                  <a:cubicBezTo>
                    <a:pt x="358" y="29"/>
                    <a:pt x="358" y="29"/>
                    <a:pt x="358" y="29"/>
                  </a:cubicBezTo>
                  <a:cubicBezTo>
                    <a:pt x="358" y="33"/>
                    <a:pt x="360" y="35"/>
                    <a:pt x="364" y="35"/>
                  </a:cubicBezTo>
                  <a:cubicBezTo>
                    <a:pt x="369" y="35"/>
                    <a:pt x="371" y="33"/>
                    <a:pt x="371" y="28"/>
                  </a:cubicBezTo>
                  <a:cubicBezTo>
                    <a:pt x="371" y="22"/>
                    <a:pt x="371" y="22"/>
                    <a:pt x="371" y="22"/>
                  </a:cubicBezTo>
                  <a:cubicBezTo>
                    <a:pt x="371" y="15"/>
                    <a:pt x="371" y="14"/>
                    <a:pt x="366" y="14"/>
                  </a:cubicBezTo>
                  <a:cubicBezTo>
                    <a:pt x="366" y="14"/>
                    <a:pt x="366" y="14"/>
                    <a:pt x="366" y="13"/>
                  </a:cubicBezTo>
                  <a:cubicBezTo>
                    <a:pt x="366" y="12"/>
                    <a:pt x="366" y="12"/>
                    <a:pt x="366" y="12"/>
                  </a:cubicBezTo>
                  <a:cubicBezTo>
                    <a:pt x="368" y="12"/>
                    <a:pt x="370" y="12"/>
                    <a:pt x="372" y="12"/>
                  </a:cubicBezTo>
                  <a:cubicBezTo>
                    <a:pt x="374" y="12"/>
                    <a:pt x="374" y="12"/>
                    <a:pt x="376" y="12"/>
                  </a:cubicBezTo>
                  <a:cubicBezTo>
                    <a:pt x="376" y="13"/>
                    <a:pt x="376" y="13"/>
                    <a:pt x="376" y="13"/>
                  </a:cubicBezTo>
                  <a:cubicBezTo>
                    <a:pt x="376" y="14"/>
                    <a:pt x="376" y="14"/>
                    <a:pt x="376" y="14"/>
                  </a:cubicBezTo>
                  <a:cubicBezTo>
                    <a:pt x="373" y="14"/>
                    <a:pt x="373" y="15"/>
                    <a:pt x="373" y="22"/>
                  </a:cubicBezTo>
                  <a:cubicBezTo>
                    <a:pt x="373" y="28"/>
                    <a:pt x="373" y="28"/>
                    <a:pt x="373" y="28"/>
                  </a:cubicBezTo>
                  <a:cubicBezTo>
                    <a:pt x="373" y="35"/>
                    <a:pt x="370" y="38"/>
                    <a:pt x="364" y="38"/>
                  </a:cubicBezTo>
                  <a:close/>
                  <a:moveTo>
                    <a:pt x="392" y="37"/>
                  </a:moveTo>
                  <a:cubicBezTo>
                    <a:pt x="383" y="37"/>
                    <a:pt x="383" y="37"/>
                    <a:pt x="383" y="37"/>
                  </a:cubicBezTo>
                  <a:cubicBezTo>
                    <a:pt x="381" y="37"/>
                    <a:pt x="379" y="37"/>
                    <a:pt x="378" y="37"/>
                  </a:cubicBezTo>
                  <a:cubicBezTo>
                    <a:pt x="378" y="36"/>
                    <a:pt x="378" y="36"/>
                    <a:pt x="378" y="36"/>
                  </a:cubicBezTo>
                  <a:cubicBezTo>
                    <a:pt x="378" y="36"/>
                    <a:pt x="378" y="35"/>
                    <a:pt x="378" y="35"/>
                  </a:cubicBezTo>
                  <a:cubicBezTo>
                    <a:pt x="381" y="35"/>
                    <a:pt x="381" y="35"/>
                    <a:pt x="381" y="30"/>
                  </a:cubicBezTo>
                  <a:cubicBezTo>
                    <a:pt x="381" y="19"/>
                    <a:pt x="381" y="19"/>
                    <a:pt x="381" y="19"/>
                  </a:cubicBezTo>
                  <a:cubicBezTo>
                    <a:pt x="381" y="14"/>
                    <a:pt x="381" y="14"/>
                    <a:pt x="378" y="14"/>
                  </a:cubicBezTo>
                  <a:cubicBezTo>
                    <a:pt x="378" y="14"/>
                    <a:pt x="378" y="14"/>
                    <a:pt x="378" y="13"/>
                  </a:cubicBezTo>
                  <a:cubicBezTo>
                    <a:pt x="378" y="12"/>
                    <a:pt x="378" y="12"/>
                    <a:pt x="378" y="12"/>
                  </a:cubicBezTo>
                  <a:cubicBezTo>
                    <a:pt x="379" y="12"/>
                    <a:pt x="382" y="12"/>
                    <a:pt x="383" y="12"/>
                  </a:cubicBezTo>
                  <a:cubicBezTo>
                    <a:pt x="385" y="12"/>
                    <a:pt x="388" y="12"/>
                    <a:pt x="390" y="12"/>
                  </a:cubicBezTo>
                  <a:cubicBezTo>
                    <a:pt x="390" y="13"/>
                    <a:pt x="390" y="13"/>
                    <a:pt x="390" y="13"/>
                  </a:cubicBezTo>
                  <a:cubicBezTo>
                    <a:pt x="390" y="14"/>
                    <a:pt x="390" y="14"/>
                    <a:pt x="389" y="14"/>
                  </a:cubicBezTo>
                  <a:cubicBezTo>
                    <a:pt x="386" y="14"/>
                    <a:pt x="386" y="14"/>
                    <a:pt x="386" y="19"/>
                  </a:cubicBezTo>
                  <a:cubicBezTo>
                    <a:pt x="386" y="30"/>
                    <a:pt x="386" y="30"/>
                    <a:pt x="386" y="30"/>
                  </a:cubicBezTo>
                  <a:cubicBezTo>
                    <a:pt x="386" y="35"/>
                    <a:pt x="386" y="35"/>
                    <a:pt x="389" y="35"/>
                  </a:cubicBezTo>
                  <a:cubicBezTo>
                    <a:pt x="391" y="35"/>
                    <a:pt x="391" y="35"/>
                    <a:pt x="391" y="35"/>
                  </a:cubicBezTo>
                  <a:cubicBezTo>
                    <a:pt x="394" y="35"/>
                    <a:pt x="395" y="34"/>
                    <a:pt x="396" y="29"/>
                  </a:cubicBezTo>
                  <a:cubicBezTo>
                    <a:pt x="396" y="29"/>
                    <a:pt x="396" y="29"/>
                    <a:pt x="396" y="29"/>
                  </a:cubicBezTo>
                  <a:cubicBezTo>
                    <a:pt x="397" y="29"/>
                    <a:pt x="397" y="29"/>
                    <a:pt x="397" y="29"/>
                  </a:cubicBezTo>
                  <a:cubicBezTo>
                    <a:pt x="397" y="31"/>
                    <a:pt x="397" y="35"/>
                    <a:pt x="397" y="37"/>
                  </a:cubicBezTo>
                  <a:cubicBezTo>
                    <a:pt x="396" y="37"/>
                    <a:pt x="395" y="37"/>
                    <a:pt x="392" y="37"/>
                  </a:cubicBezTo>
                  <a:close/>
                  <a:moveTo>
                    <a:pt x="407" y="37"/>
                  </a:moveTo>
                  <a:cubicBezTo>
                    <a:pt x="405" y="37"/>
                    <a:pt x="403" y="37"/>
                    <a:pt x="401" y="37"/>
                  </a:cubicBezTo>
                  <a:cubicBezTo>
                    <a:pt x="401" y="36"/>
                    <a:pt x="401" y="36"/>
                    <a:pt x="401" y="36"/>
                  </a:cubicBezTo>
                  <a:cubicBezTo>
                    <a:pt x="401" y="36"/>
                    <a:pt x="401" y="35"/>
                    <a:pt x="401" y="35"/>
                  </a:cubicBezTo>
                  <a:cubicBezTo>
                    <a:pt x="404" y="35"/>
                    <a:pt x="404" y="35"/>
                    <a:pt x="404" y="30"/>
                  </a:cubicBezTo>
                  <a:cubicBezTo>
                    <a:pt x="404" y="15"/>
                    <a:pt x="404" y="15"/>
                    <a:pt x="404" y="15"/>
                  </a:cubicBezTo>
                  <a:cubicBezTo>
                    <a:pt x="404" y="14"/>
                    <a:pt x="404" y="14"/>
                    <a:pt x="404" y="14"/>
                  </a:cubicBezTo>
                  <a:cubicBezTo>
                    <a:pt x="402" y="14"/>
                    <a:pt x="402" y="14"/>
                    <a:pt x="402" y="14"/>
                  </a:cubicBezTo>
                  <a:cubicBezTo>
                    <a:pt x="399" y="14"/>
                    <a:pt x="397" y="14"/>
                    <a:pt x="397" y="19"/>
                  </a:cubicBezTo>
                  <a:cubicBezTo>
                    <a:pt x="397" y="19"/>
                    <a:pt x="397" y="19"/>
                    <a:pt x="396" y="19"/>
                  </a:cubicBezTo>
                  <a:cubicBezTo>
                    <a:pt x="395" y="19"/>
                    <a:pt x="395" y="19"/>
                    <a:pt x="395" y="19"/>
                  </a:cubicBezTo>
                  <a:cubicBezTo>
                    <a:pt x="395" y="18"/>
                    <a:pt x="395" y="14"/>
                    <a:pt x="395" y="12"/>
                  </a:cubicBezTo>
                  <a:cubicBezTo>
                    <a:pt x="397" y="12"/>
                    <a:pt x="399" y="12"/>
                    <a:pt x="402" y="12"/>
                  </a:cubicBezTo>
                  <a:cubicBezTo>
                    <a:pt x="411" y="12"/>
                    <a:pt x="411" y="12"/>
                    <a:pt x="411" y="12"/>
                  </a:cubicBezTo>
                  <a:cubicBezTo>
                    <a:pt x="414" y="12"/>
                    <a:pt x="416" y="12"/>
                    <a:pt x="418" y="12"/>
                  </a:cubicBezTo>
                  <a:cubicBezTo>
                    <a:pt x="418" y="14"/>
                    <a:pt x="418" y="18"/>
                    <a:pt x="418" y="19"/>
                  </a:cubicBezTo>
                  <a:cubicBezTo>
                    <a:pt x="417" y="19"/>
                    <a:pt x="417" y="19"/>
                    <a:pt x="417" y="19"/>
                  </a:cubicBezTo>
                  <a:cubicBezTo>
                    <a:pt x="417" y="19"/>
                    <a:pt x="416" y="19"/>
                    <a:pt x="416" y="19"/>
                  </a:cubicBezTo>
                  <a:cubicBezTo>
                    <a:pt x="416" y="14"/>
                    <a:pt x="414" y="14"/>
                    <a:pt x="411" y="14"/>
                  </a:cubicBezTo>
                  <a:cubicBezTo>
                    <a:pt x="409" y="14"/>
                    <a:pt x="409" y="14"/>
                    <a:pt x="409" y="14"/>
                  </a:cubicBezTo>
                  <a:cubicBezTo>
                    <a:pt x="409" y="14"/>
                    <a:pt x="409" y="14"/>
                    <a:pt x="409" y="15"/>
                  </a:cubicBezTo>
                  <a:cubicBezTo>
                    <a:pt x="409" y="30"/>
                    <a:pt x="409" y="30"/>
                    <a:pt x="409" y="30"/>
                  </a:cubicBezTo>
                  <a:cubicBezTo>
                    <a:pt x="409" y="35"/>
                    <a:pt x="409" y="35"/>
                    <a:pt x="412" y="35"/>
                  </a:cubicBezTo>
                  <a:cubicBezTo>
                    <a:pt x="412" y="35"/>
                    <a:pt x="412" y="36"/>
                    <a:pt x="412" y="36"/>
                  </a:cubicBezTo>
                  <a:cubicBezTo>
                    <a:pt x="412" y="37"/>
                    <a:pt x="412" y="37"/>
                    <a:pt x="412" y="37"/>
                  </a:cubicBezTo>
                  <a:cubicBezTo>
                    <a:pt x="410" y="37"/>
                    <a:pt x="408" y="37"/>
                    <a:pt x="407" y="37"/>
                  </a:cubicBezTo>
                  <a:close/>
                  <a:moveTo>
                    <a:pt x="425" y="37"/>
                  </a:moveTo>
                  <a:cubicBezTo>
                    <a:pt x="423" y="37"/>
                    <a:pt x="421" y="37"/>
                    <a:pt x="419" y="37"/>
                  </a:cubicBezTo>
                  <a:cubicBezTo>
                    <a:pt x="419" y="36"/>
                    <a:pt x="419" y="36"/>
                    <a:pt x="419" y="36"/>
                  </a:cubicBezTo>
                  <a:cubicBezTo>
                    <a:pt x="419" y="36"/>
                    <a:pt x="419" y="35"/>
                    <a:pt x="420" y="35"/>
                  </a:cubicBezTo>
                  <a:cubicBezTo>
                    <a:pt x="423" y="35"/>
                    <a:pt x="423" y="35"/>
                    <a:pt x="423" y="30"/>
                  </a:cubicBezTo>
                  <a:cubicBezTo>
                    <a:pt x="423" y="19"/>
                    <a:pt x="423" y="19"/>
                    <a:pt x="423" y="19"/>
                  </a:cubicBezTo>
                  <a:cubicBezTo>
                    <a:pt x="423" y="14"/>
                    <a:pt x="423" y="14"/>
                    <a:pt x="420" y="14"/>
                  </a:cubicBezTo>
                  <a:cubicBezTo>
                    <a:pt x="419" y="14"/>
                    <a:pt x="419" y="14"/>
                    <a:pt x="419" y="13"/>
                  </a:cubicBezTo>
                  <a:cubicBezTo>
                    <a:pt x="419" y="12"/>
                    <a:pt x="419" y="12"/>
                    <a:pt x="419" y="12"/>
                  </a:cubicBezTo>
                  <a:cubicBezTo>
                    <a:pt x="421" y="12"/>
                    <a:pt x="423" y="12"/>
                    <a:pt x="425" y="12"/>
                  </a:cubicBezTo>
                  <a:cubicBezTo>
                    <a:pt x="427" y="12"/>
                    <a:pt x="429" y="12"/>
                    <a:pt x="430" y="12"/>
                  </a:cubicBezTo>
                  <a:cubicBezTo>
                    <a:pt x="430" y="13"/>
                    <a:pt x="430" y="13"/>
                    <a:pt x="430" y="13"/>
                  </a:cubicBezTo>
                  <a:cubicBezTo>
                    <a:pt x="430" y="14"/>
                    <a:pt x="430" y="14"/>
                    <a:pt x="430" y="14"/>
                  </a:cubicBezTo>
                  <a:cubicBezTo>
                    <a:pt x="427" y="14"/>
                    <a:pt x="427" y="14"/>
                    <a:pt x="427" y="19"/>
                  </a:cubicBezTo>
                  <a:cubicBezTo>
                    <a:pt x="427" y="30"/>
                    <a:pt x="427" y="30"/>
                    <a:pt x="427" y="30"/>
                  </a:cubicBezTo>
                  <a:cubicBezTo>
                    <a:pt x="427" y="35"/>
                    <a:pt x="427" y="35"/>
                    <a:pt x="430" y="35"/>
                  </a:cubicBezTo>
                  <a:cubicBezTo>
                    <a:pt x="430" y="35"/>
                    <a:pt x="430" y="36"/>
                    <a:pt x="430" y="36"/>
                  </a:cubicBezTo>
                  <a:cubicBezTo>
                    <a:pt x="430" y="37"/>
                    <a:pt x="430" y="37"/>
                    <a:pt x="430" y="37"/>
                  </a:cubicBezTo>
                  <a:cubicBezTo>
                    <a:pt x="429" y="37"/>
                    <a:pt x="427" y="37"/>
                    <a:pt x="425" y="37"/>
                  </a:cubicBezTo>
                  <a:close/>
                  <a:moveTo>
                    <a:pt x="453" y="38"/>
                  </a:moveTo>
                  <a:cubicBezTo>
                    <a:pt x="452" y="36"/>
                    <a:pt x="451" y="35"/>
                    <a:pt x="450" y="34"/>
                  </a:cubicBezTo>
                  <a:cubicBezTo>
                    <a:pt x="438" y="17"/>
                    <a:pt x="438" y="17"/>
                    <a:pt x="438" y="17"/>
                  </a:cubicBezTo>
                  <a:cubicBezTo>
                    <a:pt x="438" y="17"/>
                    <a:pt x="438" y="17"/>
                    <a:pt x="438" y="17"/>
                  </a:cubicBezTo>
                  <a:cubicBezTo>
                    <a:pt x="438" y="27"/>
                    <a:pt x="438" y="27"/>
                    <a:pt x="438" y="27"/>
                  </a:cubicBezTo>
                  <a:cubicBezTo>
                    <a:pt x="438" y="34"/>
                    <a:pt x="438" y="35"/>
                    <a:pt x="443" y="35"/>
                  </a:cubicBezTo>
                  <a:cubicBezTo>
                    <a:pt x="443" y="35"/>
                    <a:pt x="443" y="36"/>
                    <a:pt x="443" y="36"/>
                  </a:cubicBezTo>
                  <a:cubicBezTo>
                    <a:pt x="443" y="37"/>
                    <a:pt x="443" y="37"/>
                    <a:pt x="443" y="37"/>
                  </a:cubicBezTo>
                  <a:cubicBezTo>
                    <a:pt x="441" y="37"/>
                    <a:pt x="439" y="37"/>
                    <a:pt x="437" y="37"/>
                  </a:cubicBezTo>
                  <a:cubicBezTo>
                    <a:pt x="435" y="37"/>
                    <a:pt x="434" y="37"/>
                    <a:pt x="432" y="37"/>
                  </a:cubicBezTo>
                  <a:cubicBezTo>
                    <a:pt x="432" y="36"/>
                    <a:pt x="432" y="36"/>
                    <a:pt x="432" y="36"/>
                  </a:cubicBezTo>
                  <a:cubicBezTo>
                    <a:pt x="432" y="36"/>
                    <a:pt x="432" y="35"/>
                    <a:pt x="433" y="35"/>
                  </a:cubicBezTo>
                  <a:cubicBezTo>
                    <a:pt x="436" y="35"/>
                    <a:pt x="436" y="34"/>
                    <a:pt x="436" y="27"/>
                  </a:cubicBezTo>
                  <a:cubicBezTo>
                    <a:pt x="436" y="19"/>
                    <a:pt x="436" y="19"/>
                    <a:pt x="436" y="19"/>
                  </a:cubicBezTo>
                  <a:cubicBezTo>
                    <a:pt x="436" y="14"/>
                    <a:pt x="436" y="14"/>
                    <a:pt x="433" y="14"/>
                  </a:cubicBezTo>
                  <a:cubicBezTo>
                    <a:pt x="432" y="14"/>
                    <a:pt x="432" y="14"/>
                    <a:pt x="432" y="13"/>
                  </a:cubicBezTo>
                  <a:cubicBezTo>
                    <a:pt x="432" y="12"/>
                    <a:pt x="432" y="12"/>
                    <a:pt x="432" y="12"/>
                  </a:cubicBezTo>
                  <a:cubicBezTo>
                    <a:pt x="434" y="12"/>
                    <a:pt x="436" y="12"/>
                    <a:pt x="437" y="12"/>
                  </a:cubicBezTo>
                  <a:cubicBezTo>
                    <a:pt x="438" y="12"/>
                    <a:pt x="439" y="12"/>
                    <a:pt x="440" y="12"/>
                  </a:cubicBezTo>
                  <a:cubicBezTo>
                    <a:pt x="453" y="30"/>
                    <a:pt x="453" y="30"/>
                    <a:pt x="453" y="30"/>
                  </a:cubicBezTo>
                  <a:cubicBezTo>
                    <a:pt x="453" y="22"/>
                    <a:pt x="453" y="22"/>
                    <a:pt x="453" y="22"/>
                  </a:cubicBezTo>
                  <a:cubicBezTo>
                    <a:pt x="453" y="15"/>
                    <a:pt x="453" y="14"/>
                    <a:pt x="449" y="14"/>
                  </a:cubicBezTo>
                  <a:cubicBezTo>
                    <a:pt x="449" y="14"/>
                    <a:pt x="449" y="14"/>
                    <a:pt x="449" y="13"/>
                  </a:cubicBezTo>
                  <a:cubicBezTo>
                    <a:pt x="449" y="12"/>
                    <a:pt x="449" y="12"/>
                    <a:pt x="449" y="12"/>
                  </a:cubicBezTo>
                  <a:cubicBezTo>
                    <a:pt x="450" y="12"/>
                    <a:pt x="453" y="12"/>
                    <a:pt x="455" y="12"/>
                  </a:cubicBezTo>
                  <a:cubicBezTo>
                    <a:pt x="456" y="12"/>
                    <a:pt x="458" y="12"/>
                    <a:pt x="459" y="12"/>
                  </a:cubicBezTo>
                  <a:cubicBezTo>
                    <a:pt x="459" y="13"/>
                    <a:pt x="459" y="13"/>
                    <a:pt x="459" y="13"/>
                  </a:cubicBezTo>
                  <a:cubicBezTo>
                    <a:pt x="459" y="14"/>
                    <a:pt x="459" y="14"/>
                    <a:pt x="459" y="14"/>
                  </a:cubicBezTo>
                  <a:cubicBezTo>
                    <a:pt x="456" y="14"/>
                    <a:pt x="456" y="15"/>
                    <a:pt x="456" y="22"/>
                  </a:cubicBezTo>
                  <a:cubicBezTo>
                    <a:pt x="456" y="38"/>
                    <a:pt x="456" y="38"/>
                    <a:pt x="456" y="38"/>
                  </a:cubicBezTo>
                  <a:lnTo>
                    <a:pt x="453" y="38"/>
                  </a:lnTo>
                  <a:close/>
                  <a:moveTo>
                    <a:pt x="484" y="27"/>
                  </a:moveTo>
                  <a:cubicBezTo>
                    <a:pt x="484" y="28"/>
                    <a:pt x="484" y="28"/>
                    <a:pt x="484" y="28"/>
                  </a:cubicBezTo>
                  <a:cubicBezTo>
                    <a:pt x="481" y="28"/>
                    <a:pt x="481" y="28"/>
                    <a:pt x="481" y="31"/>
                  </a:cubicBezTo>
                  <a:cubicBezTo>
                    <a:pt x="481" y="32"/>
                    <a:pt x="481" y="32"/>
                    <a:pt x="481" y="32"/>
                  </a:cubicBezTo>
                  <a:cubicBezTo>
                    <a:pt x="481" y="33"/>
                    <a:pt x="482" y="34"/>
                    <a:pt x="482" y="34"/>
                  </a:cubicBezTo>
                  <a:cubicBezTo>
                    <a:pt x="482" y="35"/>
                    <a:pt x="481" y="35"/>
                    <a:pt x="481" y="35"/>
                  </a:cubicBezTo>
                  <a:cubicBezTo>
                    <a:pt x="479" y="35"/>
                    <a:pt x="478" y="38"/>
                    <a:pt x="472" y="38"/>
                  </a:cubicBezTo>
                  <a:cubicBezTo>
                    <a:pt x="465" y="38"/>
                    <a:pt x="460" y="33"/>
                    <a:pt x="460" y="24"/>
                  </a:cubicBezTo>
                  <a:cubicBezTo>
                    <a:pt x="460" y="17"/>
                    <a:pt x="464" y="11"/>
                    <a:pt x="472" y="11"/>
                  </a:cubicBezTo>
                  <a:cubicBezTo>
                    <a:pt x="475" y="11"/>
                    <a:pt x="477" y="12"/>
                    <a:pt x="478" y="13"/>
                  </a:cubicBezTo>
                  <a:cubicBezTo>
                    <a:pt x="479" y="12"/>
                    <a:pt x="479" y="12"/>
                    <a:pt x="479" y="12"/>
                  </a:cubicBezTo>
                  <a:cubicBezTo>
                    <a:pt x="479" y="12"/>
                    <a:pt x="479" y="12"/>
                    <a:pt x="479" y="12"/>
                  </a:cubicBezTo>
                  <a:cubicBezTo>
                    <a:pt x="480" y="12"/>
                    <a:pt x="480" y="12"/>
                    <a:pt x="480" y="12"/>
                  </a:cubicBezTo>
                  <a:cubicBezTo>
                    <a:pt x="480" y="13"/>
                    <a:pt x="480" y="18"/>
                    <a:pt x="480" y="19"/>
                  </a:cubicBezTo>
                  <a:cubicBezTo>
                    <a:pt x="479" y="19"/>
                    <a:pt x="479" y="19"/>
                    <a:pt x="479" y="19"/>
                  </a:cubicBezTo>
                  <a:cubicBezTo>
                    <a:pt x="479" y="19"/>
                    <a:pt x="478" y="19"/>
                    <a:pt x="478" y="19"/>
                  </a:cubicBezTo>
                  <a:cubicBezTo>
                    <a:pt x="478" y="15"/>
                    <a:pt x="476" y="14"/>
                    <a:pt x="472" y="14"/>
                  </a:cubicBezTo>
                  <a:cubicBezTo>
                    <a:pt x="466" y="14"/>
                    <a:pt x="465" y="19"/>
                    <a:pt x="465" y="24"/>
                  </a:cubicBezTo>
                  <a:cubicBezTo>
                    <a:pt x="465" y="30"/>
                    <a:pt x="467" y="36"/>
                    <a:pt x="473" y="36"/>
                  </a:cubicBezTo>
                  <a:cubicBezTo>
                    <a:pt x="476" y="36"/>
                    <a:pt x="477" y="34"/>
                    <a:pt x="477" y="32"/>
                  </a:cubicBezTo>
                  <a:cubicBezTo>
                    <a:pt x="477" y="31"/>
                    <a:pt x="477" y="31"/>
                    <a:pt x="477" y="31"/>
                  </a:cubicBezTo>
                  <a:cubicBezTo>
                    <a:pt x="477" y="28"/>
                    <a:pt x="477" y="28"/>
                    <a:pt x="473" y="28"/>
                  </a:cubicBezTo>
                  <a:cubicBezTo>
                    <a:pt x="473" y="28"/>
                    <a:pt x="473" y="28"/>
                    <a:pt x="473" y="27"/>
                  </a:cubicBezTo>
                  <a:cubicBezTo>
                    <a:pt x="473" y="26"/>
                    <a:pt x="473" y="26"/>
                    <a:pt x="473" y="26"/>
                  </a:cubicBezTo>
                  <a:cubicBezTo>
                    <a:pt x="475" y="26"/>
                    <a:pt x="477" y="26"/>
                    <a:pt x="479" y="26"/>
                  </a:cubicBezTo>
                  <a:cubicBezTo>
                    <a:pt x="481" y="26"/>
                    <a:pt x="482" y="26"/>
                    <a:pt x="484" y="26"/>
                  </a:cubicBezTo>
                  <a:lnTo>
                    <a:pt x="484" y="27"/>
                  </a:lnTo>
                  <a:close/>
                  <a:moveTo>
                    <a:pt x="526" y="23"/>
                  </a:moveTo>
                  <a:cubicBezTo>
                    <a:pt x="526" y="23"/>
                    <a:pt x="526" y="23"/>
                    <a:pt x="525" y="23"/>
                  </a:cubicBezTo>
                  <a:cubicBezTo>
                    <a:pt x="522" y="24"/>
                    <a:pt x="522" y="24"/>
                    <a:pt x="522" y="28"/>
                  </a:cubicBezTo>
                  <a:cubicBezTo>
                    <a:pt x="522" y="30"/>
                    <a:pt x="522" y="30"/>
                    <a:pt x="522" y="30"/>
                  </a:cubicBezTo>
                  <a:cubicBezTo>
                    <a:pt x="522" y="31"/>
                    <a:pt x="522" y="32"/>
                    <a:pt x="522" y="33"/>
                  </a:cubicBezTo>
                  <a:cubicBezTo>
                    <a:pt x="522" y="33"/>
                    <a:pt x="522" y="33"/>
                    <a:pt x="522" y="33"/>
                  </a:cubicBezTo>
                  <a:cubicBezTo>
                    <a:pt x="519" y="33"/>
                    <a:pt x="517" y="38"/>
                    <a:pt x="510" y="38"/>
                  </a:cubicBezTo>
                  <a:cubicBezTo>
                    <a:pt x="500" y="38"/>
                    <a:pt x="493" y="31"/>
                    <a:pt x="493" y="19"/>
                  </a:cubicBezTo>
                  <a:cubicBezTo>
                    <a:pt x="493" y="8"/>
                    <a:pt x="499" y="0"/>
                    <a:pt x="510" y="0"/>
                  </a:cubicBezTo>
                  <a:cubicBezTo>
                    <a:pt x="513" y="0"/>
                    <a:pt x="516" y="1"/>
                    <a:pt x="518" y="2"/>
                  </a:cubicBezTo>
                  <a:cubicBezTo>
                    <a:pt x="518" y="2"/>
                    <a:pt x="518" y="2"/>
                    <a:pt x="518" y="2"/>
                  </a:cubicBezTo>
                  <a:cubicBezTo>
                    <a:pt x="519" y="1"/>
                    <a:pt x="519" y="1"/>
                    <a:pt x="519" y="1"/>
                  </a:cubicBezTo>
                  <a:cubicBezTo>
                    <a:pt x="519" y="0"/>
                    <a:pt x="519" y="0"/>
                    <a:pt x="520" y="0"/>
                  </a:cubicBezTo>
                  <a:cubicBezTo>
                    <a:pt x="520" y="0"/>
                    <a:pt x="520" y="0"/>
                    <a:pt x="520" y="0"/>
                  </a:cubicBezTo>
                  <a:cubicBezTo>
                    <a:pt x="520" y="3"/>
                    <a:pt x="520" y="8"/>
                    <a:pt x="520" y="11"/>
                  </a:cubicBezTo>
                  <a:cubicBezTo>
                    <a:pt x="519" y="11"/>
                    <a:pt x="519" y="11"/>
                    <a:pt x="519" y="11"/>
                  </a:cubicBezTo>
                  <a:cubicBezTo>
                    <a:pt x="519" y="11"/>
                    <a:pt x="519" y="11"/>
                    <a:pt x="519" y="10"/>
                  </a:cubicBezTo>
                  <a:cubicBezTo>
                    <a:pt x="517" y="5"/>
                    <a:pt x="515" y="2"/>
                    <a:pt x="510" y="2"/>
                  </a:cubicBezTo>
                  <a:cubicBezTo>
                    <a:pt x="501" y="2"/>
                    <a:pt x="499" y="11"/>
                    <a:pt x="499" y="19"/>
                  </a:cubicBezTo>
                  <a:cubicBezTo>
                    <a:pt x="499" y="27"/>
                    <a:pt x="501" y="35"/>
                    <a:pt x="510" y="35"/>
                  </a:cubicBezTo>
                  <a:cubicBezTo>
                    <a:pt x="515" y="35"/>
                    <a:pt x="518" y="33"/>
                    <a:pt x="518" y="30"/>
                  </a:cubicBezTo>
                  <a:cubicBezTo>
                    <a:pt x="518" y="28"/>
                    <a:pt x="518" y="28"/>
                    <a:pt x="518" y="28"/>
                  </a:cubicBezTo>
                  <a:cubicBezTo>
                    <a:pt x="518" y="24"/>
                    <a:pt x="518" y="24"/>
                    <a:pt x="512" y="23"/>
                  </a:cubicBezTo>
                  <a:cubicBezTo>
                    <a:pt x="512" y="23"/>
                    <a:pt x="512" y="23"/>
                    <a:pt x="512" y="23"/>
                  </a:cubicBezTo>
                  <a:cubicBezTo>
                    <a:pt x="512" y="21"/>
                    <a:pt x="512" y="21"/>
                    <a:pt x="512" y="21"/>
                  </a:cubicBezTo>
                  <a:cubicBezTo>
                    <a:pt x="514" y="21"/>
                    <a:pt x="517" y="21"/>
                    <a:pt x="519" y="21"/>
                  </a:cubicBezTo>
                  <a:cubicBezTo>
                    <a:pt x="522" y="21"/>
                    <a:pt x="523" y="21"/>
                    <a:pt x="526" y="21"/>
                  </a:cubicBezTo>
                  <a:lnTo>
                    <a:pt x="526" y="23"/>
                  </a:lnTo>
                  <a:close/>
                  <a:moveTo>
                    <a:pt x="540" y="24"/>
                  </a:moveTo>
                  <a:cubicBezTo>
                    <a:pt x="540" y="24"/>
                    <a:pt x="540" y="24"/>
                    <a:pt x="540" y="24"/>
                  </a:cubicBezTo>
                  <a:cubicBezTo>
                    <a:pt x="548" y="25"/>
                    <a:pt x="546" y="35"/>
                    <a:pt x="549" y="35"/>
                  </a:cubicBezTo>
                  <a:cubicBezTo>
                    <a:pt x="549" y="35"/>
                    <a:pt x="550" y="34"/>
                    <a:pt x="550" y="34"/>
                  </a:cubicBezTo>
                  <a:cubicBezTo>
                    <a:pt x="551" y="35"/>
                    <a:pt x="551" y="35"/>
                    <a:pt x="551" y="35"/>
                  </a:cubicBezTo>
                  <a:cubicBezTo>
                    <a:pt x="551" y="35"/>
                    <a:pt x="551" y="35"/>
                    <a:pt x="551" y="35"/>
                  </a:cubicBezTo>
                  <a:cubicBezTo>
                    <a:pt x="551" y="35"/>
                    <a:pt x="551" y="35"/>
                    <a:pt x="551" y="35"/>
                  </a:cubicBezTo>
                  <a:cubicBezTo>
                    <a:pt x="550" y="36"/>
                    <a:pt x="549" y="37"/>
                    <a:pt x="547" y="37"/>
                  </a:cubicBezTo>
                  <a:cubicBezTo>
                    <a:pt x="543" y="37"/>
                    <a:pt x="543" y="34"/>
                    <a:pt x="542" y="30"/>
                  </a:cubicBezTo>
                  <a:cubicBezTo>
                    <a:pt x="541" y="27"/>
                    <a:pt x="540" y="25"/>
                    <a:pt x="537" y="25"/>
                  </a:cubicBezTo>
                  <a:cubicBezTo>
                    <a:pt x="534" y="25"/>
                    <a:pt x="534" y="25"/>
                    <a:pt x="534" y="25"/>
                  </a:cubicBezTo>
                  <a:cubicBezTo>
                    <a:pt x="534" y="30"/>
                    <a:pt x="534" y="30"/>
                    <a:pt x="534" y="30"/>
                  </a:cubicBezTo>
                  <a:cubicBezTo>
                    <a:pt x="534" y="35"/>
                    <a:pt x="534" y="35"/>
                    <a:pt x="537" y="35"/>
                  </a:cubicBezTo>
                  <a:cubicBezTo>
                    <a:pt x="538" y="35"/>
                    <a:pt x="538" y="36"/>
                    <a:pt x="538" y="36"/>
                  </a:cubicBezTo>
                  <a:cubicBezTo>
                    <a:pt x="538" y="37"/>
                    <a:pt x="538" y="37"/>
                    <a:pt x="538" y="37"/>
                  </a:cubicBezTo>
                  <a:cubicBezTo>
                    <a:pt x="536" y="37"/>
                    <a:pt x="534" y="37"/>
                    <a:pt x="532" y="37"/>
                  </a:cubicBezTo>
                  <a:cubicBezTo>
                    <a:pt x="530" y="37"/>
                    <a:pt x="528" y="37"/>
                    <a:pt x="527" y="37"/>
                  </a:cubicBezTo>
                  <a:cubicBezTo>
                    <a:pt x="527" y="36"/>
                    <a:pt x="527" y="36"/>
                    <a:pt x="527" y="36"/>
                  </a:cubicBezTo>
                  <a:cubicBezTo>
                    <a:pt x="527" y="36"/>
                    <a:pt x="527" y="35"/>
                    <a:pt x="527" y="35"/>
                  </a:cubicBezTo>
                  <a:cubicBezTo>
                    <a:pt x="530" y="35"/>
                    <a:pt x="530" y="35"/>
                    <a:pt x="530" y="30"/>
                  </a:cubicBezTo>
                  <a:cubicBezTo>
                    <a:pt x="530" y="19"/>
                    <a:pt x="530" y="19"/>
                    <a:pt x="530" y="19"/>
                  </a:cubicBezTo>
                  <a:cubicBezTo>
                    <a:pt x="530" y="14"/>
                    <a:pt x="530" y="14"/>
                    <a:pt x="527" y="14"/>
                  </a:cubicBezTo>
                  <a:cubicBezTo>
                    <a:pt x="527" y="14"/>
                    <a:pt x="527" y="14"/>
                    <a:pt x="527" y="13"/>
                  </a:cubicBezTo>
                  <a:cubicBezTo>
                    <a:pt x="527" y="12"/>
                    <a:pt x="527" y="12"/>
                    <a:pt x="527" y="12"/>
                  </a:cubicBezTo>
                  <a:cubicBezTo>
                    <a:pt x="528" y="12"/>
                    <a:pt x="530" y="12"/>
                    <a:pt x="532" y="12"/>
                  </a:cubicBezTo>
                  <a:cubicBezTo>
                    <a:pt x="534" y="12"/>
                    <a:pt x="536" y="12"/>
                    <a:pt x="538" y="12"/>
                  </a:cubicBezTo>
                  <a:cubicBezTo>
                    <a:pt x="543" y="12"/>
                    <a:pt x="547" y="14"/>
                    <a:pt x="547" y="18"/>
                  </a:cubicBezTo>
                  <a:cubicBezTo>
                    <a:pt x="547" y="21"/>
                    <a:pt x="546" y="23"/>
                    <a:pt x="540" y="24"/>
                  </a:cubicBezTo>
                  <a:close/>
                  <a:moveTo>
                    <a:pt x="538" y="14"/>
                  </a:moveTo>
                  <a:cubicBezTo>
                    <a:pt x="537" y="14"/>
                    <a:pt x="534" y="14"/>
                    <a:pt x="534" y="14"/>
                  </a:cubicBezTo>
                  <a:cubicBezTo>
                    <a:pt x="534" y="23"/>
                    <a:pt x="534" y="23"/>
                    <a:pt x="534" y="23"/>
                  </a:cubicBezTo>
                  <a:cubicBezTo>
                    <a:pt x="537" y="23"/>
                    <a:pt x="537" y="23"/>
                    <a:pt x="537" y="23"/>
                  </a:cubicBezTo>
                  <a:cubicBezTo>
                    <a:pt x="540" y="23"/>
                    <a:pt x="543" y="22"/>
                    <a:pt x="543" y="18"/>
                  </a:cubicBezTo>
                  <a:cubicBezTo>
                    <a:pt x="543" y="15"/>
                    <a:pt x="540" y="14"/>
                    <a:pt x="538" y="14"/>
                  </a:cubicBezTo>
                  <a:close/>
                  <a:moveTo>
                    <a:pt x="563" y="38"/>
                  </a:moveTo>
                  <a:cubicBezTo>
                    <a:pt x="556" y="38"/>
                    <a:pt x="551" y="33"/>
                    <a:pt x="551" y="25"/>
                  </a:cubicBezTo>
                  <a:cubicBezTo>
                    <a:pt x="551" y="16"/>
                    <a:pt x="557" y="11"/>
                    <a:pt x="563" y="11"/>
                  </a:cubicBezTo>
                  <a:cubicBezTo>
                    <a:pt x="570" y="11"/>
                    <a:pt x="575" y="16"/>
                    <a:pt x="575" y="24"/>
                  </a:cubicBezTo>
                  <a:cubicBezTo>
                    <a:pt x="575" y="33"/>
                    <a:pt x="570" y="38"/>
                    <a:pt x="563" y="38"/>
                  </a:cubicBezTo>
                  <a:close/>
                  <a:moveTo>
                    <a:pt x="563" y="14"/>
                  </a:moveTo>
                  <a:cubicBezTo>
                    <a:pt x="558" y="14"/>
                    <a:pt x="556" y="17"/>
                    <a:pt x="556" y="25"/>
                  </a:cubicBezTo>
                  <a:cubicBezTo>
                    <a:pt x="556" y="32"/>
                    <a:pt x="559" y="36"/>
                    <a:pt x="563" y="36"/>
                  </a:cubicBezTo>
                  <a:cubicBezTo>
                    <a:pt x="568" y="36"/>
                    <a:pt x="570" y="32"/>
                    <a:pt x="570" y="24"/>
                  </a:cubicBezTo>
                  <a:cubicBezTo>
                    <a:pt x="570" y="17"/>
                    <a:pt x="567" y="14"/>
                    <a:pt x="563" y="14"/>
                  </a:cubicBezTo>
                  <a:close/>
                  <a:moveTo>
                    <a:pt x="590" y="38"/>
                  </a:moveTo>
                  <a:cubicBezTo>
                    <a:pt x="583" y="38"/>
                    <a:pt x="580" y="35"/>
                    <a:pt x="580" y="28"/>
                  </a:cubicBezTo>
                  <a:cubicBezTo>
                    <a:pt x="580" y="19"/>
                    <a:pt x="580" y="19"/>
                    <a:pt x="580" y="19"/>
                  </a:cubicBezTo>
                  <a:cubicBezTo>
                    <a:pt x="580" y="14"/>
                    <a:pt x="580" y="14"/>
                    <a:pt x="577" y="14"/>
                  </a:cubicBezTo>
                  <a:cubicBezTo>
                    <a:pt x="576" y="14"/>
                    <a:pt x="576" y="14"/>
                    <a:pt x="576" y="13"/>
                  </a:cubicBezTo>
                  <a:cubicBezTo>
                    <a:pt x="576" y="12"/>
                    <a:pt x="576" y="12"/>
                    <a:pt x="576" y="12"/>
                  </a:cubicBezTo>
                  <a:cubicBezTo>
                    <a:pt x="578" y="12"/>
                    <a:pt x="580" y="12"/>
                    <a:pt x="582" y="12"/>
                  </a:cubicBezTo>
                  <a:cubicBezTo>
                    <a:pt x="584" y="12"/>
                    <a:pt x="586" y="12"/>
                    <a:pt x="587" y="12"/>
                  </a:cubicBezTo>
                  <a:cubicBezTo>
                    <a:pt x="587" y="13"/>
                    <a:pt x="587" y="13"/>
                    <a:pt x="587" y="13"/>
                  </a:cubicBezTo>
                  <a:cubicBezTo>
                    <a:pt x="587" y="14"/>
                    <a:pt x="587" y="14"/>
                    <a:pt x="587" y="14"/>
                  </a:cubicBezTo>
                  <a:cubicBezTo>
                    <a:pt x="584" y="14"/>
                    <a:pt x="584" y="14"/>
                    <a:pt x="584" y="19"/>
                  </a:cubicBezTo>
                  <a:cubicBezTo>
                    <a:pt x="584" y="29"/>
                    <a:pt x="584" y="29"/>
                    <a:pt x="584" y="29"/>
                  </a:cubicBezTo>
                  <a:cubicBezTo>
                    <a:pt x="584" y="33"/>
                    <a:pt x="586" y="35"/>
                    <a:pt x="590" y="35"/>
                  </a:cubicBezTo>
                  <a:cubicBezTo>
                    <a:pt x="595" y="35"/>
                    <a:pt x="597" y="33"/>
                    <a:pt x="597" y="28"/>
                  </a:cubicBezTo>
                  <a:cubicBezTo>
                    <a:pt x="597" y="22"/>
                    <a:pt x="597" y="22"/>
                    <a:pt x="597" y="22"/>
                  </a:cubicBezTo>
                  <a:cubicBezTo>
                    <a:pt x="597" y="15"/>
                    <a:pt x="597" y="14"/>
                    <a:pt x="592" y="14"/>
                  </a:cubicBezTo>
                  <a:cubicBezTo>
                    <a:pt x="592" y="14"/>
                    <a:pt x="592" y="14"/>
                    <a:pt x="592" y="13"/>
                  </a:cubicBezTo>
                  <a:cubicBezTo>
                    <a:pt x="592" y="12"/>
                    <a:pt x="592" y="12"/>
                    <a:pt x="592" y="12"/>
                  </a:cubicBezTo>
                  <a:cubicBezTo>
                    <a:pt x="594" y="12"/>
                    <a:pt x="596" y="12"/>
                    <a:pt x="598" y="12"/>
                  </a:cubicBezTo>
                  <a:cubicBezTo>
                    <a:pt x="600" y="12"/>
                    <a:pt x="601" y="12"/>
                    <a:pt x="602" y="12"/>
                  </a:cubicBezTo>
                  <a:cubicBezTo>
                    <a:pt x="602" y="13"/>
                    <a:pt x="602" y="13"/>
                    <a:pt x="602" y="13"/>
                  </a:cubicBezTo>
                  <a:cubicBezTo>
                    <a:pt x="602" y="14"/>
                    <a:pt x="602" y="14"/>
                    <a:pt x="602" y="14"/>
                  </a:cubicBezTo>
                  <a:cubicBezTo>
                    <a:pt x="599" y="14"/>
                    <a:pt x="599" y="15"/>
                    <a:pt x="599" y="22"/>
                  </a:cubicBezTo>
                  <a:cubicBezTo>
                    <a:pt x="599" y="28"/>
                    <a:pt x="599" y="28"/>
                    <a:pt x="599" y="28"/>
                  </a:cubicBezTo>
                  <a:cubicBezTo>
                    <a:pt x="599" y="35"/>
                    <a:pt x="596" y="38"/>
                    <a:pt x="590" y="38"/>
                  </a:cubicBezTo>
                  <a:close/>
                  <a:moveTo>
                    <a:pt x="614" y="27"/>
                  </a:moveTo>
                  <a:cubicBezTo>
                    <a:pt x="612" y="27"/>
                    <a:pt x="612" y="27"/>
                    <a:pt x="612" y="27"/>
                  </a:cubicBezTo>
                  <a:cubicBezTo>
                    <a:pt x="612" y="30"/>
                    <a:pt x="612" y="30"/>
                    <a:pt x="612" y="30"/>
                  </a:cubicBezTo>
                  <a:cubicBezTo>
                    <a:pt x="612" y="35"/>
                    <a:pt x="612" y="35"/>
                    <a:pt x="615" y="35"/>
                  </a:cubicBezTo>
                  <a:cubicBezTo>
                    <a:pt x="616" y="35"/>
                    <a:pt x="616" y="36"/>
                    <a:pt x="616" y="36"/>
                  </a:cubicBezTo>
                  <a:cubicBezTo>
                    <a:pt x="616" y="37"/>
                    <a:pt x="616" y="37"/>
                    <a:pt x="616" y="37"/>
                  </a:cubicBezTo>
                  <a:cubicBezTo>
                    <a:pt x="614" y="37"/>
                    <a:pt x="611" y="37"/>
                    <a:pt x="610" y="37"/>
                  </a:cubicBezTo>
                  <a:cubicBezTo>
                    <a:pt x="608" y="37"/>
                    <a:pt x="606" y="37"/>
                    <a:pt x="604" y="37"/>
                  </a:cubicBezTo>
                  <a:cubicBezTo>
                    <a:pt x="604" y="36"/>
                    <a:pt x="604" y="36"/>
                    <a:pt x="604" y="36"/>
                  </a:cubicBezTo>
                  <a:cubicBezTo>
                    <a:pt x="604" y="36"/>
                    <a:pt x="604" y="35"/>
                    <a:pt x="604" y="35"/>
                  </a:cubicBezTo>
                  <a:cubicBezTo>
                    <a:pt x="607" y="35"/>
                    <a:pt x="607" y="35"/>
                    <a:pt x="607" y="30"/>
                  </a:cubicBezTo>
                  <a:cubicBezTo>
                    <a:pt x="607" y="19"/>
                    <a:pt x="607" y="19"/>
                    <a:pt x="607" y="19"/>
                  </a:cubicBezTo>
                  <a:cubicBezTo>
                    <a:pt x="607" y="14"/>
                    <a:pt x="607" y="14"/>
                    <a:pt x="604" y="14"/>
                  </a:cubicBezTo>
                  <a:cubicBezTo>
                    <a:pt x="604" y="14"/>
                    <a:pt x="604" y="14"/>
                    <a:pt x="604" y="13"/>
                  </a:cubicBezTo>
                  <a:cubicBezTo>
                    <a:pt x="604" y="12"/>
                    <a:pt x="604" y="12"/>
                    <a:pt x="604" y="12"/>
                  </a:cubicBezTo>
                  <a:cubicBezTo>
                    <a:pt x="606" y="12"/>
                    <a:pt x="608" y="12"/>
                    <a:pt x="610" y="12"/>
                  </a:cubicBezTo>
                  <a:cubicBezTo>
                    <a:pt x="611" y="12"/>
                    <a:pt x="613" y="12"/>
                    <a:pt x="614" y="12"/>
                  </a:cubicBezTo>
                  <a:cubicBezTo>
                    <a:pt x="619" y="12"/>
                    <a:pt x="625" y="13"/>
                    <a:pt x="625" y="19"/>
                  </a:cubicBezTo>
                  <a:cubicBezTo>
                    <a:pt x="625" y="22"/>
                    <a:pt x="623" y="27"/>
                    <a:pt x="614" y="27"/>
                  </a:cubicBezTo>
                  <a:close/>
                  <a:moveTo>
                    <a:pt x="615" y="14"/>
                  </a:moveTo>
                  <a:cubicBezTo>
                    <a:pt x="614" y="14"/>
                    <a:pt x="612" y="14"/>
                    <a:pt x="612" y="14"/>
                  </a:cubicBezTo>
                  <a:cubicBezTo>
                    <a:pt x="612" y="25"/>
                    <a:pt x="612" y="25"/>
                    <a:pt x="612" y="25"/>
                  </a:cubicBezTo>
                  <a:cubicBezTo>
                    <a:pt x="614" y="25"/>
                    <a:pt x="614" y="25"/>
                    <a:pt x="614" y="25"/>
                  </a:cubicBezTo>
                  <a:cubicBezTo>
                    <a:pt x="618" y="25"/>
                    <a:pt x="620" y="23"/>
                    <a:pt x="620" y="19"/>
                  </a:cubicBezTo>
                  <a:cubicBezTo>
                    <a:pt x="620" y="16"/>
                    <a:pt x="618" y="14"/>
                    <a:pt x="6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sym typeface="Trebuchet MS" panose="020B0603020202020204" pitchFamily="34" charset="0"/>
              </a:endParaRPr>
            </a:p>
          </p:txBody>
        </p:sp>
      </p:grpSp>
      <p:sp>
        <p:nvSpPr>
          <p:cNvPr id="26" name="Subtitle 2"/>
          <p:cNvSpPr>
            <a:spLocks noGrp="1"/>
          </p:cNvSpPr>
          <p:nvPr>
            <p:ph type="subTitle" idx="1" hasCustomPrompt="1"/>
          </p:nvPr>
        </p:nvSpPr>
        <p:spPr bwMode="white">
          <a:xfrm>
            <a:off x="957600"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957600"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Tree>
    <p:extLst>
      <p:ext uri="{BB962C8B-B14F-4D97-AF65-F5344CB8AC3E}">
        <p14:creationId xmlns:p14="http://schemas.microsoft.com/office/powerpoint/2010/main" val="6229388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35018439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15:guide id="1" orient="horz" pos="432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492087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9296988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7564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a:solidFill>
                <a:prstClr val="white"/>
              </a:solidFill>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42914437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37152297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a:solidFill>
                <a:prstClr val="white"/>
              </a:solidFill>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37602663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solidFill>
                <a:prstClr val="white">
                  <a:lumMod val="50000"/>
                </a:prstClr>
              </a:solidFill>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5259565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800" dirty="0">
              <a:solidFill>
                <a:prstClr val="white">
                  <a:lumMod val="50000"/>
                </a:prstClr>
              </a:solidFill>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solidFill>
                <a:prstClr val="white">
                  <a:lumMod val="50000"/>
                </a:prstClr>
              </a:solidFill>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435807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solidFill>
                <a:prstClr val="white">
                  <a:lumMod val="50000"/>
                </a:prstClr>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800" dirty="0">
              <a:solidFill>
                <a:prstClr val="white">
                  <a:lumMod val="50000"/>
                </a:prstClr>
              </a:solidFill>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14192591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19678596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Tree>
    <p:extLst>
      <p:ext uri="{BB962C8B-B14F-4D97-AF65-F5344CB8AC3E}">
        <p14:creationId xmlns:p14="http://schemas.microsoft.com/office/powerpoint/2010/main" val="8999638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800">
              <a:solidFill>
                <a:prstClr val="white"/>
              </a:solidFill>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pic>
        <p:nvPicPr>
          <p:cNvPr id="1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33900" y="33829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1966556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pic>
        <p:nvPicPr>
          <p:cNvPr id="17" name="Picture 16"/>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Tree>
    <p:extLst>
      <p:ext uri="{BB962C8B-B14F-4D97-AF65-F5344CB8AC3E}">
        <p14:creationId xmlns:p14="http://schemas.microsoft.com/office/powerpoint/2010/main" val="34110131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875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a:solidFill>
                <a:prstClr val="white"/>
              </a:solidFill>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18633921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pic>
        <p:nvPicPr>
          <p:cNvPr id="13" name="Picture 12"/>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Tree>
    <p:extLst>
      <p:ext uri="{BB962C8B-B14F-4D97-AF65-F5344CB8AC3E}">
        <p14:creationId xmlns:p14="http://schemas.microsoft.com/office/powerpoint/2010/main" val="2194061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41"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a:solidFill>
                <a:prstClr val="white"/>
              </a:solidFill>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21165949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pic>
        <p:nvPicPr>
          <p:cNvPr id="14" name="Picture 13"/>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spTree>
    <p:extLst>
      <p:ext uri="{BB962C8B-B14F-4D97-AF65-F5344CB8AC3E}">
        <p14:creationId xmlns:p14="http://schemas.microsoft.com/office/powerpoint/2010/main" val="35743805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32915635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solidFill>
                <a:prstClr val="white">
                  <a:lumMod val="50000"/>
                </a:prstClr>
              </a:solidFill>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32030961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solidFill>
                <a:srgbClr val="575757"/>
              </a:solidFill>
              <a:sym typeface="Trebuchet MS" panose="020B060302020202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Tree>
    <p:extLst>
      <p:ext uri="{BB962C8B-B14F-4D97-AF65-F5344CB8AC3E}">
        <p14:creationId xmlns:p14="http://schemas.microsoft.com/office/powerpoint/2010/main" val="38845860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a:solidFill>
                <a:prstClr val="white"/>
              </a:solidFill>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10435070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a:lnSpc>
                <a:spcPct val="106000"/>
              </a:lnSpc>
              <a:spcAft>
                <a:spcPts val="700"/>
              </a:spcAft>
            </a:pPr>
            <a:r>
              <a:rPr lang="en-US" sz="5400" dirty="0">
                <a:solidFill>
                  <a:srgbClr val="29BA74"/>
                </a:solidFill>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7701688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solidFill>
                <a:prstClr val="white"/>
              </a:solidFill>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a:solidFill>
                <a:prstClr val="white"/>
              </a:solidFill>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solidFill>
                <a:sym typeface="Trebuchet MS" panose="020B0603020202020204" pitchFamily="34" charset="0"/>
              </a:rPr>
              <a:t>Software_Engineering_Full_Stack_Test (003).pptx</a:t>
            </a:r>
            <a:endParaRPr lang="en-US" sz="7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41710333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a:solidFill>
                <a:prstClr val="white">
                  <a:lumMod val="50000"/>
                </a:prstClr>
              </a:solidFill>
            </a:endParaRP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8573596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r>
              <a:rPr lang="en-US" sz="900" dirty="0">
                <a:solidFill>
                  <a:srgbClr val="575757"/>
                </a:solidFill>
                <a:sym typeface="Trebuchet MS" panose="020B0603020202020204" pitchFamily="34" charset="0"/>
              </a:rPr>
              <a:t>The services and materials provided by The Boston Consulting Group (BCG) are subject to BCG's Standard Terms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to update these materials after the date hereof, notwithstanding that such information may become outdated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or inaccurate.</a:t>
            </a:r>
          </a:p>
          <a:p>
            <a:r>
              <a:rPr lang="en-US" sz="900" dirty="0">
                <a:solidFill>
                  <a:srgbClr val="575757"/>
                </a:solidFill>
                <a:sym typeface="Trebuchet MS" panose="020B0603020202020204" pitchFamily="34" charset="0"/>
              </a:rPr>
              <a:t> </a:t>
            </a:r>
          </a:p>
          <a:p>
            <a:r>
              <a:rPr lang="en-US" sz="900" dirty="0">
                <a:solidFill>
                  <a:srgbClr val="575757"/>
                </a:solidFill>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of this document shall be deemed agreement with and consideration for the foregoing.</a:t>
            </a:r>
          </a:p>
          <a:p>
            <a:endParaRPr lang="en-US" sz="900" dirty="0">
              <a:solidFill>
                <a:srgbClr val="575757"/>
              </a:solidFill>
              <a:sym typeface="Trebuchet MS" panose="020B0603020202020204" pitchFamily="34" charset="0"/>
            </a:endParaRPr>
          </a:p>
          <a:p>
            <a:pPr>
              <a:defRPr/>
            </a:pPr>
            <a:r>
              <a:rPr lang="en-US" sz="900" dirty="0">
                <a:solidFill>
                  <a:srgbClr val="575757"/>
                </a:solidFill>
                <a:sym typeface="Trebuchet MS" panose="020B0603020202020204" pitchFamily="34" charset="0"/>
              </a:rPr>
              <a:t>BCG does not provide fairness opinions or valuations of market transactions, and these materials should not be relied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dirty="0">
                <a:solidFill>
                  <a:srgbClr val="575757"/>
                </a:solidFill>
                <a:sym typeface="Trebuchet MS" panose="020B0603020202020204" pitchFamily="34" charset="0"/>
              </a:rPr>
            </a:br>
            <a:r>
              <a:rPr lang="en-US" sz="900" dirty="0">
                <a:solidFill>
                  <a:srgbClr val="575757"/>
                </a:solidFill>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rgbClr val="29BA74"/>
                    </a:gs>
                    <a:gs pos="2000">
                      <a:srgbClr val="197A56"/>
                    </a:gs>
                  </a:gsLst>
                  <a:lin ang="2700000" scaled="0"/>
                </a:gradFill>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solidFill>
                <a:prstClr val="white">
                  <a:lumMod val="50000"/>
                </a:prstClr>
              </a:solidFill>
            </a:endParaRPr>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35566647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pic>
        <p:nvPicPr>
          <p:cNvPr id="9" name="TitleAndEndImages"/>
          <p:cNvPicPr>
            <a:picLocks noChangeAspect="1"/>
          </p:cNvPicPr>
          <p:nvPr userDrawn="1">
            <p:custDataLst>
              <p:tags r:id="rId1"/>
            </p:custDataLst>
          </p:nvPr>
        </p:nvPicPr>
        <p:blipFill>
          <a:blip r:embed="rId3">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11" name="Rectangle 10"/>
          <p:cNvSpPr/>
          <p:nvPr/>
        </p:nvSpPr>
        <p:spPr bwMode="black">
          <a:xfrm>
            <a:off x="626289" y="626321"/>
            <a:ext cx="5610517" cy="5532504"/>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a:solidFill>
                <a:prstClr val="white"/>
              </a:solidFill>
              <a:sym typeface="Trebuchet MS" panose="020B0603020202020204" pitchFamily="34" charset="0"/>
            </a:endParaRPr>
          </a:p>
        </p:txBody>
      </p:sp>
      <p:grpSp>
        <p:nvGrpSpPr>
          <p:cNvPr id="12" name="Group 4"/>
          <p:cNvGrpSpPr>
            <a:grpSpLocks noChangeAspect="1"/>
          </p:cNvGrpSpPr>
          <p:nvPr/>
        </p:nvGrpSpPr>
        <p:grpSpPr bwMode="auto">
          <a:xfrm>
            <a:off x="926090" y="2722052"/>
            <a:ext cx="4371144" cy="1344304"/>
            <a:chOff x="585" y="2014"/>
            <a:chExt cx="5583" cy="1717"/>
          </a:xfrm>
          <a:solidFill>
            <a:schemeClr val="bg1"/>
          </a:solidFill>
        </p:grpSpPr>
        <p:sp>
          <p:nvSpPr>
            <p:cNvPr id="13" name="Freeform 5"/>
            <p:cNvSpPr>
              <a:spLocks noEditPoints="1"/>
            </p:cNvSpPr>
            <p:nvPr/>
          </p:nvSpPr>
          <p:spPr bwMode="auto">
            <a:xfrm>
              <a:off x="585" y="2014"/>
              <a:ext cx="2558" cy="1055"/>
            </a:xfrm>
            <a:custGeom>
              <a:avLst/>
              <a:gdLst>
                <a:gd name="T0" fmla="*/ 123 w 1081"/>
                <a:gd name="T1" fmla="*/ 32 h 445"/>
                <a:gd name="T2" fmla="*/ 171 w 1081"/>
                <a:gd name="T3" fmla="*/ 25 h 445"/>
                <a:gd name="T4" fmla="*/ 150 w 1081"/>
                <a:gd name="T5" fmla="*/ 204 h 445"/>
                <a:gd name="T6" fmla="*/ 189 w 1081"/>
                <a:gd name="T7" fmla="*/ 420 h 445"/>
                <a:gd name="T8" fmla="*/ 123 w 1081"/>
                <a:gd name="T9" fmla="*/ 219 h 445"/>
                <a:gd name="T10" fmla="*/ 293 w 1081"/>
                <a:gd name="T11" fmla="*/ 318 h 445"/>
                <a:gd name="T12" fmla="*/ 905 w 1081"/>
                <a:gd name="T13" fmla="*/ 248 h 445"/>
                <a:gd name="T14" fmla="*/ 910 w 1081"/>
                <a:gd name="T15" fmla="*/ 260 h 445"/>
                <a:gd name="T16" fmla="*/ 974 w 1081"/>
                <a:gd name="T17" fmla="*/ 360 h 445"/>
                <a:gd name="T18" fmla="*/ 756 w 1081"/>
                <a:gd name="T19" fmla="*/ 226 h 445"/>
                <a:gd name="T20" fmla="*/ 1000 w 1081"/>
                <a:gd name="T21" fmla="*/ 127 h 445"/>
                <a:gd name="T22" fmla="*/ 1011 w 1081"/>
                <a:gd name="T23" fmla="*/ 132 h 445"/>
                <a:gd name="T24" fmla="*/ 1006 w 1081"/>
                <a:gd name="T25" fmla="*/ 4 h 445"/>
                <a:gd name="T26" fmla="*/ 994 w 1081"/>
                <a:gd name="T27" fmla="*/ 39 h 445"/>
                <a:gd name="T28" fmla="*/ 882 w 1081"/>
                <a:gd name="T29" fmla="*/ 0 h 445"/>
                <a:gd name="T30" fmla="*/ 686 w 1081"/>
                <a:gd name="T31" fmla="*/ 286 h 445"/>
                <a:gd name="T32" fmla="*/ 563 w 1081"/>
                <a:gd name="T33" fmla="*/ 429 h 445"/>
                <a:gd name="T34" fmla="*/ 554 w 1081"/>
                <a:gd name="T35" fmla="*/ 16 h 445"/>
                <a:gd name="T36" fmla="*/ 667 w 1081"/>
                <a:gd name="T37" fmla="*/ 109 h 445"/>
                <a:gd name="T38" fmla="*/ 672 w 1081"/>
                <a:gd name="T39" fmla="*/ 4 h 445"/>
                <a:gd name="T40" fmla="*/ 661 w 1081"/>
                <a:gd name="T41" fmla="*/ 7 h 445"/>
                <a:gd name="T42" fmla="*/ 655 w 1081"/>
                <a:gd name="T43" fmla="*/ 38 h 445"/>
                <a:gd name="T44" fmla="*/ 348 w 1081"/>
                <a:gd name="T45" fmla="*/ 227 h 445"/>
                <a:gd name="T46" fmla="*/ 349 w 1081"/>
                <a:gd name="T47" fmla="*/ 261 h 445"/>
                <a:gd name="T48" fmla="*/ 220 w 1081"/>
                <a:gd name="T49" fmla="*/ 206 h 445"/>
                <a:gd name="T50" fmla="*/ 168 w 1081"/>
                <a:gd name="T51" fmla="*/ 8 h 445"/>
                <a:gd name="T52" fmla="*/ 0 w 1081"/>
                <a:gd name="T53" fmla="*/ 8 h 445"/>
                <a:gd name="T54" fmla="*/ 4 w 1081"/>
                <a:gd name="T55" fmla="*/ 21 h 445"/>
                <a:gd name="T56" fmla="*/ 55 w 1081"/>
                <a:gd name="T57" fmla="*/ 336 h 445"/>
                <a:gd name="T58" fmla="*/ 0 w 1081"/>
                <a:gd name="T59" fmla="*/ 430 h 445"/>
                <a:gd name="T60" fmla="*/ 88 w 1081"/>
                <a:gd name="T61" fmla="*/ 435 h 445"/>
                <a:gd name="T62" fmla="*/ 366 w 1081"/>
                <a:gd name="T63" fmla="*/ 323 h 445"/>
                <a:gd name="T64" fmla="*/ 561 w 1081"/>
                <a:gd name="T65" fmla="*/ 445 h 445"/>
                <a:gd name="T66" fmla="*/ 679 w 1081"/>
                <a:gd name="T67" fmla="*/ 405 h 445"/>
                <a:gd name="T68" fmla="*/ 691 w 1081"/>
                <a:gd name="T69" fmla="*/ 441 h 445"/>
                <a:gd name="T70" fmla="*/ 696 w 1081"/>
                <a:gd name="T71" fmla="*/ 321 h 445"/>
                <a:gd name="T72" fmla="*/ 886 w 1081"/>
                <a:gd name="T73" fmla="*/ 445 h 445"/>
                <a:gd name="T74" fmla="*/ 1041 w 1081"/>
                <a:gd name="T75" fmla="*/ 387 h 445"/>
                <a:gd name="T76" fmla="*/ 1040 w 1081"/>
                <a:gd name="T77" fmla="*/ 323 h 445"/>
                <a:gd name="T78" fmla="*/ 1081 w 1081"/>
                <a:gd name="T79" fmla="*/ 255 h 445"/>
                <a:gd name="T80" fmla="*/ 1002 w 1081"/>
                <a:gd name="T81" fmla="*/ 249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81" h="445">
                  <a:moveTo>
                    <a:pt x="123" y="204"/>
                  </a:moveTo>
                  <a:cubicBezTo>
                    <a:pt x="123" y="32"/>
                    <a:pt x="123" y="32"/>
                    <a:pt x="123" y="32"/>
                  </a:cubicBezTo>
                  <a:cubicBezTo>
                    <a:pt x="123" y="28"/>
                    <a:pt x="124" y="27"/>
                    <a:pt x="130" y="26"/>
                  </a:cubicBezTo>
                  <a:cubicBezTo>
                    <a:pt x="139" y="25"/>
                    <a:pt x="161" y="25"/>
                    <a:pt x="171" y="25"/>
                  </a:cubicBezTo>
                  <a:cubicBezTo>
                    <a:pt x="223" y="25"/>
                    <a:pt x="257" y="56"/>
                    <a:pt x="257" y="115"/>
                  </a:cubicBezTo>
                  <a:cubicBezTo>
                    <a:pt x="257" y="180"/>
                    <a:pt x="217" y="204"/>
                    <a:pt x="150" y="204"/>
                  </a:cubicBezTo>
                  <a:lnTo>
                    <a:pt x="123" y="204"/>
                  </a:lnTo>
                  <a:close/>
                  <a:moveTo>
                    <a:pt x="189" y="420"/>
                  </a:moveTo>
                  <a:cubicBezTo>
                    <a:pt x="132" y="420"/>
                    <a:pt x="123" y="411"/>
                    <a:pt x="123" y="332"/>
                  </a:cubicBezTo>
                  <a:cubicBezTo>
                    <a:pt x="123" y="219"/>
                    <a:pt x="123" y="219"/>
                    <a:pt x="123" y="219"/>
                  </a:cubicBezTo>
                  <a:cubicBezTo>
                    <a:pt x="149" y="219"/>
                    <a:pt x="149" y="219"/>
                    <a:pt x="149" y="219"/>
                  </a:cubicBezTo>
                  <a:cubicBezTo>
                    <a:pt x="224" y="219"/>
                    <a:pt x="293" y="237"/>
                    <a:pt x="293" y="318"/>
                  </a:cubicBezTo>
                  <a:cubicBezTo>
                    <a:pt x="293" y="382"/>
                    <a:pt x="255" y="420"/>
                    <a:pt x="189" y="420"/>
                  </a:cubicBezTo>
                  <a:close/>
                  <a:moveTo>
                    <a:pt x="905" y="248"/>
                  </a:moveTo>
                  <a:cubicBezTo>
                    <a:pt x="905" y="255"/>
                    <a:pt x="905" y="255"/>
                    <a:pt x="905" y="255"/>
                  </a:cubicBezTo>
                  <a:cubicBezTo>
                    <a:pt x="905" y="258"/>
                    <a:pt x="906" y="260"/>
                    <a:pt x="910" y="260"/>
                  </a:cubicBezTo>
                  <a:cubicBezTo>
                    <a:pt x="974" y="262"/>
                    <a:pt x="974" y="269"/>
                    <a:pt x="974" y="319"/>
                  </a:cubicBezTo>
                  <a:cubicBezTo>
                    <a:pt x="974" y="360"/>
                    <a:pt x="974" y="360"/>
                    <a:pt x="974" y="360"/>
                  </a:cubicBezTo>
                  <a:cubicBezTo>
                    <a:pt x="974" y="402"/>
                    <a:pt x="946" y="429"/>
                    <a:pt x="890" y="429"/>
                  </a:cubicBezTo>
                  <a:cubicBezTo>
                    <a:pt x="796" y="429"/>
                    <a:pt x="756" y="339"/>
                    <a:pt x="756" y="226"/>
                  </a:cubicBezTo>
                  <a:cubicBezTo>
                    <a:pt x="756" y="119"/>
                    <a:pt x="785" y="16"/>
                    <a:pt x="888" y="16"/>
                  </a:cubicBezTo>
                  <a:cubicBezTo>
                    <a:pt x="947" y="16"/>
                    <a:pt x="996" y="56"/>
                    <a:pt x="1000" y="127"/>
                  </a:cubicBezTo>
                  <a:cubicBezTo>
                    <a:pt x="1000" y="132"/>
                    <a:pt x="1002" y="132"/>
                    <a:pt x="1005" y="132"/>
                  </a:cubicBezTo>
                  <a:cubicBezTo>
                    <a:pt x="1011" y="132"/>
                    <a:pt x="1011" y="132"/>
                    <a:pt x="1011" y="132"/>
                  </a:cubicBezTo>
                  <a:cubicBezTo>
                    <a:pt x="1011" y="103"/>
                    <a:pt x="1010" y="34"/>
                    <a:pt x="1010" y="4"/>
                  </a:cubicBezTo>
                  <a:cubicBezTo>
                    <a:pt x="1006" y="4"/>
                    <a:pt x="1006" y="4"/>
                    <a:pt x="1006" y="4"/>
                  </a:cubicBezTo>
                  <a:cubicBezTo>
                    <a:pt x="1002" y="4"/>
                    <a:pt x="1000" y="5"/>
                    <a:pt x="1000" y="7"/>
                  </a:cubicBezTo>
                  <a:cubicBezTo>
                    <a:pt x="994" y="39"/>
                    <a:pt x="994" y="39"/>
                    <a:pt x="994" y="39"/>
                  </a:cubicBezTo>
                  <a:cubicBezTo>
                    <a:pt x="993" y="39"/>
                    <a:pt x="993" y="39"/>
                    <a:pt x="993" y="39"/>
                  </a:cubicBezTo>
                  <a:cubicBezTo>
                    <a:pt x="964" y="12"/>
                    <a:pt x="921" y="0"/>
                    <a:pt x="882" y="0"/>
                  </a:cubicBezTo>
                  <a:cubicBezTo>
                    <a:pt x="760" y="0"/>
                    <a:pt x="680" y="103"/>
                    <a:pt x="680" y="227"/>
                  </a:cubicBezTo>
                  <a:cubicBezTo>
                    <a:pt x="680" y="248"/>
                    <a:pt x="682" y="268"/>
                    <a:pt x="686" y="286"/>
                  </a:cubicBezTo>
                  <a:cubicBezTo>
                    <a:pt x="685" y="304"/>
                    <a:pt x="685" y="304"/>
                    <a:pt x="685" y="304"/>
                  </a:cubicBezTo>
                  <a:cubicBezTo>
                    <a:pt x="678" y="399"/>
                    <a:pt x="622" y="429"/>
                    <a:pt x="563" y="429"/>
                  </a:cubicBezTo>
                  <a:cubicBezTo>
                    <a:pt x="469" y="429"/>
                    <a:pt x="424" y="343"/>
                    <a:pt x="424" y="226"/>
                  </a:cubicBezTo>
                  <a:cubicBezTo>
                    <a:pt x="424" y="119"/>
                    <a:pt x="451" y="16"/>
                    <a:pt x="554" y="16"/>
                  </a:cubicBezTo>
                  <a:cubicBezTo>
                    <a:pt x="606" y="16"/>
                    <a:pt x="651" y="49"/>
                    <a:pt x="661" y="104"/>
                  </a:cubicBezTo>
                  <a:cubicBezTo>
                    <a:pt x="662" y="109"/>
                    <a:pt x="663" y="109"/>
                    <a:pt x="667" y="109"/>
                  </a:cubicBezTo>
                  <a:cubicBezTo>
                    <a:pt x="673" y="109"/>
                    <a:pt x="673" y="109"/>
                    <a:pt x="673" y="109"/>
                  </a:cubicBezTo>
                  <a:cubicBezTo>
                    <a:pt x="672" y="80"/>
                    <a:pt x="672" y="34"/>
                    <a:pt x="672" y="4"/>
                  </a:cubicBezTo>
                  <a:cubicBezTo>
                    <a:pt x="668" y="4"/>
                    <a:pt x="668" y="4"/>
                    <a:pt x="668" y="4"/>
                  </a:cubicBezTo>
                  <a:cubicBezTo>
                    <a:pt x="663" y="4"/>
                    <a:pt x="662" y="5"/>
                    <a:pt x="661" y="7"/>
                  </a:cubicBezTo>
                  <a:cubicBezTo>
                    <a:pt x="655" y="38"/>
                    <a:pt x="655" y="38"/>
                    <a:pt x="655" y="38"/>
                  </a:cubicBezTo>
                  <a:cubicBezTo>
                    <a:pt x="655" y="38"/>
                    <a:pt x="655" y="38"/>
                    <a:pt x="655" y="38"/>
                  </a:cubicBezTo>
                  <a:cubicBezTo>
                    <a:pt x="626" y="12"/>
                    <a:pt x="585" y="0"/>
                    <a:pt x="546" y="0"/>
                  </a:cubicBezTo>
                  <a:cubicBezTo>
                    <a:pt x="427" y="0"/>
                    <a:pt x="348" y="103"/>
                    <a:pt x="348" y="227"/>
                  </a:cubicBezTo>
                  <a:cubicBezTo>
                    <a:pt x="348" y="239"/>
                    <a:pt x="349" y="250"/>
                    <a:pt x="351" y="261"/>
                  </a:cubicBezTo>
                  <a:cubicBezTo>
                    <a:pt x="349" y="261"/>
                    <a:pt x="349" y="261"/>
                    <a:pt x="349" y="261"/>
                  </a:cubicBezTo>
                  <a:cubicBezTo>
                    <a:pt x="325" y="227"/>
                    <a:pt x="278" y="210"/>
                    <a:pt x="220" y="207"/>
                  </a:cubicBezTo>
                  <a:cubicBezTo>
                    <a:pt x="220" y="206"/>
                    <a:pt x="220" y="206"/>
                    <a:pt x="220" y="206"/>
                  </a:cubicBezTo>
                  <a:cubicBezTo>
                    <a:pt x="283" y="194"/>
                    <a:pt x="325" y="162"/>
                    <a:pt x="325" y="109"/>
                  </a:cubicBezTo>
                  <a:cubicBezTo>
                    <a:pt x="325" y="29"/>
                    <a:pt x="238" y="8"/>
                    <a:pt x="168" y="8"/>
                  </a:cubicBezTo>
                  <a:cubicBezTo>
                    <a:pt x="149" y="8"/>
                    <a:pt x="106" y="10"/>
                    <a:pt x="93" y="10"/>
                  </a:cubicBezTo>
                  <a:cubicBezTo>
                    <a:pt x="62" y="10"/>
                    <a:pt x="29" y="9"/>
                    <a:pt x="0" y="8"/>
                  </a:cubicBezTo>
                  <a:cubicBezTo>
                    <a:pt x="0" y="15"/>
                    <a:pt x="0" y="15"/>
                    <a:pt x="0" y="15"/>
                  </a:cubicBezTo>
                  <a:cubicBezTo>
                    <a:pt x="0" y="19"/>
                    <a:pt x="1" y="21"/>
                    <a:pt x="4" y="21"/>
                  </a:cubicBezTo>
                  <a:cubicBezTo>
                    <a:pt x="55" y="23"/>
                    <a:pt x="55" y="30"/>
                    <a:pt x="55" y="109"/>
                  </a:cubicBezTo>
                  <a:cubicBezTo>
                    <a:pt x="55" y="336"/>
                    <a:pt x="55" y="336"/>
                    <a:pt x="55" y="336"/>
                  </a:cubicBezTo>
                  <a:cubicBezTo>
                    <a:pt x="55" y="415"/>
                    <a:pt x="55" y="422"/>
                    <a:pt x="5" y="424"/>
                  </a:cubicBezTo>
                  <a:cubicBezTo>
                    <a:pt x="1" y="424"/>
                    <a:pt x="0" y="426"/>
                    <a:pt x="0" y="430"/>
                  </a:cubicBezTo>
                  <a:cubicBezTo>
                    <a:pt x="0" y="436"/>
                    <a:pt x="0" y="436"/>
                    <a:pt x="0" y="436"/>
                  </a:cubicBezTo>
                  <a:cubicBezTo>
                    <a:pt x="30" y="436"/>
                    <a:pt x="58" y="435"/>
                    <a:pt x="88" y="435"/>
                  </a:cubicBezTo>
                  <a:cubicBezTo>
                    <a:pt x="126" y="435"/>
                    <a:pt x="142" y="436"/>
                    <a:pt x="192" y="436"/>
                  </a:cubicBezTo>
                  <a:cubicBezTo>
                    <a:pt x="297" y="436"/>
                    <a:pt x="361" y="387"/>
                    <a:pt x="366" y="323"/>
                  </a:cubicBezTo>
                  <a:cubicBezTo>
                    <a:pt x="367" y="323"/>
                    <a:pt x="367" y="323"/>
                    <a:pt x="367" y="323"/>
                  </a:cubicBezTo>
                  <a:cubicBezTo>
                    <a:pt x="399" y="398"/>
                    <a:pt x="469" y="445"/>
                    <a:pt x="561" y="445"/>
                  </a:cubicBezTo>
                  <a:cubicBezTo>
                    <a:pt x="605" y="445"/>
                    <a:pt x="645" y="431"/>
                    <a:pt x="678" y="405"/>
                  </a:cubicBezTo>
                  <a:cubicBezTo>
                    <a:pt x="679" y="405"/>
                    <a:pt x="679" y="405"/>
                    <a:pt x="679" y="405"/>
                  </a:cubicBezTo>
                  <a:cubicBezTo>
                    <a:pt x="684" y="438"/>
                    <a:pt x="684" y="438"/>
                    <a:pt x="684" y="438"/>
                  </a:cubicBezTo>
                  <a:cubicBezTo>
                    <a:pt x="685" y="440"/>
                    <a:pt x="687" y="441"/>
                    <a:pt x="691" y="441"/>
                  </a:cubicBezTo>
                  <a:cubicBezTo>
                    <a:pt x="695" y="441"/>
                    <a:pt x="695" y="441"/>
                    <a:pt x="695" y="441"/>
                  </a:cubicBezTo>
                  <a:cubicBezTo>
                    <a:pt x="695" y="420"/>
                    <a:pt x="696" y="363"/>
                    <a:pt x="696" y="321"/>
                  </a:cubicBezTo>
                  <a:cubicBezTo>
                    <a:pt x="697" y="321"/>
                    <a:pt x="697" y="321"/>
                    <a:pt x="697" y="321"/>
                  </a:cubicBezTo>
                  <a:cubicBezTo>
                    <a:pt x="729" y="399"/>
                    <a:pt x="800" y="445"/>
                    <a:pt x="886" y="445"/>
                  </a:cubicBezTo>
                  <a:cubicBezTo>
                    <a:pt x="970" y="445"/>
                    <a:pt x="1001" y="393"/>
                    <a:pt x="1037" y="393"/>
                  </a:cubicBezTo>
                  <a:cubicBezTo>
                    <a:pt x="1040" y="393"/>
                    <a:pt x="1041" y="392"/>
                    <a:pt x="1041" y="387"/>
                  </a:cubicBezTo>
                  <a:cubicBezTo>
                    <a:pt x="1041" y="380"/>
                    <a:pt x="1040" y="362"/>
                    <a:pt x="1040" y="351"/>
                  </a:cubicBezTo>
                  <a:cubicBezTo>
                    <a:pt x="1040" y="323"/>
                    <a:pt x="1040" y="323"/>
                    <a:pt x="1040" y="323"/>
                  </a:cubicBezTo>
                  <a:cubicBezTo>
                    <a:pt x="1040" y="269"/>
                    <a:pt x="1040" y="262"/>
                    <a:pt x="1076" y="260"/>
                  </a:cubicBezTo>
                  <a:cubicBezTo>
                    <a:pt x="1081" y="260"/>
                    <a:pt x="1081" y="258"/>
                    <a:pt x="1081" y="255"/>
                  </a:cubicBezTo>
                  <a:cubicBezTo>
                    <a:pt x="1081" y="248"/>
                    <a:pt x="1081" y="248"/>
                    <a:pt x="1081" y="248"/>
                  </a:cubicBezTo>
                  <a:cubicBezTo>
                    <a:pt x="1052" y="248"/>
                    <a:pt x="1032" y="249"/>
                    <a:pt x="1002" y="249"/>
                  </a:cubicBezTo>
                  <a:cubicBezTo>
                    <a:pt x="971" y="249"/>
                    <a:pt x="934" y="248"/>
                    <a:pt x="905" y="2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6E6F73"/>
                </a:solidFill>
                <a:sym typeface="Trebuchet MS" panose="020B0603020202020204" pitchFamily="34" charset="0"/>
              </a:endParaRPr>
            </a:p>
          </p:txBody>
        </p:sp>
        <p:sp>
          <p:nvSpPr>
            <p:cNvPr id="14" name="Freeform 6"/>
            <p:cNvSpPr>
              <a:spLocks noEditPoints="1"/>
            </p:cNvSpPr>
            <p:nvPr/>
          </p:nvSpPr>
          <p:spPr bwMode="auto">
            <a:xfrm>
              <a:off x="1475" y="3449"/>
              <a:ext cx="4693" cy="282"/>
            </a:xfrm>
            <a:custGeom>
              <a:avLst/>
              <a:gdLst>
                <a:gd name="T0" fmla="*/ 101 w 1984"/>
                <a:gd name="T1" fmla="*/ 32 h 119"/>
                <a:gd name="T2" fmla="*/ 43 w 1984"/>
                <a:gd name="T3" fmla="*/ 12 h 119"/>
                <a:gd name="T4" fmla="*/ 355 w 1984"/>
                <a:gd name="T5" fmla="*/ 29 h 119"/>
                <a:gd name="T6" fmla="*/ 274 w 1984"/>
                <a:gd name="T7" fmla="*/ 117 h 119"/>
                <a:gd name="T8" fmla="*/ 340 w 1984"/>
                <a:gd name="T9" fmla="*/ 31 h 119"/>
                <a:gd name="T10" fmla="*/ 869 w 1984"/>
                <a:gd name="T11" fmla="*/ 82 h 119"/>
                <a:gd name="T12" fmla="*/ 861 w 1984"/>
                <a:gd name="T13" fmla="*/ 6 h 119"/>
                <a:gd name="T14" fmla="*/ 153 w 1984"/>
                <a:gd name="T15" fmla="*/ 117 h 119"/>
                <a:gd name="T16" fmla="*/ 121 w 1984"/>
                <a:gd name="T17" fmla="*/ 117 h 119"/>
                <a:gd name="T18" fmla="*/ 103 w 1984"/>
                <a:gd name="T19" fmla="*/ 38 h 119"/>
                <a:gd name="T20" fmla="*/ 135 w 1984"/>
                <a:gd name="T21" fmla="*/ 38 h 119"/>
                <a:gd name="T22" fmla="*/ 153 w 1984"/>
                <a:gd name="T23" fmla="*/ 117 h 119"/>
                <a:gd name="T24" fmla="*/ 177 w 1984"/>
                <a:gd name="T25" fmla="*/ 38 h 119"/>
                <a:gd name="T26" fmla="*/ 201 w 1984"/>
                <a:gd name="T27" fmla="*/ 73 h 119"/>
                <a:gd name="T28" fmla="*/ 201 w 1984"/>
                <a:gd name="T29" fmla="*/ 78 h 119"/>
                <a:gd name="T30" fmla="*/ 374 w 1984"/>
                <a:gd name="T31" fmla="*/ 79 h 119"/>
                <a:gd name="T32" fmla="*/ 461 w 1984"/>
                <a:gd name="T33" fmla="*/ 117 h 119"/>
                <a:gd name="T34" fmla="*/ 497 w 1984"/>
                <a:gd name="T35" fmla="*/ 41 h 119"/>
                <a:gd name="T36" fmla="*/ 481 w 1984"/>
                <a:gd name="T37" fmla="*/ 119 h 119"/>
                <a:gd name="T38" fmla="*/ 515 w 1984"/>
                <a:gd name="T39" fmla="*/ 61 h 119"/>
                <a:gd name="T40" fmla="*/ 561 w 1984"/>
                <a:gd name="T41" fmla="*/ 44 h 119"/>
                <a:gd name="T42" fmla="*/ 622 w 1984"/>
                <a:gd name="T43" fmla="*/ 36 h 119"/>
                <a:gd name="T44" fmla="*/ 684 w 1984"/>
                <a:gd name="T45" fmla="*/ 53 h 119"/>
                <a:gd name="T46" fmla="*/ 675 w 1984"/>
                <a:gd name="T47" fmla="*/ 84 h 119"/>
                <a:gd name="T48" fmla="*/ 716 w 1984"/>
                <a:gd name="T49" fmla="*/ 43 h 119"/>
                <a:gd name="T50" fmla="*/ 921 w 1984"/>
                <a:gd name="T51" fmla="*/ 119 h 119"/>
                <a:gd name="T52" fmla="*/ 1029 w 1984"/>
                <a:gd name="T53" fmla="*/ 119 h 119"/>
                <a:gd name="T54" fmla="*/ 963 w 1984"/>
                <a:gd name="T55" fmla="*/ 113 h 119"/>
                <a:gd name="T56" fmla="*/ 1030 w 1984"/>
                <a:gd name="T57" fmla="*/ 96 h 119"/>
                <a:gd name="T58" fmla="*/ 1038 w 1984"/>
                <a:gd name="T59" fmla="*/ 119 h 119"/>
                <a:gd name="T60" fmla="*/ 1097 w 1984"/>
                <a:gd name="T61" fmla="*/ 101 h 119"/>
                <a:gd name="T62" fmla="*/ 1080 w 1984"/>
                <a:gd name="T63" fmla="*/ 43 h 119"/>
                <a:gd name="T64" fmla="*/ 1111 w 1984"/>
                <a:gd name="T65" fmla="*/ 38 h 119"/>
                <a:gd name="T66" fmla="*/ 1163 w 1984"/>
                <a:gd name="T67" fmla="*/ 43 h 119"/>
                <a:gd name="T68" fmla="*/ 1243 w 1984"/>
                <a:gd name="T69" fmla="*/ 117 h 119"/>
                <a:gd name="T70" fmla="*/ 1217 w 1984"/>
                <a:gd name="T71" fmla="*/ 38 h 119"/>
                <a:gd name="T72" fmla="*/ 1261 w 1984"/>
                <a:gd name="T73" fmla="*/ 91 h 119"/>
                <a:gd name="T74" fmla="*/ 1276 w 1984"/>
                <a:gd name="T75" fmla="*/ 44 h 119"/>
                <a:gd name="T76" fmla="*/ 1322 w 1984"/>
                <a:gd name="T77" fmla="*/ 61 h 119"/>
                <a:gd name="T78" fmla="*/ 1331 w 1984"/>
                <a:gd name="T79" fmla="*/ 117 h 119"/>
                <a:gd name="T80" fmla="*/ 1367 w 1984"/>
                <a:gd name="T81" fmla="*/ 42 h 119"/>
                <a:gd name="T82" fmla="*/ 1392 w 1984"/>
                <a:gd name="T83" fmla="*/ 53 h 119"/>
                <a:gd name="T84" fmla="*/ 1383 w 1984"/>
                <a:gd name="T85" fmla="*/ 84 h 119"/>
                <a:gd name="T86" fmla="*/ 1424 w 1984"/>
                <a:gd name="T87" fmla="*/ 42 h 119"/>
                <a:gd name="T88" fmla="*/ 1536 w 1984"/>
                <a:gd name="T89" fmla="*/ 87 h 119"/>
                <a:gd name="T90" fmla="*/ 1521 w 1984"/>
                <a:gd name="T91" fmla="*/ 37 h 119"/>
                <a:gd name="T92" fmla="*/ 1503 w 1984"/>
                <a:gd name="T93" fmla="*/ 87 h 119"/>
                <a:gd name="T94" fmla="*/ 1659 w 1984"/>
                <a:gd name="T95" fmla="*/ 104 h 119"/>
                <a:gd name="T96" fmla="*/ 1653 w 1984"/>
                <a:gd name="T97" fmla="*/ 33 h 119"/>
                <a:gd name="T98" fmla="*/ 1625 w 1984"/>
                <a:gd name="T99" fmla="*/ 66 h 119"/>
                <a:gd name="T100" fmla="*/ 1750 w 1984"/>
                <a:gd name="T101" fmla="*/ 111 h 119"/>
                <a:gd name="T102" fmla="*/ 1672 w 1984"/>
                <a:gd name="T103" fmla="*/ 117 h 119"/>
                <a:gd name="T104" fmla="*/ 1738 w 1984"/>
                <a:gd name="T105" fmla="*/ 56 h 119"/>
                <a:gd name="T106" fmla="*/ 1788 w 1984"/>
                <a:gd name="T107" fmla="*/ 36 h 119"/>
                <a:gd name="T108" fmla="*/ 1841 w 1984"/>
                <a:gd name="T109" fmla="*/ 59 h 119"/>
                <a:gd name="T110" fmla="*/ 1875 w 1984"/>
                <a:gd name="T111" fmla="*/ 110 h 119"/>
                <a:gd name="T112" fmla="*/ 1903 w 1984"/>
                <a:gd name="T113" fmla="*/ 71 h 119"/>
                <a:gd name="T114" fmla="*/ 1918 w 1984"/>
                <a:gd name="T115" fmla="*/ 117 h 119"/>
                <a:gd name="T116" fmla="*/ 1984 w 1984"/>
                <a:gd name="T117" fmla="*/ 5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84" h="119">
                  <a:moveTo>
                    <a:pt x="73" y="117"/>
                  </a:moveTo>
                  <a:cubicBezTo>
                    <a:pt x="73" y="113"/>
                    <a:pt x="73" y="113"/>
                    <a:pt x="73" y="113"/>
                  </a:cubicBezTo>
                  <a:cubicBezTo>
                    <a:pt x="73" y="112"/>
                    <a:pt x="72" y="111"/>
                    <a:pt x="71" y="111"/>
                  </a:cubicBezTo>
                  <a:cubicBezTo>
                    <a:pt x="58" y="109"/>
                    <a:pt x="58" y="109"/>
                    <a:pt x="58" y="88"/>
                  </a:cubicBezTo>
                  <a:cubicBezTo>
                    <a:pt x="58" y="12"/>
                    <a:pt x="58" y="12"/>
                    <a:pt x="58" y="12"/>
                  </a:cubicBezTo>
                  <a:cubicBezTo>
                    <a:pt x="58" y="11"/>
                    <a:pt x="59" y="10"/>
                    <a:pt x="60" y="10"/>
                  </a:cubicBezTo>
                  <a:cubicBezTo>
                    <a:pt x="71" y="10"/>
                    <a:pt x="71" y="10"/>
                    <a:pt x="71" y="10"/>
                  </a:cubicBezTo>
                  <a:cubicBezTo>
                    <a:pt x="85" y="10"/>
                    <a:pt x="93" y="12"/>
                    <a:pt x="95" y="31"/>
                  </a:cubicBezTo>
                  <a:cubicBezTo>
                    <a:pt x="96" y="32"/>
                    <a:pt x="96" y="32"/>
                    <a:pt x="97" y="32"/>
                  </a:cubicBezTo>
                  <a:cubicBezTo>
                    <a:pt x="101" y="32"/>
                    <a:pt x="101" y="32"/>
                    <a:pt x="101" y="32"/>
                  </a:cubicBezTo>
                  <a:cubicBezTo>
                    <a:pt x="101" y="24"/>
                    <a:pt x="101" y="10"/>
                    <a:pt x="101" y="2"/>
                  </a:cubicBezTo>
                  <a:cubicBezTo>
                    <a:pt x="94" y="2"/>
                    <a:pt x="85" y="2"/>
                    <a:pt x="71" y="2"/>
                  </a:cubicBezTo>
                  <a:cubicBezTo>
                    <a:pt x="31" y="2"/>
                    <a:pt x="31" y="2"/>
                    <a:pt x="31" y="2"/>
                  </a:cubicBezTo>
                  <a:cubicBezTo>
                    <a:pt x="16" y="2"/>
                    <a:pt x="7" y="2"/>
                    <a:pt x="0" y="2"/>
                  </a:cubicBezTo>
                  <a:cubicBezTo>
                    <a:pt x="0" y="10"/>
                    <a:pt x="0" y="27"/>
                    <a:pt x="0" y="35"/>
                  </a:cubicBezTo>
                  <a:cubicBezTo>
                    <a:pt x="4" y="35"/>
                    <a:pt x="4" y="35"/>
                    <a:pt x="4" y="35"/>
                  </a:cubicBezTo>
                  <a:cubicBezTo>
                    <a:pt x="5" y="35"/>
                    <a:pt x="6" y="34"/>
                    <a:pt x="6" y="33"/>
                  </a:cubicBezTo>
                  <a:cubicBezTo>
                    <a:pt x="8" y="12"/>
                    <a:pt x="16" y="10"/>
                    <a:pt x="30" y="10"/>
                  </a:cubicBezTo>
                  <a:cubicBezTo>
                    <a:pt x="41" y="10"/>
                    <a:pt x="41" y="10"/>
                    <a:pt x="41" y="10"/>
                  </a:cubicBezTo>
                  <a:cubicBezTo>
                    <a:pt x="43" y="10"/>
                    <a:pt x="43" y="11"/>
                    <a:pt x="43" y="12"/>
                  </a:cubicBezTo>
                  <a:cubicBezTo>
                    <a:pt x="43" y="88"/>
                    <a:pt x="43" y="88"/>
                    <a:pt x="43" y="88"/>
                  </a:cubicBezTo>
                  <a:cubicBezTo>
                    <a:pt x="43" y="109"/>
                    <a:pt x="43" y="109"/>
                    <a:pt x="30" y="111"/>
                  </a:cubicBezTo>
                  <a:cubicBezTo>
                    <a:pt x="29" y="111"/>
                    <a:pt x="29" y="112"/>
                    <a:pt x="29" y="113"/>
                  </a:cubicBezTo>
                  <a:cubicBezTo>
                    <a:pt x="29" y="117"/>
                    <a:pt x="29" y="117"/>
                    <a:pt x="29" y="117"/>
                  </a:cubicBezTo>
                  <a:cubicBezTo>
                    <a:pt x="36" y="117"/>
                    <a:pt x="43" y="117"/>
                    <a:pt x="51" y="117"/>
                  </a:cubicBezTo>
                  <a:cubicBezTo>
                    <a:pt x="59" y="117"/>
                    <a:pt x="65" y="117"/>
                    <a:pt x="73" y="117"/>
                  </a:cubicBezTo>
                  <a:close/>
                  <a:moveTo>
                    <a:pt x="367" y="85"/>
                  </a:moveTo>
                  <a:cubicBezTo>
                    <a:pt x="367" y="65"/>
                    <a:pt x="349" y="57"/>
                    <a:pt x="330" y="56"/>
                  </a:cubicBezTo>
                  <a:cubicBezTo>
                    <a:pt x="330" y="55"/>
                    <a:pt x="330" y="55"/>
                    <a:pt x="330" y="55"/>
                  </a:cubicBezTo>
                  <a:cubicBezTo>
                    <a:pt x="344" y="52"/>
                    <a:pt x="355" y="44"/>
                    <a:pt x="355" y="29"/>
                  </a:cubicBezTo>
                  <a:cubicBezTo>
                    <a:pt x="355" y="8"/>
                    <a:pt x="332" y="2"/>
                    <a:pt x="313" y="2"/>
                  </a:cubicBezTo>
                  <a:cubicBezTo>
                    <a:pt x="307" y="2"/>
                    <a:pt x="304" y="2"/>
                    <a:pt x="297" y="2"/>
                  </a:cubicBezTo>
                  <a:cubicBezTo>
                    <a:pt x="289" y="2"/>
                    <a:pt x="281" y="2"/>
                    <a:pt x="274" y="2"/>
                  </a:cubicBezTo>
                  <a:cubicBezTo>
                    <a:pt x="274" y="7"/>
                    <a:pt x="274" y="7"/>
                    <a:pt x="274" y="7"/>
                  </a:cubicBezTo>
                  <a:cubicBezTo>
                    <a:pt x="274" y="8"/>
                    <a:pt x="274" y="8"/>
                    <a:pt x="275" y="8"/>
                  </a:cubicBezTo>
                  <a:cubicBezTo>
                    <a:pt x="288" y="10"/>
                    <a:pt x="288" y="11"/>
                    <a:pt x="288" y="32"/>
                  </a:cubicBezTo>
                  <a:cubicBezTo>
                    <a:pt x="288" y="88"/>
                    <a:pt x="288" y="88"/>
                    <a:pt x="288" y="88"/>
                  </a:cubicBezTo>
                  <a:cubicBezTo>
                    <a:pt x="288" y="109"/>
                    <a:pt x="288" y="109"/>
                    <a:pt x="275" y="111"/>
                  </a:cubicBezTo>
                  <a:cubicBezTo>
                    <a:pt x="274" y="111"/>
                    <a:pt x="274" y="112"/>
                    <a:pt x="274" y="113"/>
                  </a:cubicBezTo>
                  <a:cubicBezTo>
                    <a:pt x="274" y="117"/>
                    <a:pt x="274" y="117"/>
                    <a:pt x="274" y="117"/>
                  </a:cubicBezTo>
                  <a:cubicBezTo>
                    <a:pt x="282" y="117"/>
                    <a:pt x="289" y="117"/>
                    <a:pt x="297" y="117"/>
                  </a:cubicBezTo>
                  <a:cubicBezTo>
                    <a:pt x="306" y="117"/>
                    <a:pt x="310" y="117"/>
                    <a:pt x="320" y="117"/>
                  </a:cubicBezTo>
                  <a:cubicBezTo>
                    <a:pt x="349" y="117"/>
                    <a:pt x="367" y="103"/>
                    <a:pt x="367" y="85"/>
                  </a:cubicBezTo>
                  <a:close/>
                  <a:moveTo>
                    <a:pt x="349" y="85"/>
                  </a:moveTo>
                  <a:cubicBezTo>
                    <a:pt x="349" y="102"/>
                    <a:pt x="339" y="109"/>
                    <a:pt x="319" y="109"/>
                  </a:cubicBezTo>
                  <a:cubicBezTo>
                    <a:pt x="304" y="109"/>
                    <a:pt x="304" y="108"/>
                    <a:pt x="304" y="86"/>
                  </a:cubicBezTo>
                  <a:cubicBezTo>
                    <a:pt x="304" y="60"/>
                    <a:pt x="304" y="60"/>
                    <a:pt x="304" y="60"/>
                  </a:cubicBezTo>
                  <a:cubicBezTo>
                    <a:pt x="311" y="60"/>
                    <a:pt x="311" y="60"/>
                    <a:pt x="311" y="60"/>
                  </a:cubicBezTo>
                  <a:cubicBezTo>
                    <a:pt x="335" y="60"/>
                    <a:pt x="349" y="66"/>
                    <a:pt x="349" y="85"/>
                  </a:cubicBezTo>
                  <a:close/>
                  <a:moveTo>
                    <a:pt x="340" y="31"/>
                  </a:moveTo>
                  <a:cubicBezTo>
                    <a:pt x="340" y="47"/>
                    <a:pt x="329" y="53"/>
                    <a:pt x="311" y="53"/>
                  </a:cubicBezTo>
                  <a:cubicBezTo>
                    <a:pt x="304" y="53"/>
                    <a:pt x="304" y="53"/>
                    <a:pt x="304" y="53"/>
                  </a:cubicBezTo>
                  <a:cubicBezTo>
                    <a:pt x="304" y="12"/>
                    <a:pt x="304" y="12"/>
                    <a:pt x="304" y="12"/>
                  </a:cubicBezTo>
                  <a:cubicBezTo>
                    <a:pt x="304" y="10"/>
                    <a:pt x="304" y="10"/>
                    <a:pt x="306" y="10"/>
                  </a:cubicBezTo>
                  <a:cubicBezTo>
                    <a:pt x="308" y="10"/>
                    <a:pt x="314" y="10"/>
                    <a:pt x="316" y="10"/>
                  </a:cubicBezTo>
                  <a:cubicBezTo>
                    <a:pt x="331" y="10"/>
                    <a:pt x="340" y="16"/>
                    <a:pt x="340" y="31"/>
                  </a:cubicBezTo>
                  <a:close/>
                  <a:moveTo>
                    <a:pt x="875" y="118"/>
                  </a:moveTo>
                  <a:cubicBezTo>
                    <a:pt x="875" y="110"/>
                    <a:pt x="875" y="89"/>
                    <a:pt x="875" y="81"/>
                  </a:cubicBezTo>
                  <a:cubicBezTo>
                    <a:pt x="871" y="81"/>
                    <a:pt x="871" y="81"/>
                    <a:pt x="871" y="81"/>
                  </a:cubicBezTo>
                  <a:cubicBezTo>
                    <a:pt x="870" y="81"/>
                    <a:pt x="869" y="81"/>
                    <a:pt x="869" y="82"/>
                  </a:cubicBezTo>
                  <a:cubicBezTo>
                    <a:pt x="867" y="103"/>
                    <a:pt x="856" y="112"/>
                    <a:pt x="838" y="112"/>
                  </a:cubicBezTo>
                  <a:cubicBezTo>
                    <a:pt x="814" y="112"/>
                    <a:pt x="802" y="92"/>
                    <a:pt x="802" y="59"/>
                  </a:cubicBezTo>
                  <a:cubicBezTo>
                    <a:pt x="802" y="34"/>
                    <a:pt x="807" y="7"/>
                    <a:pt x="834" y="7"/>
                  </a:cubicBezTo>
                  <a:cubicBezTo>
                    <a:pt x="850" y="7"/>
                    <a:pt x="859" y="17"/>
                    <a:pt x="863" y="34"/>
                  </a:cubicBezTo>
                  <a:cubicBezTo>
                    <a:pt x="863" y="35"/>
                    <a:pt x="863" y="35"/>
                    <a:pt x="864" y="35"/>
                  </a:cubicBezTo>
                  <a:cubicBezTo>
                    <a:pt x="869" y="35"/>
                    <a:pt x="869" y="35"/>
                    <a:pt x="869" y="35"/>
                  </a:cubicBezTo>
                  <a:cubicBezTo>
                    <a:pt x="869" y="27"/>
                    <a:pt x="868" y="9"/>
                    <a:pt x="868" y="1"/>
                  </a:cubicBezTo>
                  <a:cubicBezTo>
                    <a:pt x="866" y="1"/>
                    <a:pt x="866" y="1"/>
                    <a:pt x="866" y="1"/>
                  </a:cubicBezTo>
                  <a:cubicBezTo>
                    <a:pt x="865" y="1"/>
                    <a:pt x="864" y="1"/>
                    <a:pt x="863" y="2"/>
                  </a:cubicBezTo>
                  <a:cubicBezTo>
                    <a:pt x="861" y="6"/>
                    <a:pt x="861" y="6"/>
                    <a:pt x="861" y="6"/>
                  </a:cubicBezTo>
                  <a:cubicBezTo>
                    <a:pt x="861" y="6"/>
                    <a:pt x="861" y="6"/>
                    <a:pt x="861" y="6"/>
                  </a:cubicBezTo>
                  <a:cubicBezTo>
                    <a:pt x="854" y="2"/>
                    <a:pt x="845" y="0"/>
                    <a:pt x="834" y="0"/>
                  </a:cubicBezTo>
                  <a:cubicBezTo>
                    <a:pt x="802" y="0"/>
                    <a:pt x="784" y="26"/>
                    <a:pt x="784" y="59"/>
                  </a:cubicBezTo>
                  <a:cubicBezTo>
                    <a:pt x="784" y="98"/>
                    <a:pt x="806" y="119"/>
                    <a:pt x="836" y="119"/>
                  </a:cubicBezTo>
                  <a:cubicBezTo>
                    <a:pt x="852" y="119"/>
                    <a:pt x="862" y="115"/>
                    <a:pt x="867" y="113"/>
                  </a:cubicBezTo>
                  <a:cubicBezTo>
                    <a:pt x="867" y="113"/>
                    <a:pt x="867" y="113"/>
                    <a:pt x="867" y="113"/>
                  </a:cubicBezTo>
                  <a:cubicBezTo>
                    <a:pt x="870" y="117"/>
                    <a:pt x="870" y="117"/>
                    <a:pt x="870" y="117"/>
                  </a:cubicBezTo>
                  <a:cubicBezTo>
                    <a:pt x="871" y="118"/>
                    <a:pt x="871" y="118"/>
                    <a:pt x="872" y="118"/>
                  </a:cubicBezTo>
                  <a:lnTo>
                    <a:pt x="875" y="118"/>
                  </a:lnTo>
                  <a:close/>
                  <a:moveTo>
                    <a:pt x="153" y="117"/>
                  </a:moveTo>
                  <a:cubicBezTo>
                    <a:pt x="147" y="117"/>
                    <a:pt x="140" y="117"/>
                    <a:pt x="135" y="117"/>
                  </a:cubicBezTo>
                  <a:cubicBezTo>
                    <a:pt x="135" y="113"/>
                    <a:pt x="135" y="113"/>
                    <a:pt x="135" y="113"/>
                  </a:cubicBezTo>
                  <a:cubicBezTo>
                    <a:pt x="135" y="112"/>
                    <a:pt x="135" y="112"/>
                    <a:pt x="136" y="112"/>
                  </a:cubicBezTo>
                  <a:cubicBezTo>
                    <a:pt x="146" y="111"/>
                    <a:pt x="146" y="110"/>
                    <a:pt x="146" y="96"/>
                  </a:cubicBezTo>
                  <a:cubicBezTo>
                    <a:pt x="146" y="79"/>
                    <a:pt x="146" y="79"/>
                    <a:pt x="146" y="79"/>
                  </a:cubicBezTo>
                  <a:cubicBezTo>
                    <a:pt x="110" y="79"/>
                    <a:pt x="110" y="79"/>
                    <a:pt x="110" y="79"/>
                  </a:cubicBezTo>
                  <a:cubicBezTo>
                    <a:pt x="110" y="96"/>
                    <a:pt x="110" y="96"/>
                    <a:pt x="110" y="96"/>
                  </a:cubicBezTo>
                  <a:cubicBezTo>
                    <a:pt x="110" y="110"/>
                    <a:pt x="110" y="111"/>
                    <a:pt x="120" y="112"/>
                  </a:cubicBezTo>
                  <a:cubicBezTo>
                    <a:pt x="121" y="112"/>
                    <a:pt x="121" y="112"/>
                    <a:pt x="121" y="113"/>
                  </a:cubicBezTo>
                  <a:cubicBezTo>
                    <a:pt x="121" y="117"/>
                    <a:pt x="121" y="117"/>
                    <a:pt x="121" y="117"/>
                  </a:cubicBezTo>
                  <a:cubicBezTo>
                    <a:pt x="116" y="117"/>
                    <a:pt x="109" y="117"/>
                    <a:pt x="103" y="117"/>
                  </a:cubicBezTo>
                  <a:cubicBezTo>
                    <a:pt x="98" y="117"/>
                    <a:pt x="91" y="117"/>
                    <a:pt x="86" y="117"/>
                  </a:cubicBezTo>
                  <a:cubicBezTo>
                    <a:pt x="86" y="113"/>
                    <a:pt x="86" y="113"/>
                    <a:pt x="86" y="113"/>
                  </a:cubicBezTo>
                  <a:cubicBezTo>
                    <a:pt x="86" y="112"/>
                    <a:pt x="86" y="112"/>
                    <a:pt x="86" y="112"/>
                  </a:cubicBezTo>
                  <a:cubicBezTo>
                    <a:pt x="96" y="111"/>
                    <a:pt x="96" y="110"/>
                    <a:pt x="96" y="96"/>
                  </a:cubicBezTo>
                  <a:cubicBezTo>
                    <a:pt x="96" y="59"/>
                    <a:pt x="96" y="59"/>
                    <a:pt x="96" y="59"/>
                  </a:cubicBezTo>
                  <a:cubicBezTo>
                    <a:pt x="96" y="45"/>
                    <a:pt x="96" y="44"/>
                    <a:pt x="86" y="43"/>
                  </a:cubicBezTo>
                  <a:cubicBezTo>
                    <a:pt x="86" y="43"/>
                    <a:pt x="86" y="43"/>
                    <a:pt x="86" y="42"/>
                  </a:cubicBezTo>
                  <a:cubicBezTo>
                    <a:pt x="86" y="38"/>
                    <a:pt x="86" y="38"/>
                    <a:pt x="86" y="38"/>
                  </a:cubicBezTo>
                  <a:cubicBezTo>
                    <a:pt x="91" y="38"/>
                    <a:pt x="98" y="38"/>
                    <a:pt x="103" y="38"/>
                  </a:cubicBezTo>
                  <a:cubicBezTo>
                    <a:pt x="109" y="38"/>
                    <a:pt x="116" y="38"/>
                    <a:pt x="121" y="38"/>
                  </a:cubicBezTo>
                  <a:cubicBezTo>
                    <a:pt x="121" y="42"/>
                    <a:pt x="121" y="42"/>
                    <a:pt x="121" y="42"/>
                  </a:cubicBezTo>
                  <a:cubicBezTo>
                    <a:pt x="121" y="43"/>
                    <a:pt x="121" y="43"/>
                    <a:pt x="120" y="43"/>
                  </a:cubicBezTo>
                  <a:cubicBezTo>
                    <a:pt x="110" y="44"/>
                    <a:pt x="110" y="45"/>
                    <a:pt x="110" y="59"/>
                  </a:cubicBezTo>
                  <a:cubicBezTo>
                    <a:pt x="110" y="73"/>
                    <a:pt x="110" y="73"/>
                    <a:pt x="110" y="73"/>
                  </a:cubicBezTo>
                  <a:cubicBezTo>
                    <a:pt x="146" y="73"/>
                    <a:pt x="146" y="73"/>
                    <a:pt x="146" y="73"/>
                  </a:cubicBezTo>
                  <a:cubicBezTo>
                    <a:pt x="146" y="59"/>
                    <a:pt x="146" y="59"/>
                    <a:pt x="146" y="59"/>
                  </a:cubicBezTo>
                  <a:cubicBezTo>
                    <a:pt x="146" y="45"/>
                    <a:pt x="146" y="44"/>
                    <a:pt x="136" y="43"/>
                  </a:cubicBezTo>
                  <a:cubicBezTo>
                    <a:pt x="135" y="43"/>
                    <a:pt x="135" y="43"/>
                    <a:pt x="135" y="42"/>
                  </a:cubicBezTo>
                  <a:cubicBezTo>
                    <a:pt x="135" y="38"/>
                    <a:pt x="135" y="38"/>
                    <a:pt x="135" y="38"/>
                  </a:cubicBezTo>
                  <a:cubicBezTo>
                    <a:pt x="140" y="38"/>
                    <a:pt x="147" y="38"/>
                    <a:pt x="153" y="38"/>
                  </a:cubicBezTo>
                  <a:cubicBezTo>
                    <a:pt x="158" y="38"/>
                    <a:pt x="165" y="38"/>
                    <a:pt x="171" y="38"/>
                  </a:cubicBezTo>
                  <a:cubicBezTo>
                    <a:pt x="171" y="42"/>
                    <a:pt x="171" y="42"/>
                    <a:pt x="171" y="42"/>
                  </a:cubicBezTo>
                  <a:cubicBezTo>
                    <a:pt x="171" y="43"/>
                    <a:pt x="170" y="43"/>
                    <a:pt x="170" y="43"/>
                  </a:cubicBezTo>
                  <a:cubicBezTo>
                    <a:pt x="160" y="44"/>
                    <a:pt x="160" y="45"/>
                    <a:pt x="160" y="59"/>
                  </a:cubicBezTo>
                  <a:cubicBezTo>
                    <a:pt x="160" y="96"/>
                    <a:pt x="160" y="96"/>
                    <a:pt x="160" y="96"/>
                  </a:cubicBezTo>
                  <a:cubicBezTo>
                    <a:pt x="160" y="110"/>
                    <a:pt x="160" y="111"/>
                    <a:pt x="170" y="112"/>
                  </a:cubicBezTo>
                  <a:cubicBezTo>
                    <a:pt x="170" y="112"/>
                    <a:pt x="171" y="112"/>
                    <a:pt x="171" y="113"/>
                  </a:cubicBezTo>
                  <a:cubicBezTo>
                    <a:pt x="171" y="117"/>
                    <a:pt x="171" y="117"/>
                    <a:pt x="171" y="117"/>
                  </a:cubicBezTo>
                  <a:cubicBezTo>
                    <a:pt x="165" y="117"/>
                    <a:pt x="158" y="117"/>
                    <a:pt x="153" y="117"/>
                  </a:cubicBezTo>
                  <a:close/>
                  <a:moveTo>
                    <a:pt x="219" y="117"/>
                  </a:moveTo>
                  <a:cubicBezTo>
                    <a:pt x="194" y="117"/>
                    <a:pt x="194" y="117"/>
                    <a:pt x="194" y="117"/>
                  </a:cubicBezTo>
                  <a:cubicBezTo>
                    <a:pt x="189" y="117"/>
                    <a:pt x="182" y="117"/>
                    <a:pt x="177" y="117"/>
                  </a:cubicBezTo>
                  <a:cubicBezTo>
                    <a:pt x="177" y="113"/>
                    <a:pt x="177" y="113"/>
                    <a:pt x="177" y="113"/>
                  </a:cubicBezTo>
                  <a:cubicBezTo>
                    <a:pt x="177" y="112"/>
                    <a:pt x="177" y="112"/>
                    <a:pt x="178" y="112"/>
                  </a:cubicBezTo>
                  <a:cubicBezTo>
                    <a:pt x="188" y="111"/>
                    <a:pt x="188" y="110"/>
                    <a:pt x="188" y="96"/>
                  </a:cubicBezTo>
                  <a:cubicBezTo>
                    <a:pt x="188" y="59"/>
                    <a:pt x="188" y="59"/>
                    <a:pt x="188" y="59"/>
                  </a:cubicBezTo>
                  <a:cubicBezTo>
                    <a:pt x="188" y="45"/>
                    <a:pt x="188" y="44"/>
                    <a:pt x="178" y="43"/>
                  </a:cubicBezTo>
                  <a:cubicBezTo>
                    <a:pt x="177" y="43"/>
                    <a:pt x="177" y="43"/>
                    <a:pt x="177" y="42"/>
                  </a:cubicBezTo>
                  <a:cubicBezTo>
                    <a:pt x="177" y="38"/>
                    <a:pt x="177" y="38"/>
                    <a:pt x="177" y="38"/>
                  </a:cubicBezTo>
                  <a:cubicBezTo>
                    <a:pt x="182" y="38"/>
                    <a:pt x="189" y="38"/>
                    <a:pt x="194" y="38"/>
                  </a:cubicBezTo>
                  <a:cubicBezTo>
                    <a:pt x="213" y="38"/>
                    <a:pt x="213" y="38"/>
                    <a:pt x="213" y="38"/>
                  </a:cubicBezTo>
                  <a:cubicBezTo>
                    <a:pt x="223" y="38"/>
                    <a:pt x="229" y="38"/>
                    <a:pt x="234" y="38"/>
                  </a:cubicBezTo>
                  <a:cubicBezTo>
                    <a:pt x="234" y="44"/>
                    <a:pt x="234" y="54"/>
                    <a:pt x="235" y="59"/>
                  </a:cubicBezTo>
                  <a:cubicBezTo>
                    <a:pt x="231" y="59"/>
                    <a:pt x="231" y="59"/>
                    <a:pt x="231" y="59"/>
                  </a:cubicBezTo>
                  <a:cubicBezTo>
                    <a:pt x="230" y="59"/>
                    <a:pt x="230" y="59"/>
                    <a:pt x="230" y="58"/>
                  </a:cubicBezTo>
                  <a:cubicBezTo>
                    <a:pt x="228" y="46"/>
                    <a:pt x="223" y="44"/>
                    <a:pt x="213" y="44"/>
                  </a:cubicBezTo>
                  <a:cubicBezTo>
                    <a:pt x="202" y="44"/>
                    <a:pt x="202" y="44"/>
                    <a:pt x="202" y="44"/>
                  </a:cubicBezTo>
                  <a:cubicBezTo>
                    <a:pt x="201" y="44"/>
                    <a:pt x="201" y="45"/>
                    <a:pt x="201" y="46"/>
                  </a:cubicBezTo>
                  <a:cubicBezTo>
                    <a:pt x="201" y="73"/>
                    <a:pt x="201" y="73"/>
                    <a:pt x="201" y="73"/>
                  </a:cubicBezTo>
                  <a:cubicBezTo>
                    <a:pt x="202" y="73"/>
                    <a:pt x="202" y="73"/>
                    <a:pt x="202" y="73"/>
                  </a:cubicBezTo>
                  <a:cubicBezTo>
                    <a:pt x="212" y="73"/>
                    <a:pt x="215" y="71"/>
                    <a:pt x="216" y="63"/>
                  </a:cubicBezTo>
                  <a:cubicBezTo>
                    <a:pt x="216" y="62"/>
                    <a:pt x="216" y="62"/>
                    <a:pt x="217" y="62"/>
                  </a:cubicBezTo>
                  <a:cubicBezTo>
                    <a:pt x="221" y="62"/>
                    <a:pt x="221" y="62"/>
                    <a:pt x="221" y="62"/>
                  </a:cubicBezTo>
                  <a:cubicBezTo>
                    <a:pt x="221" y="67"/>
                    <a:pt x="220" y="71"/>
                    <a:pt x="220" y="76"/>
                  </a:cubicBezTo>
                  <a:cubicBezTo>
                    <a:pt x="220" y="82"/>
                    <a:pt x="221" y="85"/>
                    <a:pt x="221" y="90"/>
                  </a:cubicBezTo>
                  <a:cubicBezTo>
                    <a:pt x="217" y="90"/>
                    <a:pt x="217" y="90"/>
                    <a:pt x="217" y="90"/>
                  </a:cubicBezTo>
                  <a:cubicBezTo>
                    <a:pt x="216" y="90"/>
                    <a:pt x="216" y="90"/>
                    <a:pt x="216" y="89"/>
                  </a:cubicBezTo>
                  <a:cubicBezTo>
                    <a:pt x="215" y="79"/>
                    <a:pt x="212" y="78"/>
                    <a:pt x="202" y="78"/>
                  </a:cubicBezTo>
                  <a:cubicBezTo>
                    <a:pt x="201" y="78"/>
                    <a:pt x="201" y="78"/>
                    <a:pt x="201" y="78"/>
                  </a:cubicBezTo>
                  <a:cubicBezTo>
                    <a:pt x="201" y="95"/>
                    <a:pt x="201" y="95"/>
                    <a:pt x="201" y="95"/>
                  </a:cubicBezTo>
                  <a:cubicBezTo>
                    <a:pt x="201" y="109"/>
                    <a:pt x="201" y="110"/>
                    <a:pt x="212" y="110"/>
                  </a:cubicBezTo>
                  <a:cubicBezTo>
                    <a:pt x="219" y="110"/>
                    <a:pt x="219" y="110"/>
                    <a:pt x="219" y="110"/>
                  </a:cubicBezTo>
                  <a:cubicBezTo>
                    <a:pt x="229" y="110"/>
                    <a:pt x="234" y="108"/>
                    <a:pt x="236" y="94"/>
                  </a:cubicBezTo>
                  <a:cubicBezTo>
                    <a:pt x="236" y="94"/>
                    <a:pt x="236" y="93"/>
                    <a:pt x="237" y="93"/>
                  </a:cubicBezTo>
                  <a:cubicBezTo>
                    <a:pt x="241" y="93"/>
                    <a:pt x="241" y="93"/>
                    <a:pt x="241" y="93"/>
                  </a:cubicBezTo>
                  <a:cubicBezTo>
                    <a:pt x="241" y="99"/>
                    <a:pt x="240" y="111"/>
                    <a:pt x="240" y="117"/>
                  </a:cubicBezTo>
                  <a:cubicBezTo>
                    <a:pt x="235" y="117"/>
                    <a:pt x="229" y="117"/>
                    <a:pt x="219" y="117"/>
                  </a:cubicBezTo>
                  <a:close/>
                  <a:moveTo>
                    <a:pt x="412" y="119"/>
                  </a:moveTo>
                  <a:cubicBezTo>
                    <a:pt x="391" y="119"/>
                    <a:pt x="374" y="103"/>
                    <a:pt x="374" y="79"/>
                  </a:cubicBezTo>
                  <a:cubicBezTo>
                    <a:pt x="374" y="50"/>
                    <a:pt x="392" y="36"/>
                    <a:pt x="412" y="36"/>
                  </a:cubicBezTo>
                  <a:cubicBezTo>
                    <a:pt x="434" y="36"/>
                    <a:pt x="451" y="52"/>
                    <a:pt x="451" y="76"/>
                  </a:cubicBezTo>
                  <a:cubicBezTo>
                    <a:pt x="451" y="105"/>
                    <a:pt x="433" y="119"/>
                    <a:pt x="412" y="119"/>
                  </a:cubicBezTo>
                  <a:close/>
                  <a:moveTo>
                    <a:pt x="411" y="43"/>
                  </a:moveTo>
                  <a:cubicBezTo>
                    <a:pt x="397" y="43"/>
                    <a:pt x="390" y="54"/>
                    <a:pt x="390" y="78"/>
                  </a:cubicBezTo>
                  <a:cubicBezTo>
                    <a:pt x="390" y="103"/>
                    <a:pt x="399" y="112"/>
                    <a:pt x="413" y="112"/>
                  </a:cubicBezTo>
                  <a:cubicBezTo>
                    <a:pt x="428" y="112"/>
                    <a:pt x="435" y="101"/>
                    <a:pt x="435" y="77"/>
                  </a:cubicBezTo>
                  <a:cubicBezTo>
                    <a:pt x="435" y="52"/>
                    <a:pt x="426" y="43"/>
                    <a:pt x="411" y="43"/>
                  </a:cubicBezTo>
                  <a:close/>
                  <a:moveTo>
                    <a:pt x="463" y="115"/>
                  </a:moveTo>
                  <a:cubicBezTo>
                    <a:pt x="461" y="117"/>
                    <a:pt x="461" y="117"/>
                    <a:pt x="461" y="117"/>
                  </a:cubicBezTo>
                  <a:cubicBezTo>
                    <a:pt x="461" y="118"/>
                    <a:pt x="460" y="118"/>
                    <a:pt x="459" y="118"/>
                  </a:cubicBezTo>
                  <a:cubicBezTo>
                    <a:pt x="457" y="118"/>
                    <a:pt x="457" y="118"/>
                    <a:pt x="457" y="118"/>
                  </a:cubicBezTo>
                  <a:cubicBezTo>
                    <a:pt x="457" y="113"/>
                    <a:pt x="457" y="98"/>
                    <a:pt x="457" y="93"/>
                  </a:cubicBezTo>
                  <a:cubicBezTo>
                    <a:pt x="461" y="93"/>
                    <a:pt x="461" y="93"/>
                    <a:pt x="461" y="93"/>
                  </a:cubicBezTo>
                  <a:cubicBezTo>
                    <a:pt x="461" y="93"/>
                    <a:pt x="462" y="93"/>
                    <a:pt x="462" y="93"/>
                  </a:cubicBezTo>
                  <a:cubicBezTo>
                    <a:pt x="464" y="106"/>
                    <a:pt x="470" y="112"/>
                    <a:pt x="481" y="112"/>
                  </a:cubicBezTo>
                  <a:cubicBezTo>
                    <a:pt x="491" y="112"/>
                    <a:pt x="497" y="108"/>
                    <a:pt x="497" y="101"/>
                  </a:cubicBezTo>
                  <a:cubicBezTo>
                    <a:pt x="497" y="79"/>
                    <a:pt x="457" y="86"/>
                    <a:pt x="457" y="59"/>
                  </a:cubicBezTo>
                  <a:cubicBezTo>
                    <a:pt x="457" y="45"/>
                    <a:pt x="467" y="36"/>
                    <a:pt x="481" y="36"/>
                  </a:cubicBezTo>
                  <a:cubicBezTo>
                    <a:pt x="486" y="36"/>
                    <a:pt x="493" y="37"/>
                    <a:pt x="497" y="41"/>
                  </a:cubicBezTo>
                  <a:cubicBezTo>
                    <a:pt x="499" y="39"/>
                    <a:pt x="499" y="39"/>
                    <a:pt x="499" y="39"/>
                  </a:cubicBezTo>
                  <a:cubicBezTo>
                    <a:pt x="499" y="38"/>
                    <a:pt x="499" y="38"/>
                    <a:pt x="500" y="38"/>
                  </a:cubicBezTo>
                  <a:cubicBezTo>
                    <a:pt x="503" y="38"/>
                    <a:pt x="503" y="38"/>
                    <a:pt x="503" y="38"/>
                  </a:cubicBezTo>
                  <a:cubicBezTo>
                    <a:pt x="503" y="43"/>
                    <a:pt x="503" y="56"/>
                    <a:pt x="503" y="61"/>
                  </a:cubicBezTo>
                  <a:cubicBezTo>
                    <a:pt x="499" y="61"/>
                    <a:pt x="499" y="61"/>
                    <a:pt x="499" y="61"/>
                  </a:cubicBezTo>
                  <a:cubicBezTo>
                    <a:pt x="499" y="61"/>
                    <a:pt x="499" y="61"/>
                    <a:pt x="498" y="61"/>
                  </a:cubicBezTo>
                  <a:cubicBezTo>
                    <a:pt x="496" y="50"/>
                    <a:pt x="491" y="43"/>
                    <a:pt x="481" y="43"/>
                  </a:cubicBezTo>
                  <a:cubicBezTo>
                    <a:pt x="472" y="43"/>
                    <a:pt x="468" y="48"/>
                    <a:pt x="468" y="53"/>
                  </a:cubicBezTo>
                  <a:cubicBezTo>
                    <a:pt x="468" y="74"/>
                    <a:pt x="509" y="67"/>
                    <a:pt x="509" y="94"/>
                  </a:cubicBezTo>
                  <a:cubicBezTo>
                    <a:pt x="509" y="111"/>
                    <a:pt x="495" y="119"/>
                    <a:pt x="481" y="119"/>
                  </a:cubicBezTo>
                  <a:cubicBezTo>
                    <a:pt x="473" y="119"/>
                    <a:pt x="467" y="117"/>
                    <a:pt x="463" y="115"/>
                  </a:cubicBezTo>
                  <a:close/>
                  <a:moveTo>
                    <a:pt x="547" y="117"/>
                  </a:moveTo>
                  <a:cubicBezTo>
                    <a:pt x="541" y="117"/>
                    <a:pt x="534" y="117"/>
                    <a:pt x="529" y="117"/>
                  </a:cubicBezTo>
                  <a:cubicBezTo>
                    <a:pt x="529" y="113"/>
                    <a:pt x="529" y="113"/>
                    <a:pt x="529" y="113"/>
                  </a:cubicBezTo>
                  <a:cubicBezTo>
                    <a:pt x="529" y="112"/>
                    <a:pt x="529" y="112"/>
                    <a:pt x="530" y="112"/>
                  </a:cubicBezTo>
                  <a:cubicBezTo>
                    <a:pt x="540" y="111"/>
                    <a:pt x="540" y="110"/>
                    <a:pt x="540" y="96"/>
                  </a:cubicBezTo>
                  <a:cubicBezTo>
                    <a:pt x="540" y="46"/>
                    <a:pt x="540" y="46"/>
                    <a:pt x="540" y="46"/>
                  </a:cubicBezTo>
                  <a:cubicBezTo>
                    <a:pt x="540" y="45"/>
                    <a:pt x="540" y="44"/>
                    <a:pt x="539" y="44"/>
                  </a:cubicBezTo>
                  <a:cubicBezTo>
                    <a:pt x="532" y="44"/>
                    <a:pt x="532" y="44"/>
                    <a:pt x="532" y="44"/>
                  </a:cubicBezTo>
                  <a:cubicBezTo>
                    <a:pt x="522" y="44"/>
                    <a:pt x="517" y="46"/>
                    <a:pt x="515" y="61"/>
                  </a:cubicBezTo>
                  <a:cubicBezTo>
                    <a:pt x="515" y="61"/>
                    <a:pt x="515" y="61"/>
                    <a:pt x="514" y="61"/>
                  </a:cubicBezTo>
                  <a:cubicBezTo>
                    <a:pt x="511" y="61"/>
                    <a:pt x="511" y="61"/>
                    <a:pt x="511" y="61"/>
                  </a:cubicBezTo>
                  <a:cubicBezTo>
                    <a:pt x="511" y="56"/>
                    <a:pt x="511" y="44"/>
                    <a:pt x="511" y="38"/>
                  </a:cubicBezTo>
                  <a:cubicBezTo>
                    <a:pt x="516" y="38"/>
                    <a:pt x="522" y="38"/>
                    <a:pt x="532" y="38"/>
                  </a:cubicBezTo>
                  <a:cubicBezTo>
                    <a:pt x="561" y="38"/>
                    <a:pt x="561" y="38"/>
                    <a:pt x="561" y="38"/>
                  </a:cubicBezTo>
                  <a:cubicBezTo>
                    <a:pt x="571" y="38"/>
                    <a:pt x="577" y="38"/>
                    <a:pt x="582" y="38"/>
                  </a:cubicBezTo>
                  <a:cubicBezTo>
                    <a:pt x="582" y="44"/>
                    <a:pt x="583" y="56"/>
                    <a:pt x="583" y="61"/>
                  </a:cubicBezTo>
                  <a:cubicBezTo>
                    <a:pt x="579" y="61"/>
                    <a:pt x="579" y="61"/>
                    <a:pt x="579" y="61"/>
                  </a:cubicBezTo>
                  <a:cubicBezTo>
                    <a:pt x="578" y="61"/>
                    <a:pt x="578" y="61"/>
                    <a:pt x="578" y="61"/>
                  </a:cubicBezTo>
                  <a:cubicBezTo>
                    <a:pt x="576" y="46"/>
                    <a:pt x="571" y="44"/>
                    <a:pt x="561" y="44"/>
                  </a:cubicBezTo>
                  <a:cubicBezTo>
                    <a:pt x="555" y="44"/>
                    <a:pt x="555" y="44"/>
                    <a:pt x="555" y="44"/>
                  </a:cubicBezTo>
                  <a:cubicBezTo>
                    <a:pt x="554" y="44"/>
                    <a:pt x="554" y="45"/>
                    <a:pt x="554" y="46"/>
                  </a:cubicBezTo>
                  <a:cubicBezTo>
                    <a:pt x="554" y="96"/>
                    <a:pt x="554" y="96"/>
                    <a:pt x="554" y="96"/>
                  </a:cubicBezTo>
                  <a:cubicBezTo>
                    <a:pt x="554" y="110"/>
                    <a:pt x="554" y="111"/>
                    <a:pt x="563" y="112"/>
                  </a:cubicBezTo>
                  <a:cubicBezTo>
                    <a:pt x="564" y="112"/>
                    <a:pt x="564" y="112"/>
                    <a:pt x="564" y="113"/>
                  </a:cubicBezTo>
                  <a:cubicBezTo>
                    <a:pt x="564" y="117"/>
                    <a:pt x="564" y="117"/>
                    <a:pt x="564" y="117"/>
                  </a:cubicBezTo>
                  <a:cubicBezTo>
                    <a:pt x="559" y="117"/>
                    <a:pt x="552" y="117"/>
                    <a:pt x="547" y="117"/>
                  </a:cubicBezTo>
                  <a:close/>
                  <a:moveTo>
                    <a:pt x="622" y="119"/>
                  </a:moveTo>
                  <a:cubicBezTo>
                    <a:pt x="601" y="119"/>
                    <a:pt x="584" y="103"/>
                    <a:pt x="584" y="79"/>
                  </a:cubicBezTo>
                  <a:cubicBezTo>
                    <a:pt x="584" y="50"/>
                    <a:pt x="602" y="36"/>
                    <a:pt x="622" y="36"/>
                  </a:cubicBezTo>
                  <a:cubicBezTo>
                    <a:pt x="644" y="36"/>
                    <a:pt x="660" y="52"/>
                    <a:pt x="660" y="76"/>
                  </a:cubicBezTo>
                  <a:cubicBezTo>
                    <a:pt x="660" y="105"/>
                    <a:pt x="643" y="119"/>
                    <a:pt x="622" y="119"/>
                  </a:cubicBezTo>
                  <a:close/>
                  <a:moveTo>
                    <a:pt x="621" y="43"/>
                  </a:moveTo>
                  <a:cubicBezTo>
                    <a:pt x="607" y="43"/>
                    <a:pt x="600" y="54"/>
                    <a:pt x="600" y="78"/>
                  </a:cubicBezTo>
                  <a:cubicBezTo>
                    <a:pt x="600" y="103"/>
                    <a:pt x="609" y="112"/>
                    <a:pt x="623" y="112"/>
                  </a:cubicBezTo>
                  <a:cubicBezTo>
                    <a:pt x="638" y="112"/>
                    <a:pt x="645" y="101"/>
                    <a:pt x="645" y="77"/>
                  </a:cubicBezTo>
                  <a:cubicBezTo>
                    <a:pt x="645" y="52"/>
                    <a:pt x="635" y="43"/>
                    <a:pt x="621" y="43"/>
                  </a:cubicBezTo>
                  <a:close/>
                  <a:moveTo>
                    <a:pt x="729" y="119"/>
                  </a:moveTo>
                  <a:cubicBezTo>
                    <a:pt x="727" y="115"/>
                    <a:pt x="724" y="111"/>
                    <a:pt x="721" y="107"/>
                  </a:cubicBezTo>
                  <a:cubicBezTo>
                    <a:pt x="684" y="53"/>
                    <a:pt x="684" y="53"/>
                    <a:pt x="684" y="53"/>
                  </a:cubicBezTo>
                  <a:cubicBezTo>
                    <a:pt x="683" y="53"/>
                    <a:pt x="683" y="53"/>
                    <a:pt x="683" y="53"/>
                  </a:cubicBezTo>
                  <a:cubicBezTo>
                    <a:pt x="683" y="84"/>
                    <a:pt x="683" y="84"/>
                    <a:pt x="683" y="84"/>
                  </a:cubicBezTo>
                  <a:cubicBezTo>
                    <a:pt x="683" y="108"/>
                    <a:pt x="683" y="111"/>
                    <a:pt x="697" y="112"/>
                  </a:cubicBezTo>
                  <a:cubicBezTo>
                    <a:pt x="698" y="112"/>
                    <a:pt x="698" y="112"/>
                    <a:pt x="698" y="113"/>
                  </a:cubicBezTo>
                  <a:cubicBezTo>
                    <a:pt x="698" y="117"/>
                    <a:pt x="698" y="117"/>
                    <a:pt x="698" y="117"/>
                  </a:cubicBezTo>
                  <a:cubicBezTo>
                    <a:pt x="693" y="117"/>
                    <a:pt x="685" y="117"/>
                    <a:pt x="679" y="117"/>
                  </a:cubicBezTo>
                  <a:cubicBezTo>
                    <a:pt x="673" y="117"/>
                    <a:pt x="669" y="117"/>
                    <a:pt x="664" y="117"/>
                  </a:cubicBezTo>
                  <a:cubicBezTo>
                    <a:pt x="664" y="113"/>
                    <a:pt x="664" y="113"/>
                    <a:pt x="664" y="113"/>
                  </a:cubicBezTo>
                  <a:cubicBezTo>
                    <a:pt x="664" y="112"/>
                    <a:pt x="664" y="112"/>
                    <a:pt x="665" y="112"/>
                  </a:cubicBezTo>
                  <a:cubicBezTo>
                    <a:pt x="675" y="111"/>
                    <a:pt x="675" y="108"/>
                    <a:pt x="675" y="84"/>
                  </a:cubicBezTo>
                  <a:cubicBezTo>
                    <a:pt x="675" y="59"/>
                    <a:pt x="675" y="59"/>
                    <a:pt x="675" y="59"/>
                  </a:cubicBezTo>
                  <a:cubicBezTo>
                    <a:pt x="675" y="45"/>
                    <a:pt x="675" y="44"/>
                    <a:pt x="665" y="43"/>
                  </a:cubicBezTo>
                  <a:cubicBezTo>
                    <a:pt x="664" y="43"/>
                    <a:pt x="664" y="43"/>
                    <a:pt x="664" y="42"/>
                  </a:cubicBezTo>
                  <a:cubicBezTo>
                    <a:pt x="664" y="38"/>
                    <a:pt x="664" y="38"/>
                    <a:pt x="664" y="38"/>
                  </a:cubicBezTo>
                  <a:cubicBezTo>
                    <a:pt x="668" y="38"/>
                    <a:pt x="675" y="38"/>
                    <a:pt x="678" y="38"/>
                  </a:cubicBezTo>
                  <a:cubicBezTo>
                    <a:pt x="683" y="38"/>
                    <a:pt x="687" y="38"/>
                    <a:pt x="690" y="38"/>
                  </a:cubicBezTo>
                  <a:cubicBezTo>
                    <a:pt x="730" y="96"/>
                    <a:pt x="730" y="96"/>
                    <a:pt x="730" y="96"/>
                  </a:cubicBezTo>
                  <a:cubicBezTo>
                    <a:pt x="731" y="96"/>
                    <a:pt x="731" y="96"/>
                    <a:pt x="731" y="96"/>
                  </a:cubicBezTo>
                  <a:cubicBezTo>
                    <a:pt x="731" y="71"/>
                    <a:pt x="731" y="71"/>
                    <a:pt x="731" y="71"/>
                  </a:cubicBezTo>
                  <a:cubicBezTo>
                    <a:pt x="731" y="47"/>
                    <a:pt x="730" y="44"/>
                    <a:pt x="716" y="43"/>
                  </a:cubicBezTo>
                  <a:cubicBezTo>
                    <a:pt x="716" y="43"/>
                    <a:pt x="716" y="43"/>
                    <a:pt x="716" y="42"/>
                  </a:cubicBezTo>
                  <a:cubicBezTo>
                    <a:pt x="716" y="38"/>
                    <a:pt x="716" y="38"/>
                    <a:pt x="716" y="38"/>
                  </a:cubicBezTo>
                  <a:cubicBezTo>
                    <a:pt x="721" y="38"/>
                    <a:pt x="729" y="38"/>
                    <a:pt x="735" y="38"/>
                  </a:cubicBezTo>
                  <a:cubicBezTo>
                    <a:pt x="740" y="38"/>
                    <a:pt x="744" y="38"/>
                    <a:pt x="750" y="38"/>
                  </a:cubicBezTo>
                  <a:cubicBezTo>
                    <a:pt x="750" y="42"/>
                    <a:pt x="750" y="42"/>
                    <a:pt x="750" y="42"/>
                  </a:cubicBezTo>
                  <a:cubicBezTo>
                    <a:pt x="750" y="43"/>
                    <a:pt x="750" y="43"/>
                    <a:pt x="749" y="43"/>
                  </a:cubicBezTo>
                  <a:cubicBezTo>
                    <a:pt x="739" y="44"/>
                    <a:pt x="739" y="47"/>
                    <a:pt x="739" y="71"/>
                  </a:cubicBezTo>
                  <a:cubicBezTo>
                    <a:pt x="739" y="119"/>
                    <a:pt x="739" y="119"/>
                    <a:pt x="739" y="119"/>
                  </a:cubicBezTo>
                  <a:lnTo>
                    <a:pt x="729" y="119"/>
                  </a:lnTo>
                  <a:close/>
                  <a:moveTo>
                    <a:pt x="921" y="119"/>
                  </a:moveTo>
                  <a:cubicBezTo>
                    <a:pt x="900" y="119"/>
                    <a:pt x="883" y="103"/>
                    <a:pt x="883" y="79"/>
                  </a:cubicBezTo>
                  <a:cubicBezTo>
                    <a:pt x="883" y="50"/>
                    <a:pt x="901" y="36"/>
                    <a:pt x="921" y="36"/>
                  </a:cubicBezTo>
                  <a:cubicBezTo>
                    <a:pt x="943" y="36"/>
                    <a:pt x="960" y="52"/>
                    <a:pt x="960" y="76"/>
                  </a:cubicBezTo>
                  <a:cubicBezTo>
                    <a:pt x="960" y="105"/>
                    <a:pt x="942" y="119"/>
                    <a:pt x="921" y="119"/>
                  </a:cubicBezTo>
                  <a:close/>
                  <a:moveTo>
                    <a:pt x="920" y="43"/>
                  </a:moveTo>
                  <a:cubicBezTo>
                    <a:pt x="906" y="43"/>
                    <a:pt x="899" y="54"/>
                    <a:pt x="899" y="78"/>
                  </a:cubicBezTo>
                  <a:cubicBezTo>
                    <a:pt x="899" y="103"/>
                    <a:pt x="908" y="112"/>
                    <a:pt x="922" y="112"/>
                  </a:cubicBezTo>
                  <a:cubicBezTo>
                    <a:pt x="937" y="112"/>
                    <a:pt x="944" y="101"/>
                    <a:pt x="944" y="77"/>
                  </a:cubicBezTo>
                  <a:cubicBezTo>
                    <a:pt x="944" y="52"/>
                    <a:pt x="935" y="43"/>
                    <a:pt x="920" y="43"/>
                  </a:cubicBezTo>
                  <a:close/>
                  <a:moveTo>
                    <a:pt x="1029" y="119"/>
                  </a:moveTo>
                  <a:cubicBezTo>
                    <a:pt x="1026" y="115"/>
                    <a:pt x="1023" y="111"/>
                    <a:pt x="1020" y="107"/>
                  </a:cubicBezTo>
                  <a:cubicBezTo>
                    <a:pt x="983" y="53"/>
                    <a:pt x="983" y="53"/>
                    <a:pt x="983" y="53"/>
                  </a:cubicBezTo>
                  <a:cubicBezTo>
                    <a:pt x="982" y="53"/>
                    <a:pt x="982" y="53"/>
                    <a:pt x="982" y="53"/>
                  </a:cubicBezTo>
                  <a:cubicBezTo>
                    <a:pt x="982" y="84"/>
                    <a:pt x="982" y="84"/>
                    <a:pt x="982" y="84"/>
                  </a:cubicBezTo>
                  <a:cubicBezTo>
                    <a:pt x="982" y="108"/>
                    <a:pt x="983" y="111"/>
                    <a:pt x="996" y="112"/>
                  </a:cubicBezTo>
                  <a:cubicBezTo>
                    <a:pt x="997" y="112"/>
                    <a:pt x="997" y="112"/>
                    <a:pt x="997" y="113"/>
                  </a:cubicBezTo>
                  <a:cubicBezTo>
                    <a:pt x="997" y="117"/>
                    <a:pt x="997" y="117"/>
                    <a:pt x="997" y="117"/>
                  </a:cubicBezTo>
                  <a:cubicBezTo>
                    <a:pt x="992" y="117"/>
                    <a:pt x="984" y="117"/>
                    <a:pt x="978" y="117"/>
                  </a:cubicBezTo>
                  <a:cubicBezTo>
                    <a:pt x="972" y="117"/>
                    <a:pt x="969" y="117"/>
                    <a:pt x="963" y="117"/>
                  </a:cubicBezTo>
                  <a:cubicBezTo>
                    <a:pt x="963" y="113"/>
                    <a:pt x="963" y="113"/>
                    <a:pt x="963" y="113"/>
                  </a:cubicBezTo>
                  <a:cubicBezTo>
                    <a:pt x="963" y="112"/>
                    <a:pt x="963" y="112"/>
                    <a:pt x="964" y="112"/>
                  </a:cubicBezTo>
                  <a:cubicBezTo>
                    <a:pt x="974" y="111"/>
                    <a:pt x="974" y="108"/>
                    <a:pt x="974" y="84"/>
                  </a:cubicBezTo>
                  <a:cubicBezTo>
                    <a:pt x="974" y="59"/>
                    <a:pt x="974" y="59"/>
                    <a:pt x="974" y="59"/>
                  </a:cubicBezTo>
                  <a:cubicBezTo>
                    <a:pt x="974" y="45"/>
                    <a:pt x="974" y="44"/>
                    <a:pt x="964" y="43"/>
                  </a:cubicBezTo>
                  <a:cubicBezTo>
                    <a:pt x="963" y="43"/>
                    <a:pt x="963" y="43"/>
                    <a:pt x="963" y="42"/>
                  </a:cubicBezTo>
                  <a:cubicBezTo>
                    <a:pt x="963" y="38"/>
                    <a:pt x="963" y="38"/>
                    <a:pt x="963" y="38"/>
                  </a:cubicBezTo>
                  <a:cubicBezTo>
                    <a:pt x="968" y="38"/>
                    <a:pt x="974" y="38"/>
                    <a:pt x="977" y="38"/>
                  </a:cubicBezTo>
                  <a:cubicBezTo>
                    <a:pt x="982" y="38"/>
                    <a:pt x="986" y="38"/>
                    <a:pt x="989" y="38"/>
                  </a:cubicBezTo>
                  <a:cubicBezTo>
                    <a:pt x="1029" y="96"/>
                    <a:pt x="1029" y="96"/>
                    <a:pt x="1029" y="96"/>
                  </a:cubicBezTo>
                  <a:cubicBezTo>
                    <a:pt x="1030" y="96"/>
                    <a:pt x="1030" y="96"/>
                    <a:pt x="1030" y="96"/>
                  </a:cubicBezTo>
                  <a:cubicBezTo>
                    <a:pt x="1030" y="71"/>
                    <a:pt x="1030" y="71"/>
                    <a:pt x="1030" y="71"/>
                  </a:cubicBezTo>
                  <a:cubicBezTo>
                    <a:pt x="1030" y="47"/>
                    <a:pt x="1030" y="44"/>
                    <a:pt x="1016" y="43"/>
                  </a:cubicBezTo>
                  <a:cubicBezTo>
                    <a:pt x="1015" y="43"/>
                    <a:pt x="1015" y="43"/>
                    <a:pt x="1015" y="42"/>
                  </a:cubicBezTo>
                  <a:cubicBezTo>
                    <a:pt x="1015" y="38"/>
                    <a:pt x="1015" y="38"/>
                    <a:pt x="1015" y="38"/>
                  </a:cubicBezTo>
                  <a:cubicBezTo>
                    <a:pt x="1020" y="38"/>
                    <a:pt x="1028" y="38"/>
                    <a:pt x="1034" y="38"/>
                  </a:cubicBezTo>
                  <a:cubicBezTo>
                    <a:pt x="1040" y="38"/>
                    <a:pt x="1044" y="38"/>
                    <a:pt x="1049" y="38"/>
                  </a:cubicBezTo>
                  <a:cubicBezTo>
                    <a:pt x="1049" y="42"/>
                    <a:pt x="1049" y="42"/>
                    <a:pt x="1049" y="42"/>
                  </a:cubicBezTo>
                  <a:cubicBezTo>
                    <a:pt x="1049" y="43"/>
                    <a:pt x="1049" y="43"/>
                    <a:pt x="1048" y="43"/>
                  </a:cubicBezTo>
                  <a:cubicBezTo>
                    <a:pt x="1038" y="44"/>
                    <a:pt x="1038" y="47"/>
                    <a:pt x="1038" y="71"/>
                  </a:cubicBezTo>
                  <a:cubicBezTo>
                    <a:pt x="1038" y="119"/>
                    <a:pt x="1038" y="119"/>
                    <a:pt x="1038" y="119"/>
                  </a:cubicBezTo>
                  <a:lnTo>
                    <a:pt x="1029" y="119"/>
                  </a:lnTo>
                  <a:close/>
                  <a:moveTo>
                    <a:pt x="1062" y="115"/>
                  </a:moveTo>
                  <a:cubicBezTo>
                    <a:pt x="1060" y="117"/>
                    <a:pt x="1060" y="117"/>
                    <a:pt x="1060" y="117"/>
                  </a:cubicBezTo>
                  <a:cubicBezTo>
                    <a:pt x="1060" y="118"/>
                    <a:pt x="1059" y="118"/>
                    <a:pt x="1059" y="118"/>
                  </a:cubicBezTo>
                  <a:cubicBezTo>
                    <a:pt x="1056" y="118"/>
                    <a:pt x="1056" y="118"/>
                    <a:pt x="1056" y="118"/>
                  </a:cubicBezTo>
                  <a:cubicBezTo>
                    <a:pt x="1056" y="113"/>
                    <a:pt x="1056" y="98"/>
                    <a:pt x="1056" y="93"/>
                  </a:cubicBezTo>
                  <a:cubicBezTo>
                    <a:pt x="1060" y="93"/>
                    <a:pt x="1060" y="93"/>
                    <a:pt x="1060" y="93"/>
                  </a:cubicBezTo>
                  <a:cubicBezTo>
                    <a:pt x="1060" y="93"/>
                    <a:pt x="1061" y="93"/>
                    <a:pt x="1061" y="93"/>
                  </a:cubicBezTo>
                  <a:cubicBezTo>
                    <a:pt x="1063" y="106"/>
                    <a:pt x="1069" y="112"/>
                    <a:pt x="1080" y="112"/>
                  </a:cubicBezTo>
                  <a:cubicBezTo>
                    <a:pt x="1090" y="112"/>
                    <a:pt x="1097" y="108"/>
                    <a:pt x="1097" y="101"/>
                  </a:cubicBezTo>
                  <a:cubicBezTo>
                    <a:pt x="1097" y="79"/>
                    <a:pt x="1056" y="86"/>
                    <a:pt x="1056" y="59"/>
                  </a:cubicBezTo>
                  <a:cubicBezTo>
                    <a:pt x="1056" y="45"/>
                    <a:pt x="1066" y="36"/>
                    <a:pt x="1080" y="36"/>
                  </a:cubicBezTo>
                  <a:cubicBezTo>
                    <a:pt x="1085" y="36"/>
                    <a:pt x="1091" y="37"/>
                    <a:pt x="1096" y="40"/>
                  </a:cubicBezTo>
                  <a:cubicBezTo>
                    <a:pt x="1098" y="38"/>
                    <a:pt x="1098" y="38"/>
                    <a:pt x="1098" y="38"/>
                  </a:cubicBezTo>
                  <a:cubicBezTo>
                    <a:pt x="1098" y="37"/>
                    <a:pt x="1099" y="37"/>
                    <a:pt x="1100" y="37"/>
                  </a:cubicBezTo>
                  <a:cubicBezTo>
                    <a:pt x="1102" y="37"/>
                    <a:pt x="1102" y="37"/>
                    <a:pt x="1102" y="37"/>
                  </a:cubicBezTo>
                  <a:cubicBezTo>
                    <a:pt x="1102" y="42"/>
                    <a:pt x="1102" y="54"/>
                    <a:pt x="1102" y="59"/>
                  </a:cubicBezTo>
                  <a:cubicBezTo>
                    <a:pt x="1099" y="59"/>
                    <a:pt x="1099" y="59"/>
                    <a:pt x="1099" y="59"/>
                  </a:cubicBezTo>
                  <a:cubicBezTo>
                    <a:pt x="1098" y="59"/>
                    <a:pt x="1098" y="59"/>
                    <a:pt x="1098" y="58"/>
                  </a:cubicBezTo>
                  <a:cubicBezTo>
                    <a:pt x="1096" y="50"/>
                    <a:pt x="1090" y="43"/>
                    <a:pt x="1080" y="43"/>
                  </a:cubicBezTo>
                  <a:cubicBezTo>
                    <a:pt x="1071" y="43"/>
                    <a:pt x="1068" y="48"/>
                    <a:pt x="1068" y="53"/>
                  </a:cubicBezTo>
                  <a:cubicBezTo>
                    <a:pt x="1068" y="74"/>
                    <a:pt x="1109" y="67"/>
                    <a:pt x="1109" y="94"/>
                  </a:cubicBezTo>
                  <a:cubicBezTo>
                    <a:pt x="1109" y="111"/>
                    <a:pt x="1094" y="119"/>
                    <a:pt x="1081" y="119"/>
                  </a:cubicBezTo>
                  <a:cubicBezTo>
                    <a:pt x="1072" y="119"/>
                    <a:pt x="1067" y="117"/>
                    <a:pt x="1062" y="115"/>
                  </a:cubicBezTo>
                  <a:close/>
                  <a:moveTo>
                    <a:pt x="1155" y="119"/>
                  </a:moveTo>
                  <a:cubicBezTo>
                    <a:pt x="1132" y="119"/>
                    <a:pt x="1122" y="110"/>
                    <a:pt x="1122" y="89"/>
                  </a:cubicBezTo>
                  <a:cubicBezTo>
                    <a:pt x="1122" y="59"/>
                    <a:pt x="1122" y="59"/>
                    <a:pt x="1122" y="59"/>
                  </a:cubicBezTo>
                  <a:cubicBezTo>
                    <a:pt x="1122" y="45"/>
                    <a:pt x="1122" y="44"/>
                    <a:pt x="1113" y="43"/>
                  </a:cubicBezTo>
                  <a:cubicBezTo>
                    <a:pt x="1112" y="43"/>
                    <a:pt x="1111" y="43"/>
                    <a:pt x="1111" y="42"/>
                  </a:cubicBezTo>
                  <a:cubicBezTo>
                    <a:pt x="1111" y="38"/>
                    <a:pt x="1111" y="38"/>
                    <a:pt x="1111" y="38"/>
                  </a:cubicBezTo>
                  <a:cubicBezTo>
                    <a:pt x="1117" y="38"/>
                    <a:pt x="1124" y="38"/>
                    <a:pt x="1129" y="38"/>
                  </a:cubicBezTo>
                  <a:cubicBezTo>
                    <a:pt x="1135" y="38"/>
                    <a:pt x="1142" y="38"/>
                    <a:pt x="1147" y="38"/>
                  </a:cubicBezTo>
                  <a:cubicBezTo>
                    <a:pt x="1147" y="42"/>
                    <a:pt x="1147" y="42"/>
                    <a:pt x="1147" y="42"/>
                  </a:cubicBezTo>
                  <a:cubicBezTo>
                    <a:pt x="1147" y="43"/>
                    <a:pt x="1147" y="43"/>
                    <a:pt x="1146" y="43"/>
                  </a:cubicBezTo>
                  <a:cubicBezTo>
                    <a:pt x="1136" y="44"/>
                    <a:pt x="1136" y="45"/>
                    <a:pt x="1136" y="59"/>
                  </a:cubicBezTo>
                  <a:cubicBezTo>
                    <a:pt x="1136" y="91"/>
                    <a:pt x="1136" y="91"/>
                    <a:pt x="1136" y="91"/>
                  </a:cubicBezTo>
                  <a:cubicBezTo>
                    <a:pt x="1136" y="103"/>
                    <a:pt x="1142" y="110"/>
                    <a:pt x="1157" y="110"/>
                  </a:cubicBezTo>
                  <a:cubicBezTo>
                    <a:pt x="1170" y="110"/>
                    <a:pt x="1177" y="103"/>
                    <a:pt x="1177" y="90"/>
                  </a:cubicBezTo>
                  <a:cubicBezTo>
                    <a:pt x="1177" y="71"/>
                    <a:pt x="1177" y="71"/>
                    <a:pt x="1177" y="71"/>
                  </a:cubicBezTo>
                  <a:cubicBezTo>
                    <a:pt x="1177" y="46"/>
                    <a:pt x="1177" y="45"/>
                    <a:pt x="1163" y="43"/>
                  </a:cubicBezTo>
                  <a:cubicBezTo>
                    <a:pt x="1162" y="43"/>
                    <a:pt x="1162" y="43"/>
                    <a:pt x="1162" y="42"/>
                  </a:cubicBezTo>
                  <a:cubicBezTo>
                    <a:pt x="1162" y="38"/>
                    <a:pt x="1162" y="38"/>
                    <a:pt x="1162" y="38"/>
                  </a:cubicBezTo>
                  <a:cubicBezTo>
                    <a:pt x="1167" y="38"/>
                    <a:pt x="1175" y="38"/>
                    <a:pt x="1181" y="38"/>
                  </a:cubicBezTo>
                  <a:cubicBezTo>
                    <a:pt x="1186" y="38"/>
                    <a:pt x="1189" y="38"/>
                    <a:pt x="1194" y="38"/>
                  </a:cubicBezTo>
                  <a:cubicBezTo>
                    <a:pt x="1194" y="42"/>
                    <a:pt x="1194" y="42"/>
                    <a:pt x="1194" y="42"/>
                  </a:cubicBezTo>
                  <a:cubicBezTo>
                    <a:pt x="1194" y="43"/>
                    <a:pt x="1194" y="43"/>
                    <a:pt x="1193" y="43"/>
                  </a:cubicBezTo>
                  <a:cubicBezTo>
                    <a:pt x="1185" y="44"/>
                    <a:pt x="1185" y="46"/>
                    <a:pt x="1185" y="71"/>
                  </a:cubicBezTo>
                  <a:cubicBezTo>
                    <a:pt x="1185" y="88"/>
                    <a:pt x="1185" y="88"/>
                    <a:pt x="1185" y="88"/>
                  </a:cubicBezTo>
                  <a:cubicBezTo>
                    <a:pt x="1185" y="109"/>
                    <a:pt x="1175" y="119"/>
                    <a:pt x="1155" y="119"/>
                  </a:cubicBezTo>
                  <a:close/>
                  <a:moveTo>
                    <a:pt x="1243" y="117"/>
                  </a:moveTo>
                  <a:cubicBezTo>
                    <a:pt x="1216" y="117"/>
                    <a:pt x="1216" y="117"/>
                    <a:pt x="1216" y="117"/>
                  </a:cubicBezTo>
                  <a:cubicBezTo>
                    <a:pt x="1211" y="117"/>
                    <a:pt x="1205" y="117"/>
                    <a:pt x="1199" y="117"/>
                  </a:cubicBezTo>
                  <a:cubicBezTo>
                    <a:pt x="1199" y="113"/>
                    <a:pt x="1199" y="113"/>
                    <a:pt x="1199" y="113"/>
                  </a:cubicBezTo>
                  <a:cubicBezTo>
                    <a:pt x="1199" y="112"/>
                    <a:pt x="1199" y="112"/>
                    <a:pt x="1200" y="112"/>
                  </a:cubicBezTo>
                  <a:cubicBezTo>
                    <a:pt x="1210" y="111"/>
                    <a:pt x="1210" y="110"/>
                    <a:pt x="1210" y="96"/>
                  </a:cubicBezTo>
                  <a:cubicBezTo>
                    <a:pt x="1210" y="59"/>
                    <a:pt x="1210" y="59"/>
                    <a:pt x="1210" y="59"/>
                  </a:cubicBezTo>
                  <a:cubicBezTo>
                    <a:pt x="1210" y="45"/>
                    <a:pt x="1210" y="44"/>
                    <a:pt x="1200" y="43"/>
                  </a:cubicBezTo>
                  <a:cubicBezTo>
                    <a:pt x="1199" y="43"/>
                    <a:pt x="1199" y="43"/>
                    <a:pt x="1199" y="42"/>
                  </a:cubicBezTo>
                  <a:cubicBezTo>
                    <a:pt x="1199" y="38"/>
                    <a:pt x="1199" y="38"/>
                    <a:pt x="1199" y="38"/>
                  </a:cubicBezTo>
                  <a:cubicBezTo>
                    <a:pt x="1205" y="38"/>
                    <a:pt x="1212" y="38"/>
                    <a:pt x="1217" y="38"/>
                  </a:cubicBezTo>
                  <a:cubicBezTo>
                    <a:pt x="1223" y="38"/>
                    <a:pt x="1232" y="38"/>
                    <a:pt x="1237" y="38"/>
                  </a:cubicBezTo>
                  <a:cubicBezTo>
                    <a:pt x="1237" y="42"/>
                    <a:pt x="1237" y="42"/>
                    <a:pt x="1237" y="42"/>
                  </a:cubicBezTo>
                  <a:cubicBezTo>
                    <a:pt x="1237" y="43"/>
                    <a:pt x="1237" y="43"/>
                    <a:pt x="1236" y="43"/>
                  </a:cubicBezTo>
                  <a:cubicBezTo>
                    <a:pt x="1224" y="44"/>
                    <a:pt x="1224" y="45"/>
                    <a:pt x="1224" y="59"/>
                  </a:cubicBezTo>
                  <a:cubicBezTo>
                    <a:pt x="1224" y="95"/>
                    <a:pt x="1224" y="95"/>
                    <a:pt x="1224" y="95"/>
                  </a:cubicBezTo>
                  <a:cubicBezTo>
                    <a:pt x="1224" y="109"/>
                    <a:pt x="1224" y="110"/>
                    <a:pt x="1235" y="110"/>
                  </a:cubicBezTo>
                  <a:cubicBezTo>
                    <a:pt x="1240" y="110"/>
                    <a:pt x="1240" y="110"/>
                    <a:pt x="1240" y="110"/>
                  </a:cubicBezTo>
                  <a:cubicBezTo>
                    <a:pt x="1250" y="110"/>
                    <a:pt x="1255" y="107"/>
                    <a:pt x="1257" y="92"/>
                  </a:cubicBezTo>
                  <a:cubicBezTo>
                    <a:pt x="1257" y="92"/>
                    <a:pt x="1257" y="91"/>
                    <a:pt x="1258" y="91"/>
                  </a:cubicBezTo>
                  <a:cubicBezTo>
                    <a:pt x="1261" y="91"/>
                    <a:pt x="1261" y="91"/>
                    <a:pt x="1261" y="91"/>
                  </a:cubicBezTo>
                  <a:cubicBezTo>
                    <a:pt x="1261" y="97"/>
                    <a:pt x="1261" y="111"/>
                    <a:pt x="1261" y="117"/>
                  </a:cubicBezTo>
                  <a:cubicBezTo>
                    <a:pt x="1256" y="117"/>
                    <a:pt x="1253" y="117"/>
                    <a:pt x="1243" y="117"/>
                  </a:cubicBezTo>
                  <a:close/>
                  <a:moveTo>
                    <a:pt x="1291" y="117"/>
                  </a:moveTo>
                  <a:cubicBezTo>
                    <a:pt x="1285" y="117"/>
                    <a:pt x="1278" y="117"/>
                    <a:pt x="1273" y="117"/>
                  </a:cubicBezTo>
                  <a:cubicBezTo>
                    <a:pt x="1273" y="113"/>
                    <a:pt x="1273" y="113"/>
                    <a:pt x="1273" y="113"/>
                  </a:cubicBezTo>
                  <a:cubicBezTo>
                    <a:pt x="1273" y="112"/>
                    <a:pt x="1273" y="112"/>
                    <a:pt x="1274" y="112"/>
                  </a:cubicBezTo>
                  <a:cubicBezTo>
                    <a:pt x="1284" y="111"/>
                    <a:pt x="1284" y="110"/>
                    <a:pt x="1284" y="96"/>
                  </a:cubicBezTo>
                  <a:cubicBezTo>
                    <a:pt x="1284" y="46"/>
                    <a:pt x="1284" y="46"/>
                    <a:pt x="1284" y="46"/>
                  </a:cubicBezTo>
                  <a:cubicBezTo>
                    <a:pt x="1284" y="45"/>
                    <a:pt x="1284" y="44"/>
                    <a:pt x="1283" y="44"/>
                  </a:cubicBezTo>
                  <a:cubicBezTo>
                    <a:pt x="1276" y="44"/>
                    <a:pt x="1276" y="44"/>
                    <a:pt x="1276" y="44"/>
                  </a:cubicBezTo>
                  <a:cubicBezTo>
                    <a:pt x="1266" y="44"/>
                    <a:pt x="1261" y="46"/>
                    <a:pt x="1260" y="61"/>
                  </a:cubicBezTo>
                  <a:cubicBezTo>
                    <a:pt x="1260" y="61"/>
                    <a:pt x="1259" y="61"/>
                    <a:pt x="1259" y="61"/>
                  </a:cubicBezTo>
                  <a:cubicBezTo>
                    <a:pt x="1255" y="61"/>
                    <a:pt x="1255" y="61"/>
                    <a:pt x="1255" y="61"/>
                  </a:cubicBezTo>
                  <a:cubicBezTo>
                    <a:pt x="1255" y="56"/>
                    <a:pt x="1255" y="44"/>
                    <a:pt x="1255" y="38"/>
                  </a:cubicBezTo>
                  <a:cubicBezTo>
                    <a:pt x="1260" y="38"/>
                    <a:pt x="1266" y="38"/>
                    <a:pt x="1276" y="38"/>
                  </a:cubicBezTo>
                  <a:cubicBezTo>
                    <a:pt x="1306" y="38"/>
                    <a:pt x="1306" y="38"/>
                    <a:pt x="1306" y="38"/>
                  </a:cubicBezTo>
                  <a:cubicBezTo>
                    <a:pt x="1316" y="38"/>
                    <a:pt x="1322" y="38"/>
                    <a:pt x="1327" y="38"/>
                  </a:cubicBezTo>
                  <a:cubicBezTo>
                    <a:pt x="1327" y="44"/>
                    <a:pt x="1327" y="56"/>
                    <a:pt x="1327" y="61"/>
                  </a:cubicBezTo>
                  <a:cubicBezTo>
                    <a:pt x="1323" y="61"/>
                    <a:pt x="1323" y="61"/>
                    <a:pt x="1323" y="61"/>
                  </a:cubicBezTo>
                  <a:cubicBezTo>
                    <a:pt x="1323" y="61"/>
                    <a:pt x="1322" y="61"/>
                    <a:pt x="1322" y="61"/>
                  </a:cubicBezTo>
                  <a:cubicBezTo>
                    <a:pt x="1320" y="46"/>
                    <a:pt x="1315" y="44"/>
                    <a:pt x="1306" y="44"/>
                  </a:cubicBezTo>
                  <a:cubicBezTo>
                    <a:pt x="1299" y="44"/>
                    <a:pt x="1299" y="44"/>
                    <a:pt x="1299" y="44"/>
                  </a:cubicBezTo>
                  <a:cubicBezTo>
                    <a:pt x="1298" y="44"/>
                    <a:pt x="1298" y="45"/>
                    <a:pt x="1298" y="46"/>
                  </a:cubicBezTo>
                  <a:cubicBezTo>
                    <a:pt x="1298" y="96"/>
                    <a:pt x="1298" y="96"/>
                    <a:pt x="1298" y="96"/>
                  </a:cubicBezTo>
                  <a:cubicBezTo>
                    <a:pt x="1298" y="110"/>
                    <a:pt x="1298" y="111"/>
                    <a:pt x="1308" y="112"/>
                  </a:cubicBezTo>
                  <a:cubicBezTo>
                    <a:pt x="1309" y="112"/>
                    <a:pt x="1309" y="112"/>
                    <a:pt x="1309" y="113"/>
                  </a:cubicBezTo>
                  <a:cubicBezTo>
                    <a:pt x="1309" y="117"/>
                    <a:pt x="1309" y="117"/>
                    <a:pt x="1309" y="117"/>
                  </a:cubicBezTo>
                  <a:cubicBezTo>
                    <a:pt x="1303" y="117"/>
                    <a:pt x="1296" y="117"/>
                    <a:pt x="1291" y="117"/>
                  </a:cubicBezTo>
                  <a:close/>
                  <a:moveTo>
                    <a:pt x="1349" y="117"/>
                  </a:moveTo>
                  <a:cubicBezTo>
                    <a:pt x="1343" y="117"/>
                    <a:pt x="1336" y="117"/>
                    <a:pt x="1331" y="117"/>
                  </a:cubicBezTo>
                  <a:cubicBezTo>
                    <a:pt x="1331" y="113"/>
                    <a:pt x="1331" y="113"/>
                    <a:pt x="1331" y="113"/>
                  </a:cubicBezTo>
                  <a:cubicBezTo>
                    <a:pt x="1331" y="112"/>
                    <a:pt x="1331" y="112"/>
                    <a:pt x="1332" y="112"/>
                  </a:cubicBezTo>
                  <a:cubicBezTo>
                    <a:pt x="1342" y="111"/>
                    <a:pt x="1342" y="110"/>
                    <a:pt x="1342" y="96"/>
                  </a:cubicBezTo>
                  <a:cubicBezTo>
                    <a:pt x="1342" y="59"/>
                    <a:pt x="1342" y="59"/>
                    <a:pt x="1342" y="59"/>
                  </a:cubicBezTo>
                  <a:cubicBezTo>
                    <a:pt x="1342" y="45"/>
                    <a:pt x="1342" y="44"/>
                    <a:pt x="1332" y="43"/>
                  </a:cubicBezTo>
                  <a:cubicBezTo>
                    <a:pt x="1331" y="43"/>
                    <a:pt x="1331" y="43"/>
                    <a:pt x="1331" y="42"/>
                  </a:cubicBezTo>
                  <a:cubicBezTo>
                    <a:pt x="1331" y="38"/>
                    <a:pt x="1331" y="38"/>
                    <a:pt x="1331" y="38"/>
                  </a:cubicBezTo>
                  <a:cubicBezTo>
                    <a:pt x="1336" y="38"/>
                    <a:pt x="1343" y="38"/>
                    <a:pt x="1349" y="38"/>
                  </a:cubicBezTo>
                  <a:cubicBezTo>
                    <a:pt x="1355" y="38"/>
                    <a:pt x="1361" y="38"/>
                    <a:pt x="1367" y="38"/>
                  </a:cubicBezTo>
                  <a:cubicBezTo>
                    <a:pt x="1367" y="42"/>
                    <a:pt x="1367" y="42"/>
                    <a:pt x="1367" y="42"/>
                  </a:cubicBezTo>
                  <a:cubicBezTo>
                    <a:pt x="1367" y="43"/>
                    <a:pt x="1367" y="43"/>
                    <a:pt x="1366" y="43"/>
                  </a:cubicBezTo>
                  <a:cubicBezTo>
                    <a:pt x="1356" y="44"/>
                    <a:pt x="1356" y="45"/>
                    <a:pt x="1356" y="59"/>
                  </a:cubicBezTo>
                  <a:cubicBezTo>
                    <a:pt x="1356" y="96"/>
                    <a:pt x="1356" y="96"/>
                    <a:pt x="1356" y="96"/>
                  </a:cubicBezTo>
                  <a:cubicBezTo>
                    <a:pt x="1356" y="110"/>
                    <a:pt x="1356" y="111"/>
                    <a:pt x="1366" y="112"/>
                  </a:cubicBezTo>
                  <a:cubicBezTo>
                    <a:pt x="1367" y="112"/>
                    <a:pt x="1367" y="112"/>
                    <a:pt x="1367" y="113"/>
                  </a:cubicBezTo>
                  <a:cubicBezTo>
                    <a:pt x="1367" y="117"/>
                    <a:pt x="1367" y="117"/>
                    <a:pt x="1367" y="117"/>
                  </a:cubicBezTo>
                  <a:cubicBezTo>
                    <a:pt x="1361" y="117"/>
                    <a:pt x="1354" y="117"/>
                    <a:pt x="1349" y="117"/>
                  </a:cubicBezTo>
                  <a:close/>
                  <a:moveTo>
                    <a:pt x="1438" y="119"/>
                  </a:moveTo>
                  <a:cubicBezTo>
                    <a:pt x="1436" y="115"/>
                    <a:pt x="1433" y="111"/>
                    <a:pt x="1430" y="107"/>
                  </a:cubicBezTo>
                  <a:cubicBezTo>
                    <a:pt x="1392" y="53"/>
                    <a:pt x="1392" y="53"/>
                    <a:pt x="1392" y="53"/>
                  </a:cubicBezTo>
                  <a:cubicBezTo>
                    <a:pt x="1392" y="53"/>
                    <a:pt x="1392" y="53"/>
                    <a:pt x="1392" y="53"/>
                  </a:cubicBezTo>
                  <a:cubicBezTo>
                    <a:pt x="1392" y="84"/>
                    <a:pt x="1392" y="84"/>
                    <a:pt x="1392" y="84"/>
                  </a:cubicBezTo>
                  <a:cubicBezTo>
                    <a:pt x="1392" y="108"/>
                    <a:pt x="1392" y="111"/>
                    <a:pt x="1406" y="112"/>
                  </a:cubicBezTo>
                  <a:cubicBezTo>
                    <a:pt x="1406" y="112"/>
                    <a:pt x="1407" y="112"/>
                    <a:pt x="1407" y="113"/>
                  </a:cubicBezTo>
                  <a:cubicBezTo>
                    <a:pt x="1407" y="117"/>
                    <a:pt x="1407" y="117"/>
                    <a:pt x="1407" y="117"/>
                  </a:cubicBezTo>
                  <a:cubicBezTo>
                    <a:pt x="1401" y="117"/>
                    <a:pt x="1393" y="117"/>
                    <a:pt x="1387" y="117"/>
                  </a:cubicBezTo>
                  <a:cubicBezTo>
                    <a:pt x="1382" y="117"/>
                    <a:pt x="1378" y="117"/>
                    <a:pt x="1373" y="117"/>
                  </a:cubicBezTo>
                  <a:cubicBezTo>
                    <a:pt x="1373" y="113"/>
                    <a:pt x="1373" y="113"/>
                    <a:pt x="1373" y="113"/>
                  </a:cubicBezTo>
                  <a:cubicBezTo>
                    <a:pt x="1373" y="112"/>
                    <a:pt x="1373" y="112"/>
                    <a:pt x="1374" y="112"/>
                  </a:cubicBezTo>
                  <a:cubicBezTo>
                    <a:pt x="1383" y="111"/>
                    <a:pt x="1383" y="108"/>
                    <a:pt x="1383" y="84"/>
                  </a:cubicBezTo>
                  <a:cubicBezTo>
                    <a:pt x="1383" y="59"/>
                    <a:pt x="1383" y="59"/>
                    <a:pt x="1383" y="59"/>
                  </a:cubicBezTo>
                  <a:cubicBezTo>
                    <a:pt x="1383" y="45"/>
                    <a:pt x="1383" y="44"/>
                    <a:pt x="1374" y="43"/>
                  </a:cubicBezTo>
                  <a:cubicBezTo>
                    <a:pt x="1373" y="43"/>
                    <a:pt x="1373" y="43"/>
                    <a:pt x="1373" y="42"/>
                  </a:cubicBezTo>
                  <a:cubicBezTo>
                    <a:pt x="1373" y="38"/>
                    <a:pt x="1373" y="38"/>
                    <a:pt x="1373" y="38"/>
                  </a:cubicBezTo>
                  <a:cubicBezTo>
                    <a:pt x="1377" y="38"/>
                    <a:pt x="1384" y="38"/>
                    <a:pt x="1386" y="38"/>
                  </a:cubicBezTo>
                  <a:cubicBezTo>
                    <a:pt x="1391" y="38"/>
                    <a:pt x="1396" y="38"/>
                    <a:pt x="1399" y="38"/>
                  </a:cubicBezTo>
                  <a:cubicBezTo>
                    <a:pt x="1439" y="96"/>
                    <a:pt x="1439" y="96"/>
                    <a:pt x="1439" y="96"/>
                  </a:cubicBezTo>
                  <a:cubicBezTo>
                    <a:pt x="1439" y="71"/>
                    <a:pt x="1439" y="71"/>
                    <a:pt x="1439" y="71"/>
                  </a:cubicBezTo>
                  <a:cubicBezTo>
                    <a:pt x="1439" y="47"/>
                    <a:pt x="1439" y="44"/>
                    <a:pt x="1425" y="43"/>
                  </a:cubicBezTo>
                  <a:cubicBezTo>
                    <a:pt x="1424" y="43"/>
                    <a:pt x="1424" y="43"/>
                    <a:pt x="1424" y="42"/>
                  </a:cubicBezTo>
                  <a:cubicBezTo>
                    <a:pt x="1424" y="38"/>
                    <a:pt x="1424" y="38"/>
                    <a:pt x="1424" y="38"/>
                  </a:cubicBezTo>
                  <a:cubicBezTo>
                    <a:pt x="1430" y="38"/>
                    <a:pt x="1438" y="38"/>
                    <a:pt x="1443" y="38"/>
                  </a:cubicBezTo>
                  <a:cubicBezTo>
                    <a:pt x="1449" y="38"/>
                    <a:pt x="1453" y="38"/>
                    <a:pt x="1458" y="38"/>
                  </a:cubicBezTo>
                  <a:cubicBezTo>
                    <a:pt x="1458" y="42"/>
                    <a:pt x="1458" y="42"/>
                    <a:pt x="1458" y="42"/>
                  </a:cubicBezTo>
                  <a:cubicBezTo>
                    <a:pt x="1458" y="43"/>
                    <a:pt x="1458" y="43"/>
                    <a:pt x="1458" y="43"/>
                  </a:cubicBezTo>
                  <a:cubicBezTo>
                    <a:pt x="1448" y="44"/>
                    <a:pt x="1447" y="47"/>
                    <a:pt x="1447" y="71"/>
                  </a:cubicBezTo>
                  <a:cubicBezTo>
                    <a:pt x="1447" y="119"/>
                    <a:pt x="1447" y="119"/>
                    <a:pt x="1447" y="119"/>
                  </a:cubicBezTo>
                  <a:lnTo>
                    <a:pt x="1438" y="119"/>
                  </a:lnTo>
                  <a:close/>
                  <a:moveTo>
                    <a:pt x="1537" y="86"/>
                  </a:moveTo>
                  <a:cubicBezTo>
                    <a:pt x="1537" y="87"/>
                    <a:pt x="1537" y="87"/>
                    <a:pt x="1536" y="87"/>
                  </a:cubicBezTo>
                  <a:cubicBezTo>
                    <a:pt x="1529" y="89"/>
                    <a:pt x="1529" y="89"/>
                    <a:pt x="1529" y="99"/>
                  </a:cubicBezTo>
                  <a:cubicBezTo>
                    <a:pt x="1529" y="102"/>
                    <a:pt x="1529" y="102"/>
                    <a:pt x="1529" y="102"/>
                  </a:cubicBezTo>
                  <a:cubicBezTo>
                    <a:pt x="1529" y="104"/>
                    <a:pt x="1529" y="108"/>
                    <a:pt x="1529" y="109"/>
                  </a:cubicBezTo>
                  <a:cubicBezTo>
                    <a:pt x="1529" y="110"/>
                    <a:pt x="1529" y="110"/>
                    <a:pt x="1528" y="110"/>
                  </a:cubicBezTo>
                  <a:cubicBezTo>
                    <a:pt x="1521" y="110"/>
                    <a:pt x="1517" y="119"/>
                    <a:pt x="1499" y="119"/>
                  </a:cubicBezTo>
                  <a:cubicBezTo>
                    <a:pt x="1478" y="119"/>
                    <a:pt x="1462" y="105"/>
                    <a:pt x="1462" y="77"/>
                  </a:cubicBezTo>
                  <a:cubicBezTo>
                    <a:pt x="1462" y="55"/>
                    <a:pt x="1474" y="36"/>
                    <a:pt x="1499" y="36"/>
                  </a:cubicBezTo>
                  <a:cubicBezTo>
                    <a:pt x="1507" y="36"/>
                    <a:pt x="1513" y="38"/>
                    <a:pt x="1517" y="40"/>
                  </a:cubicBezTo>
                  <a:cubicBezTo>
                    <a:pt x="1520" y="38"/>
                    <a:pt x="1520" y="38"/>
                    <a:pt x="1520" y="38"/>
                  </a:cubicBezTo>
                  <a:cubicBezTo>
                    <a:pt x="1520" y="37"/>
                    <a:pt x="1520" y="37"/>
                    <a:pt x="1521" y="37"/>
                  </a:cubicBezTo>
                  <a:cubicBezTo>
                    <a:pt x="1524" y="37"/>
                    <a:pt x="1524" y="37"/>
                    <a:pt x="1524" y="37"/>
                  </a:cubicBezTo>
                  <a:cubicBezTo>
                    <a:pt x="1524" y="42"/>
                    <a:pt x="1524" y="55"/>
                    <a:pt x="1524" y="61"/>
                  </a:cubicBezTo>
                  <a:cubicBezTo>
                    <a:pt x="1520" y="61"/>
                    <a:pt x="1520" y="61"/>
                    <a:pt x="1520" y="61"/>
                  </a:cubicBezTo>
                  <a:cubicBezTo>
                    <a:pt x="1520" y="61"/>
                    <a:pt x="1519" y="61"/>
                    <a:pt x="1519" y="60"/>
                  </a:cubicBezTo>
                  <a:cubicBezTo>
                    <a:pt x="1516" y="48"/>
                    <a:pt x="1511" y="43"/>
                    <a:pt x="1500" y="43"/>
                  </a:cubicBezTo>
                  <a:cubicBezTo>
                    <a:pt x="1481" y="43"/>
                    <a:pt x="1477" y="61"/>
                    <a:pt x="1477" y="77"/>
                  </a:cubicBezTo>
                  <a:cubicBezTo>
                    <a:pt x="1477" y="94"/>
                    <a:pt x="1482" y="113"/>
                    <a:pt x="1501" y="113"/>
                  </a:cubicBezTo>
                  <a:cubicBezTo>
                    <a:pt x="1510" y="113"/>
                    <a:pt x="1515" y="108"/>
                    <a:pt x="1515" y="100"/>
                  </a:cubicBezTo>
                  <a:cubicBezTo>
                    <a:pt x="1515" y="98"/>
                    <a:pt x="1515" y="98"/>
                    <a:pt x="1515" y="98"/>
                  </a:cubicBezTo>
                  <a:cubicBezTo>
                    <a:pt x="1515" y="89"/>
                    <a:pt x="1515" y="89"/>
                    <a:pt x="1503" y="87"/>
                  </a:cubicBezTo>
                  <a:cubicBezTo>
                    <a:pt x="1502" y="87"/>
                    <a:pt x="1502" y="87"/>
                    <a:pt x="1502" y="86"/>
                  </a:cubicBezTo>
                  <a:cubicBezTo>
                    <a:pt x="1502" y="82"/>
                    <a:pt x="1502" y="82"/>
                    <a:pt x="1502" y="82"/>
                  </a:cubicBezTo>
                  <a:cubicBezTo>
                    <a:pt x="1508" y="83"/>
                    <a:pt x="1516" y="83"/>
                    <a:pt x="1521" y="83"/>
                  </a:cubicBezTo>
                  <a:cubicBezTo>
                    <a:pt x="1527" y="83"/>
                    <a:pt x="1531" y="83"/>
                    <a:pt x="1537" y="82"/>
                  </a:cubicBezTo>
                  <a:lnTo>
                    <a:pt x="1537" y="86"/>
                  </a:lnTo>
                  <a:close/>
                  <a:moveTo>
                    <a:pt x="1670" y="71"/>
                  </a:moveTo>
                  <a:cubicBezTo>
                    <a:pt x="1670" y="72"/>
                    <a:pt x="1670" y="73"/>
                    <a:pt x="1669" y="73"/>
                  </a:cubicBezTo>
                  <a:cubicBezTo>
                    <a:pt x="1658" y="75"/>
                    <a:pt x="1658" y="75"/>
                    <a:pt x="1658" y="90"/>
                  </a:cubicBezTo>
                  <a:cubicBezTo>
                    <a:pt x="1658" y="94"/>
                    <a:pt x="1658" y="94"/>
                    <a:pt x="1658" y="94"/>
                  </a:cubicBezTo>
                  <a:cubicBezTo>
                    <a:pt x="1658" y="97"/>
                    <a:pt x="1659" y="102"/>
                    <a:pt x="1659" y="104"/>
                  </a:cubicBezTo>
                  <a:cubicBezTo>
                    <a:pt x="1659" y="105"/>
                    <a:pt x="1658" y="105"/>
                    <a:pt x="1658" y="105"/>
                  </a:cubicBezTo>
                  <a:cubicBezTo>
                    <a:pt x="1647" y="105"/>
                    <a:pt x="1643" y="119"/>
                    <a:pt x="1619" y="119"/>
                  </a:cubicBezTo>
                  <a:cubicBezTo>
                    <a:pt x="1589" y="119"/>
                    <a:pt x="1566" y="99"/>
                    <a:pt x="1566" y="59"/>
                  </a:cubicBezTo>
                  <a:cubicBezTo>
                    <a:pt x="1566" y="26"/>
                    <a:pt x="1583" y="0"/>
                    <a:pt x="1618" y="0"/>
                  </a:cubicBezTo>
                  <a:cubicBezTo>
                    <a:pt x="1629" y="0"/>
                    <a:pt x="1639" y="2"/>
                    <a:pt x="1645" y="6"/>
                  </a:cubicBezTo>
                  <a:cubicBezTo>
                    <a:pt x="1645" y="6"/>
                    <a:pt x="1645" y="6"/>
                    <a:pt x="1645" y="6"/>
                  </a:cubicBezTo>
                  <a:cubicBezTo>
                    <a:pt x="1648" y="2"/>
                    <a:pt x="1648" y="2"/>
                    <a:pt x="1648" y="2"/>
                  </a:cubicBezTo>
                  <a:cubicBezTo>
                    <a:pt x="1648" y="1"/>
                    <a:pt x="1649" y="1"/>
                    <a:pt x="1650" y="1"/>
                  </a:cubicBezTo>
                  <a:cubicBezTo>
                    <a:pt x="1652" y="1"/>
                    <a:pt x="1652" y="1"/>
                    <a:pt x="1652" y="1"/>
                  </a:cubicBezTo>
                  <a:cubicBezTo>
                    <a:pt x="1652" y="9"/>
                    <a:pt x="1653" y="26"/>
                    <a:pt x="1653" y="33"/>
                  </a:cubicBezTo>
                  <a:cubicBezTo>
                    <a:pt x="1648" y="33"/>
                    <a:pt x="1648" y="33"/>
                    <a:pt x="1648" y="33"/>
                  </a:cubicBezTo>
                  <a:cubicBezTo>
                    <a:pt x="1648" y="33"/>
                    <a:pt x="1647" y="33"/>
                    <a:pt x="1647" y="32"/>
                  </a:cubicBezTo>
                  <a:cubicBezTo>
                    <a:pt x="1643" y="16"/>
                    <a:pt x="1634" y="7"/>
                    <a:pt x="1618" y="7"/>
                  </a:cubicBezTo>
                  <a:cubicBezTo>
                    <a:pt x="1590" y="7"/>
                    <a:pt x="1585" y="34"/>
                    <a:pt x="1585" y="59"/>
                  </a:cubicBezTo>
                  <a:cubicBezTo>
                    <a:pt x="1585" y="85"/>
                    <a:pt x="1592" y="112"/>
                    <a:pt x="1620" y="112"/>
                  </a:cubicBezTo>
                  <a:cubicBezTo>
                    <a:pt x="1634" y="112"/>
                    <a:pt x="1643" y="105"/>
                    <a:pt x="1643" y="94"/>
                  </a:cubicBezTo>
                  <a:cubicBezTo>
                    <a:pt x="1643" y="89"/>
                    <a:pt x="1643" y="89"/>
                    <a:pt x="1643" y="89"/>
                  </a:cubicBezTo>
                  <a:cubicBezTo>
                    <a:pt x="1643" y="75"/>
                    <a:pt x="1643" y="75"/>
                    <a:pt x="1627" y="73"/>
                  </a:cubicBezTo>
                  <a:cubicBezTo>
                    <a:pt x="1626" y="73"/>
                    <a:pt x="1625" y="72"/>
                    <a:pt x="1625" y="71"/>
                  </a:cubicBezTo>
                  <a:cubicBezTo>
                    <a:pt x="1625" y="66"/>
                    <a:pt x="1625" y="66"/>
                    <a:pt x="1625" y="66"/>
                  </a:cubicBezTo>
                  <a:cubicBezTo>
                    <a:pt x="1633" y="66"/>
                    <a:pt x="1640" y="67"/>
                    <a:pt x="1649" y="67"/>
                  </a:cubicBezTo>
                  <a:cubicBezTo>
                    <a:pt x="1657" y="67"/>
                    <a:pt x="1662" y="66"/>
                    <a:pt x="1670" y="66"/>
                  </a:cubicBezTo>
                  <a:lnTo>
                    <a:pt x="1670" y="71"/>
                  </a:lnTo>
                  <a:close/>
                  <a:moveTo>
                    <a:pt x="1716" y="76"/>
                  </a:moveTo>
                  <a:cubicBezTo>
                    <a:pt x="1716" y="76"/>
                    <a:pt x="1716" y="76"/>
                    <a:pt x="1716" y="76"/>
                  </a:cubicBezTo>
                  <a:cubicBezTo>
                    <a:pt x="1740" y="80"/>
                    <a:pt x="1733" y="110"/>
                    <a:pt x="1742" y="110"/>
                  </a:cubicBezTo>
                  <a:cubicBezTo>
                    <a:pt x="1745" y="110"/>
                    <a:pt x="1746" y="109"/>
                    <a:pt x="1748" y="107"/>
                  </a:cubicBezTo>
                  <a:cubicBezTo>
                    <a:pt x="1750" y="110"/>
                    <a:pt x="1750" y="110"/>
                    <a:pt x="1750" y="110"/>
                  </a:cubicBezTo>
                  <a:cubicBezTo>
                    <a:pt x="1750" y="110"/>
                    <a:pt x="1751" y="110"/>
                    <a:pt x="1751" y="111"/>
                  </a:cubicBezTo>
                  <a:cubicBezTo>
                    <a:pt x="1751" y="111"/>
                    <a:pt x="1750" y="111"/>
                    <a:pt x="1750" y="111"/>
                  </a:cubicBezTo>
                  <a:cubicBezTo>
                    <a:pt x="1747" y="116"/>
                    <a:pt x="1742" y="118"/>
                    <a:pt x="1737" y="118"/>
                  </a:cubicBezTo>
                  <a:cubicBezTo>
                    <a:pt x="1725" y="118"/>
                    <a:pt x="1723" y="108"/>
                    <a:pt x="1720" y="96"/>
                  </a:cubicBezTo>
                  <a:cubicBezTo>
                    <a:pt x="1718" y="85"/>
                    <a:pt x="1715" y="79"/>
                    <a:pt x="1705" y="79"/>
                  </a:cubicBezTo>
                  <a:cubicBezTo>
                    <a:pt x="1697" y="79"/>
                    <a:pt x="1697" y="79"/>
                    <a:pt x="1697" y="79"/>
                  </a:cubicBezTo>
                  <a:cubicBezTo>
                    <a:pt x="1697" y="96"/>
                    <a:pt x="1697" y="96"/>
                    <a:pt x="1697" y="96"/>
                  </a:cubicBezTo>
                  <a:cubicBezTo>
                    <a:pt x="1697" y="110"/>
                    <a:pt x="1697" y="111"/>
                    <a:pt x="1707" y="112"/>
                  </a:cubicBezTo>
                  <a:cubicBezTo>
                    <a:pt x="1708" y="112"/>
                    <a:pt x="1708" y="112"/>
                    <a:pt x="1708" y="113"/>
                  </a:cubicBezTo>
                  <a:cubicBezTo>
                    <a:pt x="1708" y="117"/>
                    <a:pt x="1708" y="117"/>
                    <a:pt x="1708" y="117"/>
                  </a:cubicBezTo>
                  <a:cubicBezTo>
                    <a:pt x="1702" y="117"/>
                    <a:pt x="1695" y="117"/>
                    <a:pt x="1690" y="117"/>
                  </a:cubicBezTo>
                  <a:cubicBezTo>
                    <a:pt x="1684" y="117"/>
                    <a:pt x="1678" y="117"/>
                    <a:pt x="1672" y="117"/>
                  </a:cubicBezTo>
                  <a:cubicBezTo>
                    <a:pt x="1672" y="113"/>
                    <a:pt x="1672" y="113"/>
                    <a:pt x="1672" y="113"/>
                  </a:cubicBezTo>
                  <a:cubicBezTo>
                    <a:pt x="1672" y="112"/>
                    <a:pt x="1672" y="112"/>
                    <a:pt x="1673" y="112"/>
                  </a:cubicBezTo>
                  <a:cubicBezTo>
                    <a:pt x="1683" y="111"/>
                    <a:pt x="1683" y="110"/>
                    <a:pt x="1683" y="96"/>
                  </a:cubicBezTo>
                  <a:cubicBezTo>
                    <a:pt x="1683" y="59"/>
                    <a:pt x="1683" y="59"/>
                    <a:pt x="1683" y="59"/>
                  </a:cubicBezTo>
                  <a:cubicBezTo>
                    <a:pt x="1683" y="45"/>
                    <a:pt x="1683" y="44"/>
                    <a:pt x="1673" y="43"/>
                  </a:cubicBezTo>
                  <a:cubicBezTo>
                    <a:pt x="1672" y="43"/>
                    <a:pt x="1672" y="43"/>
                    <a:pt x="1672" y="42"/>
                  </a:cubicBezTo>
                  <a:cubicBezTo>
                    <a:pt x="1672" y="38"/>
                    <a:pt x="1672" y="38"/>
                    <a:pt x="1672" y="38"/>
                  </a:cubicBezTo>
                  <a:cubicBezTo>
                    <a:pt x="1678" y="38"/>
                    <a:pt x="1684" y="38"/>
                    <a:pt x="1690" y="38"/>
                  </a:cubicBezTo>
                  <a:cubicBezTo>
                    <a:pt x="1695" y="38"/>
                    <a:pt x="1704" y="38"/>
                    <a:pt x="1708" y="38"/>
                  </a:cubicBezTo>
                  <a:cubicBezTo>
                    <a:pt x="1724" y="38"/>
                    <a:pt x="1738" y="43"/>
                    <a:pt x="1738" y="56"/>
                  </a:cubicBezTo>
                  <a:cubicBezTo>
                    <a:pt x="1738" y="65"/>
                    <a:pt x="1733" y="73"/>
                    <a:pt x="1716" y="76"/>
                  </a:cubicBezTo>
                  <a:close/>
                  <a:moveTo>
                    <a:pt x="1708" y="44"/>
                  </a:moveTo>
                  <a:cubicBezTo>
                    <a:pt x="1704" y="44"/>
                    <a:pt x="1697" y="44"/>
                    <a:pt x="1697" y="46"/>
                  </a:cubicBezTo>
                  <a:cubicBezTo>
                    <a:pt x="1697" y="73"/>
                    <a:pt x="1697" y="73"/>
                    <a:pt x="1697" y="73"/>
                  </a:cubicBezTo>
                  <a:cubicBezTo>
                    <a:pt x="1704" y="73"/>
                    <a:pt x="1704" y="73"/>
                    <a:pt x="1704" y="73"/>
                  </a:cubicBezTo>
                  <a:cubicBezTo>
                    <a:pt x="1716" y="73"/>
                    <a:pt x="1723" y="69"/>
                    <a:pt x="1723" y="58"/>
                  </a:cubicBezTo>
                  <a:cubicBezTo>
                    <a:pt x="1723" y="48"/>
                    <a:pt x="1716" y="44"/>
                    <a:pt x="1708" y="44"/>
                  </a:cubicBezTo>
                  <a:close/>
                  <a:moveTo>
                    <a:pt x="1789" y="119"/>
                  </a:moveTo>
                  <a:cubicBezTo>
                    <a:pt x="1767" y="119"/>
                    <a:pt x="1750" y="103"/>
                    <a:pt x="1750" y="79"/>
                  </a:cubicBezTo>
                  <a:cubicBezTo>
                    <a:pt x="1750" y="50"/>
                    <a:pt x="1768" y="36"/>
                    <a:pt x="1788" y="36"/>
                  </a:cubicBezTo>
                  <a:cubicBezTo>
                    <a:pt x="1810" y="36"/>
                    <a:pt x="1827" y="52"/>
                    <a:pt x="1827" y="76"/>
                  </a:cubicBezTo>
                  <a:cubicBezTo>
                    <a:pt x="1827" y="105"/>
                    <a:pt x="1809" y="119"/>
                    <a:pt x="1789" y="119"/>
                  </a:cubicBezTo>
                  <a:close/>
                  <a:moveTo>
                    <a:pt x="1787" y="43"/>
                  </a:moveTo>
                  <a:cubicBezTo>
                    <a:pt x="1773" y="43"/>
                    <a:pt x="1766" y="54"/>
                    <a:pt x="1766" y="78"/>
                  </a:cubicBezTo>
                  <a:cubicBezTo>
                    <a:pt x="1766" y="103"/>
                    <a:pt x="1775" y="112"/>
                    <a:pt x="1789" y="112"/>
                  </a:cubicBezTo>
                  <a:cubicBezTo>
                    <a:pt x="1804" y="112"/>
                    <a:pt x="1811" y="101"/>
                    <a:pt x="1811" y="77"/>
                  </a:cubicBezTo>
                  <a:cubicBezTo>
                    <a:pt x="1811" y="52"/>
                    <a:pt x="1802" y="43"/>
                    <a:pt x="1787" y="43"/>
                  </a:cubicBezTo>
                  <a:close/>
                  <a:moveTo>
                    <a:pt x="1874" y="119"/>
                  </a:moveTo>
                  <a:cubicBezTo>
                    <a:pt x="1851" y="119"/>
                    <a:pt x="1841" y="110"/>
                    <a:pt x="1841" y="89"/>
                  </a:cubicBezTo>
                  <a:cubicBezTo>
                    <a:pt x="1841" y="59"/>
                    <a:pt x="1841" y="59"/>
                    <a:pt x="1841" y="59"/>
                  </a:cubicBezTo>
                  <a:cubicBezTo>
                    <a:pt x="1841" y="45"/>
                    <a:pt x="1841" y="44"/>
                    <a:pt x="1831" y="43"/>
                  </a:cubicBezTo>
                  <a:cubicBezTo>
                    <a:pt x="1830" y="43"/>
                    <a:pt x="1830" y="43"/>
                    <a:pt x="1830" y="42"/>
                  </a:cubicBezTo>
                  <a:cubicBezTo>
                    <a:pt x="1830" y="38"/>
                    <a:pt x="1830" y="38"/>
                    <a:pt x="1830" y="38"/>
                  </a:cubicBezTo>
                  <a:cubicBezTo>
                    <a:pt x="1835" y="38"/>
                    <a:pt x="1842" y="38"/>
                    <a:pt x="1848" y="38"/>
                  </a:cubicBezTo>
                  <a:cubicBezTo>
                    <a:pt x="1853" y="38"/>
                    <a:pt x="1860" y="38"/>
                    <a:pt x="1866" y="38"/>
                  </a:cubicBezTo>
                  <a:cubicBezTo>
                    <a:pt x="1866" y="42"/>
                    <a:pt x="1866" y="42"/>
                    <a:pt x="1866" y="42"/>
                  </a:cubicBezTo>
                  <a:cubicBezTo>
                    <a:pt x="1866" y="43"/>
                    <a:pt x="1865" y="43"/>
                    <a:pt x="1865" y="43"/>
                  </a:cubicBezTo>
                  <a:cubicBezTo>
                    <a:pt x="1855" y="44"/>
                    <a:pt x="1855" y="45"/>
                    <a:pt x="1855" y="59"/>
                  </a:cubicBezTo>
                  <a:cubicBezTo>
                    <a:pt x="1855" y="91"/>
                    <a:pt x="1855" y="91"/>
                    <a:pt x="1855" y="91"/>
                  </a:cubicBezTo>
                  <a:cubicBezTo>
                    <a:pt x="1855" y="103"/>
                    <a:pt x="1861" y="110"/>
                    <a:pt x="1875" y="110"/>
                  </a:cubicBezTo>
                  <a:cubicBezTo>
                    <a:pt x="1889" y="110"/>
                    <a:pt x="1895" y="103"/>
                    <a:pt x="1895" y="90"/>
                  </a:cubicBezTo>
                  <a:cubicBezTo>
                    <a:pt x="1895" y="71"/>
                    <a:pt x="1895" y="71"/>
                    <a:pt x="1895" y="71"/>
                  </a:cubicBezTo>
                  <a:cubicBezTo>
                    <a:pt x="1895" y="46"/>
                    <a:pt x="1895" y="45"/>
                    <a:pt x="1881" y="43"/>
                  </a:cubicBezTo>
                  <a:cubicBezTo>
                    <a:pt x="1881" y="43"/>
                    <a:pt x="1881" y="43"/>
                    <a:pt x="1881" y="42"/>
                  </a:cubicBezTo>
                  <a:cubicBezTo>
                    <a:pt x="1881" y="38"/>
                    <a:pt x="1881" y="38"/>
                    <a:pt x="1881" y="38"/>
                  </a:cubicBezTo>
                  <a:cubicBezTo>
                    <a:pt x="1886" y="38"/>
                    <a:pt x="1893" y="38"/>
                    <a:pt x="1899" y="38"/>
                  </a:cubicBezTo>
                  <a:cubicBezTo>
                    <a:pt x="1905" y="38"/>
                    <a:pt x="1907" y="38"/>
                    <a:pt x="1913" y="38"/>
                  </a:cubicBezTo>
                  <a:cubicBezTo>
                    <a:pt x="1913" y="42"/>
                    <a:pt x="1913" y="42"/>
                    <a:pt x="1913" y="42"/>
                  </a:cubicBezTo>
                  <a:cubicBezTo>
                    <a:pt x="1913" y="43"/>
                    <a:pt x="1913" y="43"/>
                    <a:pt x="1912" y="43"/>
                  </a:cubicBezTo>
                  <a:cubicBezTo>
                    <a:pt x="1903" y="44"/>
                    <a:pt x="1903" y="46"/>
                    <a:pt x="1903" y="71"/>
                  </a:cubicBezTo>
                  <a:cubicBezTo>
                    <a:pt x="1903" y="88"/>
                    <a:pt x="1903" y="88"/>
                    <a:pt x="1903" y="88"/>
                  </a:cubicBezTo>
                  <a:cubicBezTo>
                    <a:pt x="1903" y="109"/>
                    <a:pt x="1893" y="119"/>
                    <a:pt x="1874" y="119"/>
                  </a:cubicBezTo>
                  <a:close/>
                  <a:moveTo>
                    <a:pt x="1949" y="84"/>
                  </a:moveTo>
                  <a:cubicBezTo>
                    <a:pt x="1943" y="84"/>
                    <a:pt x="1943" y="84"/>
                    <a:pt x="1943" y="84"/>
                  </a:cubicBezTo>
                  <a:cubicBezTo>
                    <a:pt x="1943" y="96"/>
                    <a:pt x="1943" y="96"/>
                    <a:pt x="1943" y="96"/>
                  </a:cubicBezTo>
                  <a:cubicBezTo>
                    <a:pt x="1943" y="110"/>
                    <a:pt x="1943" y="111"/>
                    <a:pt x="1955" y="112"/>
                  </a:cubicBezTo>
                  <a:cubicBezTo>
                    <a:pt x="1956" y="112"/>
                    <a:pt x="1956" y="112"/>
                    <a:pt x="1956" y="113"/>
                  </a:cubicBezTo>
                  <a:cubicBezTo>
                    <a:pt x="1956" y="117"/>
                    <a:pt x="1956" y="117"/>
                    <a:pt x="1956" y="117"/>
                  </a:cubicBezTo>
                  <a:cubicBezTo>
                    <a:pt x="1951" y="117"/>
                    <a:pt x="1941" y="117"/>
                    <a:pt x="1936" y="117"/>
                  </a:cubicBezTo>
                  <a:cubicBezTo>
                    <a:pt x="1930" y="117"/>
                    <a:pt x="1923" y="117"/>
                    <a:pt x="1918" y="117"/>
                  </a:cubicBezTo>
                  <a:cubicBezTo>
                    <a:pt x="1918" y="113"/>
                    <a:pt x="1918" y="113"/>
                    <a:pt x="1918" y="113"/>
                  </a:cubicBezTo>
                  <a:cubicBezTo>
                    <a:pt x="1918" y="112"/>
                    <a:pt x="1918" y="112"/>
                    <a:pt x="1919" y="112"/>
                  </a:cubicBezTo>
                  <a:cubicBezTo>
                    <a:pt x="1929" y="111"/>
                    <a:pt x="1929" y="110"/>
                    <a:pt x="1929" y="96"/>
                  </a:cubicBezTo>
                  <a:cubicBezTo>
                    <a:pt x="1929" y="59"/>
                    <a:pt x="1929" y="59"/>
                    <a:pt x="1929" y="59"/>
                  </a:cubicBezTo>
                  <a:cubicBezTo>
                    <a:pt x="1929" y="45"/>
                    <a:pt x="1929" y="44"/>
                    <a:pt x="1919" y="43"/>
                  </a:cubicBezTo>
                  <a:cubicBezTo>
                    <a:pt x="1918" y="43"/>
                    <a:pt x="1918" y="43"/>
                    <a:pt x="1918" y="42"/>
                  </a:cubicBezTo>
                  <a:cubicBezTo>
                    <a:pt x="1918" y="38"/>
                    <a:pt x="1918" y="38"/>
                    <a:pt x="1918" y="38"/>
                  </a:cubicBezTo>
                  <a:cubicBezTo>
                    <a:pt x="1923" y="38"/>
                    <a:pt x="1930" y="38"/>
                    <a:pt x="1936" y="38"/>
                  </a:cubicBezTo>
                  <a:cubicBezTo>
                    <a:pt x="1942" y="38"/>
                    <a:pt x="1947" y="38"/>
                    <a:pt x="1952" y="38"/>
                  </a:cubicBezTo>
                  <a:cubicBezTo>
                    <a:pt x="1965" y="38"/>
                    <a:pt x="1984" y="42"/>
                    <a:pt x="1984" y="59"/>
                  </a:cubicBezTo>
                  <a:cubicBezTo>
                    <a:pt x="1984" y="70"/>
                    <a:pt x="1978" y="84"/>
                    <a:pt x="1949" y="84"/>
                  </a:cubicBezTo>
                  <a:close/>
                  <a:moveTo>
                    <a:pt x="1952" y="44"/>
                  </a:moveTo>
                  <a:cubicBezTo>
                    <a:pt x="1949" y="44"/>
                    <a:pt x="1943" y="44"/>
                    <a:pt x="1943" y="46"/>
                  </a:cubicBezTo>
                  <a:cubicBezTo>
                    <a:pt x="1943" y="78"/>
                    <a:pt x="1943" y="78"/>
                    <a:pt x="1943" y="78"/>
                  </a:cubicBezTo>
                  <a:cubicBezTo>
                    <a:pt x="1949" y="78"/>
                    <a:pt x="1949" y="78"/>
                    <a:pt x="1949" y="78"/>
                  </a:cubicBezTo>
                  <a:cubicBezTo>
                    <a:pt x="1962" y="78"/>
                    <a:pt x="1969" y="73"/>
                    <a:pt x="1969" y="60"/>
                  </a:cubicBezTo>
                  <a:cubicBezTo>
                    <a:pt x="1969" y="49"/>
                    <a:pt x="1962" y="44"/>
                    <a:pt x="1952"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6E6F73"/>
                </a:solidFill>
                <a:sym typeface="Trebuchet MS" panose="020B0603020202020204" pitchFamily="34" charset="0"/>
              </a:endParaRPr>
            </a:p>
          </p:txBody>
        </p:sp>
      </p:gr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prstClr val="white"/>
                </a:solidFill>
                <a:sym typeface="Trebuchet MS" panose="020B0603020202020204" pitchFamily="34" charset="0"/>
              </a:rPr>
              <a:t>bcg.com</a:t>
            </a:r>
          </a:p>
        </p:txBody>
      </p:sp>
    </p:spTree>
    <p:extLst>
      <p:ext uri="{BB962C8B-B14F-4D97-AF65-F5344CB8AC3E}">
        <p14:creationId xmlns:p14="http://schemas.microsoft.com/office/powerpoint/2010/main" val="33221142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575757"/>
                </a:solidFill>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a:defRPr/>
              </a:pPr>
              <a:endParaRPr lang="en-US">
                <a:solidFill>
                  <a:srgbClr val="575757"/>
                </a:solidFill>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a:lnSpc>
                  <a:spcPct val="90000"/>
                </a:lnSpc>
                <a:defRPr/>
              </a:pPr>
              <a:r>
                <a:rPr lang="en-US" sz="1000" dirty="0">
                  <a:solidFill>
                    <a:prstClr val="white">
                      <a:lumMod val="50000"/>
                    </a:prstClr>
                  </a:solidFill>
                  <a:sym typeface="Trebuchet MS" panose="020B0603020202020204" pitchFamily="34" charset="0"/>
                </a:rPr>
                <a:t>1. </a:t>
              </a:r>
              <a:r>
                <a:rPr lang="en-US" sz="1000" dirty="0" err="1">
                  <a:solidFill>
                    <a:prstClr val="white">
                      <a:lumMod val="50000"/>
                    </a:prstClr>
                  </a:solidFill>
                  <a:sym typeface="Trebuchet MS" panose="020B0603020202020204" pitchFamily="34" charset="0"/>
                </a:rPr>
                <a:t>xxxx</a:t>
              </a:r>
              <a:r>
                <a:rPr lang="en-US" sz="1000" dirty="0">
                  <a:solidFill>
                    <a:prstClr val="white">
                      <a:lumMod val="50000"/>
                    </a:prstClr>
                  </a:solidFill>
                  <a:sym typeface="Trebuchet MS" panose="020B0603020202020204" pitchFamily="34" charset="0"/>
                </a:rPr>
                <a:t>  2. </a:t>
              </a:r>
              <a:r>
                <a:rPr lang="en-US" sz="1000" dirty="0" err="1">
                  <a:solidFill>
                    <a:prstClr val="white">
                      <a:lumMod val="50000"/>
                    </a:prstClr>
                  </a:solidFill>
                  <a:sym typeface="Trebuchet MS" panose="020B0603020202020204" pitchFamily="34" charset="0"/>
                </a:rPr>
                <a:t>xxxx</a:t>
              </a:r>
              <a:r>
                <a:rPr lang="en-US" sz="1000" dirty="0">
                  <a:solidFill>
                    <a:prstClr val="white">
                      <a:lumMod val="50000"/>
                    </a:prstClr>
                  </a:solidFill>
                  <a:sym typeface="Trebuchet MS" panose="020B0603020202020204" pitchFamily="34" charset="0"/>
                </a:rPr>
                <a:t>  3. List footnotes in numerical order. Footnote numbers are not bracketed. Use 10pt font</a:t>
              </a:r>
            </a:p>
            <a:p>
              <a:pPr>
                <a:lnSpc>
                  <a:spcPct val="90000"/>
                </a:lnSpc>
                <a:defRPr/>
              </a:pPr>
              <a:r>
                <a:rPr lang="en-US" sz="1000" dirty="0">
                  <a:solidFill>
                    <a:prstClr val="white">
                      <a:lumMod val="50000"/>
                    </a:prstClr>
                  </a:solidFill>
                  <a:sym typeface="Trebuchet MS" panose="020B0603020202020204" pitchFamily="34" charset="0"/>
                </a:rPr>
                <a:t>Note: Do not put a period at the end of the note or the source</a:t>
              </a:r>
            </a:p>
            <a:p>
              <a:pPr>
                <a:lnSpc>
                  <a:spcPct val="90000"/>
                </a:lnSpc>
                <a:defRPr/>
              </a:pPr>
              <a:r>
                <a:rPr lang="en-US" sz="1000" dirty="0">
                  <a:solidFill>
                    <a:prstClr val="white">
                      <a:lumMod val="50000"/>
                    </a:prstClr>
                  </a:solidFill>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Tree>
    <p:extLst>
      <p:ext uri="{BB962C8B-B14F-4D97-AF65-F5344CB8AC3E}">
        <p14:creationId xmlns:p14="http://schemas.microsoft.com/office/powerpoint/2010/main" val="4205178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4484"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a:solidFill>
                <a:prstClr val="white"/>
              </a:solidFill>
            </a:endParaRPr>
          </a:p>
        </p:txBody>
      </p:sp>
      <p:sp>
        <p:nvSpPr>
          <p:cNvPr id="12" name="Rectangle 11"/>
          <p:cNvSpPr/>
          <p:nvPr userDrawn="1">
            <p:custDataLst>
              <p:tags r:id="rId3"/>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prstClr val="white"/>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a:lnSpc>
                <a:spcPct val="95000"/>
              </a:lnSpc>
            </a:pPr>
            <a:r>
              <a:rPr lang="en-US" sz="5400" dirty="0">
                <a:solidFill>
                  <a:prstClr val="white"/>
                </a:solidFill>
              </a:rPr>
              <a:t>Agenda</a:t>
            </a:r>
          </a:p>
        </p:txBody>
      </p:sp>
    </p:spTree>
    <p:extLst>
      <p:ext uri="{BB962C8B-B14F-4D97-AF65-F5344CB8AC3E}">
        <p14:creationId xmlns:p14="http://schemas.microsoft.com/office/powerpoint/2010/main" val="663899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550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2000">
              <a:solidFill>
                <a:prstClr val="white"/>
              </a:solidFill>
            </a:endParaRPr>
          </a:p>
        </p:txBody>
      </p:sp>
    </p:spTree>
    <p:extLst>
      <p:ext uri="{BB962C8B-B14F-4D97-AF65-F5344CB8AC3E}">
        <p14:creationId xmlns:p14="http://schemas.microsoft.com/office/powerpoint/2010/main" val="31129609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653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prstClr val="white"/>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82226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7557"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prstClr val="white"/>
                </a:solidFill>
              </a:rPr>
              <a:t>Agenda</a:t>
            </a:r>
          </a:p>
        </p:txBody>
      </p:sp>
    </p:spTree>
    <p:extLst>
      <p:ext uri="{BB962C8B-B14F-4D97-AF65-F5344CB8AC3E}">
        <p14:creationId xmlns:p14="http://schemas.microsoft.com/office/powerpoint/2010/main" val="33190205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8580"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a:solidFill>
                <a:prstClr val="white"/>
              </a:solidFill>
            </a:endParaRPr>
          </a:p>
        </p:txBody>
      </p:sp>
      <p:sp>
        <p:nvSpPr>
          <p:cNvPr id="10" name="Rectangle 9"/>
          <p:cNvSpPr/>
          <p:nvPr userDrawn="1">
            <p:custDataLst>
              <p:tags r:id="rId3"/>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rgbClr val="3EAD92"/>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solidFill>
                  <a:srgbClr val="3EAD92"/>
                </a:solidFill>
              </a:rPr>
              <a:t>Agenda</a:t>
            </a:r>
          </a:p>
        </p:txBody>
      </p:sp>
    </p:spTree>
    <p:extLst>
      <p:ext uri="{BB962C8B-B14F-4D97-AF65-F5344CB8AC3E}">
        <p14:creationId xmlns:p14="http://schemas.microsoft.com/office/powerpoint/2010/main" val="5983508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960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prstClr val="white"/>
              </a:solidFill>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2000">
              <a:solidFill>
                <a:prstClr val="white"/>
              </a:solidFill>
            </a:endParaRPr>
          </a:p>
        </p:txBody>
      </p:sp>
    </p:spTree>
    <p:extLst>
      <p:ext uri="{BB962C8B-B14F-4D97-AF65-F5344CB8AC3E}">
        <p14:creationId xmlns:p14="http://schemas.microsoft.com/office/powerpoint/2010/main" val="42917915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062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rgbClr val="3EAD92"/>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88869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1653"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lumMod val="50000"/>
                  </a:prstClr>
                </a:solidFill>
                <a:sym typeface="Trebuchet MS" panose="020B0603020202020204" pitchFamily="34" charset="0"/>
              </a:rPr>
              <a:t>Copyright © 2017 by The Boston Consulting Group, Inc.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fr-FR" sz="700">
                <a:solidFill>
                  <a:prstClr val="white">
                    <a:lumMod val="50000"/>
                  </a:prstClr>
                </a:solidFill>
                <a:sym typeface="Trebuchet MS" panose="020B0603020202020204" pitchFamily="34" charset="0"/>
              </a:rPr>
              <a:t>Software_Engineering_Full_Stack_Test (003).pptx</a:t>
            </a:r>
            <a:endParaRPr lang="en-US" sz="700" dirty="0">
              <a:solidFill>
                <a:prstClr val="white">
                  <a:lumMod val="50000"/>
                </a:prstClr>
              </a:solidFill>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prstClr val="white"/>
                </a:solidFill>
              </a:rPr>
              <a:t>Agenda</a:t>
            </a:r>
          </a:p>
        </p:txBody>
      </p:sp>
    </p:spTree>
    <p:extLst>
      <p:ext uri="{BB962C8B-B14F-4D97-AF65-F5344CB8AC3E}">
        <p14:creationId xmlns:p14="http://schemas.microsoft.com/office/powerpoint/2010/main" val="26367557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267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a:lnSpc>
                <a:spcPct val="106000"/>
              </a:lnSpc>
              <a:spcAft>
                <a:spcPts val="700"/>
              </a:spcAft>
            </a:pPr>
            <a:r>
              <a:rPr lang="en-US" sz="5400" dirty="0">
                <a:solidFill>
                  <a:srgbClr val="29BA74"/>
                </a:solidFill>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prstClr val="white"/>
                </a:solidFill>
                <a:sym typeface="Trebuchet MS" panose="020B0603020202020204" pitchFamily="34" charset="0"/>
              </a:rPr>
              <a:t>Copyright © 2017 by The Boston Consulting Group, Inc.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solidFill>
                <a:sym typeface="Trebuchet MS" panose="020B0603020202020204" pitchFamily="34" charset="0"/>
              </a:rPr>
              <a:pPr algn="r">
                <a:defRPr/>
              </a:pPr>
              <a:t>‹#›</a:t>
            </a:fld>
            <a:endParaRPr lang="en-US" sz="1000" dirty="0">
              <a:solidFill>
                <a:prstClr val="white"/>
              </a:solidFill>
              <a:sym typeface="Trebuchet MS" panose="020B0603020202020204" pitchFamily="34" charset="0"/>
            </a:endParaRPr>
          </a:p>
        </p:txBody>
      </p:sp>
    </p:spTree>
    <p:extLst>
      <p:ext uri="{BB962C8B-B14F-4D97-AF65-F5344CB8AC3E}">
        <p14:creationId xmlns:p14="http://schemas.microsoft.com/office/powerpoint/2010/main" val="42763163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oleObject" Target="../embeddings/oleObject1.bin"/><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6.xml"/><Relationship Id="rId18" Type="http://schemas.openxmlformats.org/officeDocument/2006/relationships/slideLayout" Target="../slideLayouts/slideLayout81.xml"/><Relationship Id="rId26" Type="http://schemas.openxmlformats.org/officeDocument/2006/relationships/slideLayout" Target="../slideLayouts/slideLayout89.xml"/><Relationship Id="rId39" Type="http://schemas.openxmlformats.org/officeDocument/2006/relationships/slideLayout" Target="../slideLayouts/slideLayout102.xml"/><Relationship Id="rId21" Type="http://schemas.openxmlformats.org/officeDocument/2006/relationships/slideLayout" Target="../slideLayouts/slideLayout84.xml"/><Relationship Id="rId34" Type="http://schemas.openxmlformats.org/officeDocument/2006/relationships/slideLayout" Target="../slideLayouts/slideLayout97.xml"/><Relationship Id="rId42" Type="http://schemas.openxmlformats.org/officeDocument/2006/relationships/slideLayout" Target="../slideLayouts/slideLayout105.xml"/><Relationship Id="rId47" Type="http://schemas.openxmlformats.org/officeDocument/2006/relationships/slideLayout" Target="../slideLayouts/slideLayout110.xml"/><Relationship Id="rId50" Type="http://schemas.openxmlformats.org/officeDocument/2006/relationships/slideLayout" Target="../slideLayouts/slideLayout113.xml"/><Relationship Id="rId55" Type="http://schemas.openxmlformats.org/officeDocument/2006/relationships/slideLayout" Target="../slideLayouts/slideLayout118.xml"/><Relationship Id="rId63" Type="http://schemas.openxmlformats.org/officeDocument/2006/relationships/slideLayout" Target="../slideLayouts/slideLayout126.xml"/><Relationship Id="rId68" Type="http://schemas.openxmlformats.org/officeDocument/2006/relationships/tags" Target="../tags/tag116.xml"/><Relationship Id="rId7" Type="http://schemas.openxmlformats.org/officeDocument/2006/relationships/slideLayout" Target="../slideLayouts/slideLayout70.xml"/><Relationship Id="rId2" Type="http://schemas.openxmlformats.org/officeDocument/2006/relationships/slideLayout" Target="../slideLayouts/slideLayout65.xml"/><Relationship Id="rId16" Type="http://schemas.openxmlformats.org/officeDocument/2006/relationships/slideLayout" Target="../slideLayouts/slideLayout79.xml"/><Relationship Id="rId29" Type="http://schemas.openxmlformats.org/officeDocument/2006/relationships/slideLayout" Target="../slideLayouts/slideLayout92.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24" Type="http://schemas.openxmlformats.org/officeDocument/2006/relationships/slideLayout" Target="../slideLayouts/slideLayout87.xml"/><Relationship Id="rId32" Type="http://schemas.openxmlformats.org/officeDocument/2006/relationships/slideLayout" Target="../slideLayouts/slideLayout95.xml"/><Relationship Id="rId37" Type="http://schemas.openxmlformats.org/officeDocument/2006/relationships/slideLayout" Target="../slideLayouts/slideLayout100.xml"/><Relationship Id="rId40" Type="http://schemas.openxmlformats.org/officeDocument/2006/relationships/slideLayout" Target="../slideLayouts/slideLayout103.xml"/><Relationship Id="rId45" Type="http://schemas.openxmlformats.org/officeDocument/2006/relationships/slideLayout" Target="../slideLayouts/slideLayout108.xml"/><Relationship Id="rId53" Type="http://schemas.openxmlformats.org/officeDocument/2006/relationships/slideLayout" Target="../slideLayouts/slideLayout116.xml"/><Relationship Id="rId58" Type="http://schemas.openxmlformats.org/officeDocument/2006/relationships/slideLayout" Target="../slideLayouts/slideLayout121.xml"/><Relationship Id="rId66" Type="http://schemas.openxmlformats.org/officeDocument/2006/relationships/theme" Target="../theme/theme2.xml"/><Relationship Id="rId5" Type="http://schemas.openxmlformats.org/officeDocument/2006/relationships/slideLayout" Target="../slideLayouts/slideLayout68.xml"/><Relationship Id="rId15" Type="http://schemas.openxmlformats.org/officeDocument/2006/relationships/slideLayout" Target="../slideLayouts/slideLayout78.xml"/><Relationship Id="rId23" Type="http://schemas.openxmlformats.org/officeDocument/2006/relationships/slideLayout" Target="../slideLayouts/slideLayout86.xml"/><Relationship Id="rId28" Type="http://schemas.openxmlformats.org/officeDocument/2006/relationships/slideLayout" Target="../slideLayouts/slideLayout91.xml"/><Relationship Id="rId36" Type="http://schemas.openxmlformats.org/officeDocument/2006/relationships/slideLayout" Target="../slideLayouts/slideLayout99.xml"/><Relationship Id="rId49" Type="http://schemas.openxmlformats.org/officeDocument/2006/relationships/slideLayout" Target="../slideLayouts/slideLayout112.xml"/><Relationship Id="rId57" Type="http://schemas.openxmlformats.org/officeDocument/2006/relationships/slideLayout" Target="../slideLayouts/slideLayout120.xml"/><Relationship Id="rId61" Type="http://schemas.openxmlformats.org/officeDocument/2006/relationships/slideLayout" Target="../slideLayouts/slideLayout124.xml"/><Relationship Id="rId10" Type="http://schemas.openxmlformats.org/officeDocument/2006/relationships/slideLayout" Target="../slideLayouts/slideLayout73.xml"/><Relationship Id="rId19" Type="http://schemas.openxmlformats.org/officeDocument/2006/relationships/slideLayout" Target="../slideLayouts/slideLayout82.xml"/><Relationship Id="rId31" Type="http://schemas.openxmlformats.org/officeDocument/2006/relationships/slideLayout" Target="../slideLayouts/slideLayout94.xml"/><Relationship Id="rId44" Type="http://schemas.openxmlformats.org/officeDocument/2006/relationships/slideLayout" Target="../slideLayouts/slideLayout107.xml"/><Relationship Id="rId52" Type="http://schemas.openxmlformats.org/officeDocument/2006/relationships/slideLayout" Target="../slideLayouts/slideLayout115.xml"/><Relationship Id="rId60" Type="http://schemas.openxmlformats.org/officeDocument/2006/relationships/slideLayout" Target="../slideLayouts/slideLayout123.xml"/><Relationship Id="rId65" Type="http://schemas.openxmlformats.org/officeDocument/2006/relationships/slideLayout" Target="../slideLayouts/slideLayout128.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slideLayout" Target="../slideLayouts/slideLayout77.xml"/><Relationship Id="rId22" Type="http://schemas.openxmlformats.org/officeDocument/2006/relationships/slideLayout" Target="../slideLayouts/slideLayout85.xml"/><Relationship Id="rId27" Type="http://schemas.openxmlformats.org/officeDocument/2006/relationships/slideLayout" Target="../slideLayouts/slideLayout90.xml"/><Relationship Id="rId30" Type="http://schemas.openxmlformats.org/officeDocument/2006/relationships/slideLayout" Target="../slideLayouts/slideLayout93.xml"/><Relationship Id="rId35" Type="http://schemas.openxmlformats.org/officeDocument/2006/relationships/slideLayout" Target="../slideLayouts/slideLayout98.xml"/><Relationship Id="rId43" Type="http://schemas.openxmlformats.org/officeDocument/2006/relationships/slideLayout" Target="../slideLayouts/slideLayout106.xml"/><Relationship Id="rId48" Type="http://schemas.openxmlformats.org/officeDocument/2006/relationships/slideLayout" Target="../slideLayouts/slideLayout111.xml"/><Relationship Id="rId56" Type="http://schemas.openxmlformats.org/officeDocument/2006/relationships/slideLayout" Target="../slideLayouts/slideLayout119.xml"/><Relationship Id="rId64" Type="http://schemas.openxmlformats.org/officeDocument/2006/relationships/slideLayout" Target="../slideLayouts/slideLayout127.xml"/><Relationship Id="rId69" Type="http://schemas.openxmlformats.org/officeDocument/2006/relationships/oleObject" Target="../embeddings/oleObject65.bin"/><Relationship Id="rId8" Type="http://schemas.openxmlformats.org/officeDocument/2006/relationships/slideLayout" Target="../slideLayouts/slideLayout71.xml"/><Relationship Id="rId51" Type="http://schemas.openxmlformats.org/officeDocument/2006/relationships/slideLayout" Target="../slideLayouts/slideLayout114.xml"/><Relationship Id="rId3" Type="http://schemas.openxmlformats.org/officeDocument/2006/relationships/slideLayout" Target="../slideLayouts/slideLayout66.xml"/><Relationship Id="rId12" Type="http://schemas.openxmlformats.org/officeDocument/2006/relationships/slideLayout" Target="../slideLayouts/slideLayout75.xml"/><Relationship Id="rId17" Type="http://schemas.openxmlformats.org/officeDocument/2006/relationships/slideLayout" Target="../slideLayouts/slideLayout80.xml"/><Relationship Id="rId25" Type="http://schemas.openxmlformats.org/officeDocument/2006/relationships/slideLayout" Target="../slideLayouts/slideLayout88.xml"/><Relationship Id="rId33" Type="http://schemas.openxmlformats.org/officeDocument/2006/relationships/slideLayout" Target="../slideLayouts/slideLayout96.xml"/><Relationship Id="rId38" Type="http://schemas.openxmlformats.org/officeDocument/2006/relationships/slideLayout" Target="../slideLayouts/slideLayout101.xml"/><Relationship Id="rId46" Type="http://schemas.openxmlformats.org/officeDocument/2006/relationships/slideLayout" Target="../slideLayouts/slideLayout109.xml"/><Relationship Id="rId59" Type="http://schemas.openxmlformats.org/officeDocument/2006/relationships/slideLayout" Target="../slideLayouts/slideLayout122.xml"/><Relationship Id="rId67" Type="http://schemas.openxmlformats.org/officeDocument/2006/relationships/vmlDrawing" Target="../drawings/vmlDrawing65.vml"/><Relationship Id="rId20" Type="http://schemas.openxmlformats.org/officeDocument/2006/relationships/slideLayout" Target="../slideLayouts/slideLayout83.xml"/><Relationship Id="rId41" Type="http://schemas.openxmlformats.org/officeDocument/2006/relationships/slideLayout" Target="../slideLayouts/slideLayout104.xml"/><Relationship Id="rId54" Type="http://schemas.openxmlformats.org/officeDocument/2006/relationships/slideLayout" Target="../slideLayouts/slideLayout117.xml"/><Relationship Id="rId62" Type="http://schemas.openxmlformats.org/officeDocument/2006/relationships/slideLayout" Target="../slideLayouts/slideLayout125.xml"/><Relationship Id="rId70"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41.xml"/><Relationship Id="rId18" Type="http://schemas.openxmlformats.org/officeDocument/2006/relationships/slideLayout" Target="../slideLayouts/slideLayout146.xml"/><Relationship Id="rId26" Type="http://schemas.openxmlformats.org/officeDocument/2006/relationships/slideLayout" Target="../slideLayouts/slideLayout154.xml"/><Relationship Id="rId39" Type="http://schemas.openxmlformats.org/officeDocument/2006/relationships/slideLayout" Target="../slideLayouts/slideLayout167.xml"/><Relationship Id="rId21" Type="http://schemas.openxmlformats.org/officeDocument/2006/relationships/slideLayout" Target="../slideLayouts/slideLayout149.xml"/><Relationship Id="rId34" Type="http://schemas.openxmlformats.org/officeDocument/2006/relationships/slideLayout" Target="../slideLayouts/slideLayout162.xml"/><Relationship Id="rId42" Type="http://schemas.openxmlformats.org/officeDocument/2006/relationships/slideLayout" Target="../slideLayouts/slideLayout170.xml"/><Relationship Id="rId47" Type="http://schemas.openxmlformats.org/officeDocument/2006/relationships/slideLayout" Target="../slideLayouts/slideLayout175.xml"/><Relationship Id="rId50" Type="http://schemas.openxmlformats.org/officeDocument/2006/relationships/slideLayout" Target="../slideLayouts/slideLayout178.xml"/><Relationship Id="rId55" Type="http://schemas.openxmlformats.org/officeDocument/2006/relationships/slideLayout" Target="../slideLayouts/slideLayout183.xml"/><Relationship Id="rId63" Type="http://schemas.openxmlformats.org/officeDocument/2006/relationships/slideLayout" Target="../slideLayouts/slideLayout191.xml"/><Relationship Id="rId68" Type="http://schemas.openxmlformats.org/officeDocument/2006/relationships/tags" Target="../tags/tag182.xml"/><Relationship Id="rId7" Type="http://schemas.openxmlformats.org/officeDocument/2006/relationships/slideLayout" Target="../slideLayouts/slideLayout135.xml"/><Relationship Id="rId2" Type="http://schemas.openxmlformats.org/officeDocument/2006/relationships/slideLayout" Target="../slideLayouts/slideLayout130.xml"/><Relationship Id="rId16" Type="http://schemas.openxmlformats.org/officeDocument/2006/relationships/slideLayout" Target="../slideLayouts/slideLayout144.xml"/><Relationship Id="rId29" Type="http://schemas.openxmlformats.org/officeDocument/2006/relationships/slideLayout" Target="../slideLayouts/slideLayout157.xml"/><Relationship Id="rId1" Type="http://schemas.openxmlformats.org/officeDocument/2006/relationships/slideLayout" Target="../slideLayouts/slideLayout129.xml"/><Relationship Id="rId6" Type="http://schemas.openxmlformats.org/officeDocument/2006/relationships/slideLayout" Target="../slideLayouts/slideLayout134.xml"/><Relationship Id="rId11" Type="http://schemas.openxmlformats.org/officeDocument/2006/relationships/slideLayout" Target="../slideLayouts/slideLayout139.xml"/><Relationship Id="rId24" Type="http://schemas.openxmlformats.org/officeDocument/2006/relationships/slideLayout" Target="../slideLayouts/slideLayout152.xml"/><Relationship Id="rId32" Type="http://schemas.openxmlformats.org/officeDocument/2006/relationships/slideLayout" Target="../slideLayouts/slideLayout160.xml"/><Relationship Id="rId37" Type="http://schemas.openxmlformats.org/officeDocument/2006/relationships/slideLayout" Target="../slideLayouts/slideLayout165.xml"/><Relationship Id="rId40" Type="http://schemas.openxmlformats.org/officeDocument/2006/relationships/slideLayout" Target="../slideLayouts/slideLayout168.xml"/><Relationship Id="rId45" Type="http://schemas.openxmlformats.org/officeDocument/2006/relationships/slideLayout" Target="../slideLayouts/slideLayout173.xml"/><Relationship Id="rId53" Type="http://schemas.openxmlformats.org/officeDocument/2006/relationships/slideLayout" Target="../slideLayouts/slideLayout181.xml"/><Relationship Id="rId58" Type="http://schemas.openxmlformats.org/officeDocument/2006/relationships/slideLayout" Target="../slideLayouts/slideLayout186.xml"/><Relationship Id="rId66" Type="http://schemas.openxmlformats.org/officeDocument/2006/relationships/theme" Target="../theme/theme3.xml"/><Relationship Id="rId5" Type="http://schemas.openxmlformats.org/officeDocument/2006/relationships/slideLayout" Target="../slideLayouts/slideLayout133.xml"/><Relationship Id="rId15" Type="http://schemas.openxmlformats.org/officeDocument/2006/relationships/slideLayout" Target="../slideLayouts/slideLayout143.xml"/><Relationship Id="rId23" Type="http://schemas.openxmlformats.org/officeDocument/2006/relationships/slideLayout" Target="../slideLayouts/slideLayout151.xml"/><Relationship Id="rId28" Type="http://schemas.openxmlformats.org/officeDocument/2006/relationships/slideLayout" Target="../slideLayouts/slideLayout156.xml"/><Relationship Id="rId36" Type="http://schemas.openxmlformats.org/officeDocument/2006/relationships/slideLayout" Target="../slideLayouts/slideLayout164.xml"/><Relationship Id="rId49" Type="http://schemas.openxmlformats.org/officeDocument/2006/relationships/slideLayout" Target="../slideLayouts/slideLayout177.xml"/><Relationship Id="rId57" Type="http://schemas.openxmlformats.org/officeDocument/2006/relationships/slideLayout" Target="../slideLayouts/slideLayout185.xml"/><Relationship Id="rId61" Type="http://schemas.openxmlformats.org/officeDocument/2006/relationships/slideLayout" Target="../slideLayouts/slideLayout189.xml"/><Relationship Id="rId10" Type="http://schemas.openxmlformats.org/officeDocument/2006/relationships/slideLayout" Target="../slideLayouts/slideLayout138.xml"/><Relationship Id="rId19" Type="http://schemas.openxmlformats.org/officeDocument/2006/relationships/slideLayout" Target="../slideLayouts/slideLayout147.xml"/><Relationship Id="rId31" Type="http://schemas.openxmlformats.org/officeDocument/2006/relationships/slideLayout" Target="../slideLayouts/slideLayout159.xml"/><Relationship Id="rId44" Type="http://schemas.openxmlformats.org/officeDocument/2006/relationships/slideLayout" Target="../slideLayouts/slideLayout172.xml"/><Relationship Id="rId52" Type="http://schemas.openxmlformats.org/officeDocument/2006/relationships/slideLayout" Target="../slideLayouts/slideLayout180.xml"/><Relationship Id="rId60" Type="http://schemas.openxmlformats.org/officeDocument/2006/relationships/slideLayout" Target="../slideLayouts/slideLayout188.xml"/><Relationship Id="rId65" Type="http://schemas.openxmlformats.org/officeDocument/2006/relationships/slideLayout" Target="../slideLayouts/slideLayout193.xml"/><Relationship Id="rId4" Type="http://schemas.openxmlformats.org/officeDocument/2006/relationships/slideLayout" Target="../slideLayouts/slideLayout132.xml"/><Relationship Id="rId9" Type="http://schemas.openxmlformats.org/officeDocument/2006/relationships/slideLayout" Target="../slideLayouts/slideLayout137.xml"/><Relationship Id="rId14" Type="http://schemas.openxmlformats.org/officeDocument/2006/relationships/slideLayout" Target="../slideLayouts/slideLayout142.xml"/><Relationship Id="rId22" Type="http://schemas.openxmlformats.org/officeDocument/2006/relationships/slideLayout" Target="../slideLayouts/slideLayout150.xml"/><Relationship Id="rId27" Type="http://schemas.openxmlformats.org/officeDocument/2006/relationships/slideLayout" Target="../slideLayouts/slideLayout155.xml"/><Relationship Id="rId30" Type="http://schemas.openxmlformats.org/officeDocument/2006/relationships/slideLayout" Target="../slideLayouts/slideLayout158.xml"/><Relationship Id="rId35" Type="http://schemas.openxmlformats.org/officeDocument/2006/relationships/slideLayout" Target="../slideLayouts/slideLayout163.xml"/><Relationship Id="rId43" Type="http://schemas.openxmlformats.org/officeDocument/2006/relationships/slideLayout" Target="../slideLayouts/slideLayout171.xml"/><Relationship Id="rId48" Type="http://schemas.openxmlformats.org/officeDocument/2006/relationships/slideLayout" Target="../slideLayouts/slideLayout176.xml"/><Relationship Id="rId56" Type="http://schemas.openxmlformats.org/officeDocument/2006/relationships/slideLayout" Target="../slideLayouts/slideLayout184.xml"/><Relationship Id="rId64" Type="http://schemas.openxmlformats.org/officeDocument/2006/relationships/slideLayout" Target="../slideLayouts/slideLayout192.xml"/><Relationship Id="rId69" Type="http://schemas.openxmlformats.org/officeDocument/2006/relationships/oleObject" Target="../embeddings/oleObject75.bin"/><Relationship Id="rId8" Type="http://schemas.openxmlformats.org/officeDocument/2006/relationships/slideLayout" Target="../slideLayouts/slideLayout136.xml"/><Relationship Id="rId51" Type="http://schemas.openxmlformats.org/officeDocument/2006/relationships/slideLayout" Target="../slideLayouts/slideLayout179.xml"/><Relationship Id="rId3" Type="http://schemas.openxmlformats.org/officeDocument/2006/relationships/slideLayout" Target="../slideLayouts/slideLayout131.xml"/><Relationship Id="rId12" Type="http://schemas.openxmlformats.org/officeDocument/2006/relationships/slideLayout" Target="../slideLayouts/slideLayout140.xml"/><Relationship Id="rId17" Type="http://schemas.openxmlformats.org/officeDocument/2006/relationships/slideLayout" Target="../slideLayouts/slideLayout145.xml"/><Relationship Id="rId25" Type="http://schemas.openxmlformats.org/officeDocument/2006/relationships/slideLayout" Target="../slideLayouts/slideLayout153.xml"/><Relationship Id="rId33" Type="http://schemas.openxmlformats.org/officeDocument/2006/relationships/slideLayout" Target="../slideLayouts/slideLayout161.xml"/><Relationship Id="rId38" Type="http://schemas.openxmlformats.org/officeDocument/2006/relationships/slideLayout" Target="../slideLayouts/slideLayout166.xml"/><Relationship Id="rId46" Type="http://schemas.openxmlformats.org/officeDocument/2006/relationships/slideLayout" Target="../slideLayouts/slideLayout174.xml"/><Relationship Id="rId59" Type="http://schemas.openxmlformats.org/officeDocument/2006/relationships/slideLayout" Target="../slideLayouts/slideLayout187.xml"/><Relationship Id="rId67" Type="http://schemas.openxmlformats.org/officeDocument/2006/relationships/vmlDrawing" Target="../drawings/vmlDrawing75.vml"/><Relationship Id="rId20" Type="http://schemas.openxmlformats.org/officeDocument/2006/relationships/slideLayout" Target="../slideLayouts/slideLayout148.xml"/><Relationship Id="rId41" Type="http://schemas.openxmlformats.org/officeDocument/2006/relationships/slideLayout" Target="../slideLayouts/slideLayout169.xml"/><Relationship Id="rId54" Type="http://schemas.openxmlformats.org/officeDocument/2006/relationships/slideLayout" Target="../slideLayouts/slideLayout182.xml"/><Relationship Id="rId62" Type="http://schemas.openxmlformats.org/officeDocument/2006/relationships/slideLayout" Target="../slideLayouts/slideLayout190.xml"/><Relationship Id="rId7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6"/>
            </p:custDataLst>
            <p:extLst>
              <p:ext uri="{D42A27DB-BD31-4B8C-83A1-F6EECF244321}">
                <p14:modId xmlns:p14="http://schemas.microsoft.com/office/powerpoint/2010/main" val="180622264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656" name="think-cell Slide" r:id="rId67" imgW="270" imgH="270" progId="TCLayout.ActiveDocument.1">
                  <p:embed/>
                </p:oleObj>
              </mc:Choice>
              <mc:Fallback>
                <p:oleObj name="think-cell Slide" r:id="rId67" imgW="270" imgH="270" progId="TCLayout.ActiveDocument.1">
                  <p:embed/>
                  <p:pic>
                    <p:nvPicPr>
                      <p:cNvPr id="0" name=""/>
                      <p:cNvPicPr/>
                      <p:nvPr/>
                    </p:nvPicPr>
                    <p:blipFill>
                      <a:blip r:embed="rId68"/>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tx1"/>
                </a:solidFill>
                <a:latin typeface="Arial" panose="020B0604020202020204" pitchFamily="34" charset="0"/>
                <a:cs typeface="Arial" panose="020B0604020202020204" pitchFamily="34" charset="0"/>
                <a:sym typeface="Arial" panose="020B0604020202020204" pitchFamily="34" charset="0"/>
              </a:defRPr>
            </a:lvl1pPr>
          </a:lstStyle>
          <a:p>
            <a:endParaRPr lang="en-US" dirty="0"/>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
        <p:nvSpPr>
          <p:cNvPr id="7" name="TextBox 6"/>
          <p:cNvSpPr txBox="1"/>
          <p:nvPr userDrawn="1"/>
        </p:nvSpPr>
        <p:spPr>
          <a:xfrm>
            <a:off x="11360912" y="666919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tx1"/>
              </a:solidFill>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58" r:id="rId3"/>
    <p:sldLayoutId id="2147485113" r:id="rId4"/>
    <p:sldLayoutId id="2147485114" r:id="rId5"/>
    <p:sldLayoutId id="2147485154" r:id="rId6"/>
    <p:sldLayoutId id="2147485162" r:id="rId7"/>
    <p:sldLayoutId id="2147485149" r:id="rId8"/>
    <p:sldLayoutId id="2147485087" r:id="rId9"/>
    <p:sldLayoutId id="2147485112" r:id="rId10"/>
    <p:sldLayoutId id="2147485155" r:id="rId11"/>
    <p:sldLayoutId id="2147485164" r:id="rId12"/>
    <p:sldLayoutId id="2147485109" r:id="rId13"/>
    <p:sldLayoutId id="2147485165" r:id="rId14"/>
    <p:sldLayoutId id="2147485110" r:id="rId15"/>
    <p:sldLayoutId id="2147485166" r:id="rId16"/>
    <p:sldLayoutId id="2147485156" r:id="rId17"/>
    <p:sldLayoutId id="2147485167" r:id="rId18"/>
    <p:sldLayoutId id="2147485108" r:id="rId19"/>
    <p:sldLayoutId id="2147485107" r:id="rId20"/>
    <p:sldLayoutId id="2147485106" r:id="rId21"/>
    <p:sldLayoutId id="2147485090" r:id="rId22"/>
    <p:sldLayoutId id="2147485091" r:id="rId23"/>
    <p:sldLayoutId id="2147485092" r:id="rId24"/>
    <p:sldLayoutId id="2147485183" r:id="rId25"/>
    <p:sldLayoutId id="2147485161" r:id="rId26"/>
    <p:sldLayoutId id="2147485159" r:id="rId27"/>
    <p:sldLayoutId id="2147485119" r:id="rId28"/>
    <p:sldLayoutId id="2147485137" r:id="rId29"/>
    <p:sldLayoutId id="2147485120" r:id="rId30"/>
    <p:sldLayoutId id="2147485121" r:id="rId31"/>
    <p:sldLayoutId id="2147485141" r:id="rId32"/>
    <p:sldLayoutId id="2147485163" r:id="rId33"/>
    <p:sldLayoutId id="2147485139" r:id="rId34"/>
    <p:sldLayoutId id="2147485140" r:id="rId35"/>
    <p:sldLayoutId id="2147485122" r:id="rId36"/>
    <p:sldLayoutId id="2147485123" r:id="rId37"/>
    <p:sldLayoutId id="2147485151" r:id="rId38"/>
    <p:sldLayoutId id="2147485168" r:id="rId39"/>
    <p:sldLayoutId id="2147485127" r:id="rId40"/>
    <p:sldLayoutId id="2147485169" r:id="rId41"/>
    <p:sldLayoutId id="2147485126" r:id="rId42"/>
    <p:sldLayoutId id="2147485170" r:id="rId43"/>
    <p:sldLayoutId id="2147485153" r:id="rId44"/>
    <p:sldLayoutId id="2147485171" r:id="rId45"/>
    <p:sldLayoutId id="2147485128" r:id="rId46"/>
    <p:sldLayoutId id="2147485129" r:id="rId47"/>
    <p:sldLayoutId id="2147485130" r:id="rId48"/>
    <p:sldLayoutId id="2147485131" r:id="rId49"/>
    <p:sldLayoutId id="2147485145" r:id="rId50"/>
    <p:sldLayoutId id="2147485133" r:id="rId51"/>
    <p:sldLayoutId id="2147485144" r:id="rId52"/>
    <p:sldLayoutId id="2147485182" r:id="rId53"/>
    <p:sldLayoutId id="2147485160" r:id="rId54"/>
    <p:sldLayoutId id="2147485172" r:id="rId55"/>
    <p:sldLayoutId id="2147485173" r:id="rId56"/>
    <p:sldLayoutId id="2147485174" r:id="rId57"/>
    <p:sldLayoutId id="2147485175" r:id="rId58"/>
    <p:sldLayoutId id="2147485176" r:id="rId59"/>
    <p:sldLayoutId id="2147485177" r:id="rId60"/>
    <p:sldLayoutId id="2147485178" r:id="rId61"/>
    <p:sldLayoutId id="2147485179" r:id="rId62"/>
    <p:sldLayoutId id="2147485180" r:id="rId6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b="1" kern="1200">
          <a:solidFill>
            <a:schemeClr val="tx2"/>
          </a:solidFill>
          <a:latin typeface="Arial" panose="020B0604020202020204" pitchFamily="34" charset="0"/>
          <a:ea typeface="+mj-ea"/>
          <a:cs typeface="Arial" panose="020B0604020202020204" pitchFamily="34" charset="0"/>
          <a:sym typeface="Arial" panose="020B0604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Arial" panose="020B0604020202020204" pitchFamily="34" charset="0"/>
          <a:ea typeface="+mn-ea"/>
          <a:cs typeface="Arial" panose="020B0604020202020204" pitchFamily="34" charset="0"/>
          <a:sym typeface="Arial" panose="020B0604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Arial" panose="020B0604020202020204" pitchFamily="34" charset="0"/>
          <a:ea typeface="+mn-ea"/>
          <a:cs typeface="Arial" panose="020B0604020202020204" pitchFamily="34" charset="0"/>
          <a:sym typeface="Arial" panose="020B0604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Arial" panose="020B0604020202020204" pitchFamily="34" charset="0"/>
          <a:ea typeface="+mn-ea"/>
          <a:cs typeface="Arial" panose="020B0604020202020204" pitchFamily="34" charset="0"/>
          <a:sym typeface="Arial" panose="020B0604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Arial" panose="020B0604020202020204" pitchFamily="34" charset="0"/>
          <a:ea typeface="+mn-ea"/>
          <a:cs typeface="Arial" panose="020B0604020202020204" pitchFamily="34" charset="0"/>
          <a:sym typeface="Arial" panose="020B0604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Arial" panose="020B0604020202020204" pitchFamily="34" charset="0"/>
          <a:ea typeface="+mn-ea"/>
          <a:cs typeface="Arial" panose="020B0604020202020204" pitchFamily="34" charset="0"/>
          <a:sym typeface="Arial" panose="020B0604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Arial" panose="020B0604020202020204" pitchFamily="34" charset="0"/>
          <a:ea typeface="+mn-ea"/>
          <a:cs typeface="Arial" panose="020B0604020202020204" pitchFamily="34" charset="0"/>
          <a:sym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8"/>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2198" name="think-cell Slide" r:id="rId69" imgW="270" imgH="270" progId="TCLayout.ActiveDocument.1">
                  <p:embed/>
                </p:oleObj>
              </mc:Choice>
              <mc:Fallback>
                <p:oleObj name="think-cell Slide" r:id="rId69" imgW="270" imgH="270" progId="TCLayout.ActiveDocument.1">
                  <p:embed/>
                  <p:pic>
                    <p:nvPicPr>
                      <p:cNvPr id="0" name=""/>
                      <p:cNvPicPr/>
                      <p:nvPr/>
                    </p:nvPicPr>
                    <p:blipFill>
                      <a:blip r:embed="rId70"/>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Tree>
    <p:extLst>
      <p:ext uri="{BB962C8B-B14F-4D97-AF65-F5344CB8AC3E}">
        <p14:creationId xmlns:p14="http://schemas.microsoft.com/office/powerpoint/2010/main" val="3023176358"/>
      </p:ext>
    </p:extLst>
  </p:cSld>
  <p:clrMap bg1="lt1" tx1="dk1" bg2="lt2" tx2="dk2" accent1="accent1" accent2="accent2" accent3="accent3" accent4="accent4" accent5="accent5" accent6="accent6" hlink="hlink" folHlink="folHlink"/>
  <p:sldLayoutIdLst>
    <p:sldLayoutId id="2147485185" r:id="rId1"/>
    <p:sldLayoutId id="2147485186" r:id="rId2"/>
    <p:sldLayoutId id="2147485187" r:id="rId3"/>
    <p:sldLayoutId id="2147485188" r:id="rId4"/>
    <p:sldLayoutId id="2147485189" r:id="rId5"/>
    <p:sldLayoutId id="2147485190" r:id="rId6"/>
    <p:sldLayoutId id="2147485191" r:id="rId7"/>
    <p:sldLayoutId id="2147485192" r:id="rId8"/>
    <p:sldLayoutId id="2147485193" r:id="rId9"/>
    <p:sldLayoutId id="2147485194" r:id="rId10"/>
    <p:sldLayoutId id="2147485195" r:id="rId11"/>
    <p:sldLayoutId id="2147485196" r:id="rId12"/>
    <p:sldLayoutId id="2147485197" r:id="rId13"/>
    <p:sldLayoutId id="2147485198" r:id="rId14"/>
    <p:sldLayoutId id="2147485199" r:id="rId15"/>
    <p:sldLayoutId id="2147485200" r:id="rId16"/>
    <p:sldLayoutId id="2147485201" r:id="rId17"/>
    <p:sldLayoutId id="2147485202" r:id="rId18"/>
    <p:sldLayoutId id="2147485203" r:id="rId19"/>
    <p:sldLayoutId id="2147485204" r:id="rId20"/>
    <p:sldLayoutId id="2147485205" r:id="rId21"/>
    <p:sldLayoutId id="2147485206" r:id="rId22"/>
    <p:sldLayoutId id="2147485207" r:id="rId23"/>
    <p:sldLayoutId id="2147485208" r:id="rId24"/>
    <p:sldLayoutId id="2147485209" r:id="rId25"/>
    <p:sldLayoutId id="2147485210" r:id="rId26"/>
    <p:sldLayoutId id="2147485211" r:id="rId27"/>
    <p:sldLayoutId id="2147485212" r:id="rId28"/>
    <p:sldLayoutId id="2147485213" r:id="rId29"/>
    <p:sldLayoutId id="2147485214" r:id="rId30"/>
    <p:sldLayoutId id="2147485215" r:id="rId31"/>
    <p:sldLayoutId id="2147485216" r:id="rId32"/>
    <p:sldLayoutId id="2147485217" r:id="rId33"/>
    <p:sldLayoutId id="2147485218" r:id="rId34"/>
    <p:sldLayoutId id="2147485219" r:id="rId35"/>
    <p:sldLayoutId id="2147485220" r:id="rId36"/>
    <p:sldLayoutId id="2147485221" r:id="rId37"/>
    <p:sldLayoutId id="2147485222" r:id="rId38"/>
    <p:sldLayoutId id="2147485223" r:id="rId39"/>
    <p:sldLayoutId id="2147485224" r:id="rId40"/>
    <p:sldLayoutId id="2147485225" r:id="rId41"/>
    <p:sldLayoutId id="2147485226" r:id="rId42"/>
    <p:sldLayoutId id="2147485227" r:id="rId43"/>
    <p:sldLayoutId id="2147485228" r:id="rId44"/>
    <p:sldLayoutId id="2147485229" r:id="rId45"/>
    <p:sldLayoutId id="2147485230" r:id="rId46"/>
    <p:sldLayoutId id="2147485231" r:id="rId47"/>
    <p:sldLayoutId id="2147485232" r:id="rId48"/>
    <p:sldLayoutId id="2147485233" r:id="rId49"/>
    <p:sldLayoutId id="2147485234" r:id="rId50"/>
    <p:sldLayoutId id="2147485235" r:id="rId51"/>
    <p:sldLayoutId id="2147485236" r:id="rId52"/>
    <p:sldLayoutId id="2147485237" r:id="rId53"/>
    <p:sldLayoutId id="2147485238" r:id="rId54"/>
    <p:sldLayoutId id="2147485239" r:id="rId55"/>
    <p:sldLayoutId id="2147485240" r:id="rId56"/>
    <p:sldLayoutId id="2147485241" r:id="rId57"/>
    <p:sldLayoutId id="2147485242" r:id="rId58"/>
    <p:sldLayoutId id="2147485243" r:id="rId59"/>
    <p:sldLayoutId id="2147485244" r:id="rId60"/>
    <p:sldLayoutId id="2147485245" r:id="rId61"/>
    <p:sldLayoutId id="2147485246" r:id="rId62"/>
    <p:sldLayoutId id="2147485247" r:id="rId63"/>
    <p:sldLayoutId id="2147485248" r:id="rId64"/>
    <p:sldLayoutId id="2147485249" r:id="rId65"/>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8"/>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3461" name="think-cell Slide" r:id="rId69" imgW="270" imgH="270" progId="TCLayout.ActiveDocument.1">
                  <p:embed/>
                </p:oleObj>
              </mc:Choice>
              <mc:Fallback>
                <p:oleObj name="think-cell Slide" r:id="rId69" imgW="270" imgH="270" progId="TCLayout.ActiveDocument.1">
                  <p:embed/>
                  <p:pic>
                    <p:nvPicPr>
                      <p:cNvPr id="0" name=""/>
                      <p:cNvPicPr/>
                      <p:nvPr/>
                    </p:nvPicPr>
                    <p:blipFill>
                      <a:blip r:embed="rId70"/>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solidFill>
                <a:prstClr val="white">
                  <a:lumMod val="50000"/>
                </a:prstClr>
              </a:solidFill>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algn="r">
              <a:defRPr/>
            </a:pPr>
            <a:fld id="{DFCF27A5-1A5B-48D3-A060-2758FFBB1ADD}" type="slidenum">
              <a:rPr lang="en-US" sz="1000" smtClean="0">
                <a:solidFill>
                  <a:prstClr val="white">
                    <a:lumMod val="50000"/>
                  </a:prstClr>
                </a:solidFill>
                <a:sym typeface="Trebuchet MS" panose="020B0603020202020204" pitchFamily="34" charset="0"/>
              </a:rPr>
              <a:pPr algn="r">
                <a:defRPr/>
              </a:pPr>
              <a:t>‹#›</a:t>
            </a:fld>
            <a:endParaRPr lang="en-US" sz="1000" dirty="0">
              <a:solidFill>
                <a:prstClr val="white">
                  <a:lumMod val="50000"/>
                </a:prstClr>
              </a:solidFill>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Tree>
    <p:extLst>
      <p:ext uri="{BB962C8B-B14F-4D97-AF65-F5344CB8AC3E}">
        <p14:creationId xmlns:p14="http://schemas.microsoft.com/office/powerpoint/2010/main" val="885246821"/>
      </p:ext>
    </p:extLst>
  </p:cSld>
  <p:clrMap bg1="lt1" tx1="dk1" bg2="lt2" tx2="dk2" accent1="accent1" accent2="accent2" accent3="accent3" accent4="accent4" accent5="accent5" accent6="accent6" hlink="hlink" folHlink="folHlink"/>
  <p:sldLayoutIdLst>
    <p:sldLayoutId id="2147485251" r:id="rId1"/>
    <p:sldLayoutId id="2147485252" r:id="rId2"/>
    <p:sldLayoutId id="2147485253" r:id="rId3"/>
    <p:sldLayoutId id="2147485254" r:id="rId4"/>
    <p:sldLayoutId id="2147485255" r:id="rId5"/>
    <p:sldLayoutId id="2147485256" r:id="rId6"/>
    <p:sldLayoutId id="2147485257" r:id="rId7"/>
    <p:sldLayoutId id="2147485258" r:id="rId8"/>
    <p:sldLayoutId id="2147485259" r:id="rId9"/>
    <p:sldLayoutId id="2147485260" r:id="rId10"/>
    <p:sldLayoutId id="2147485261" r:id="rId11"/>
    <p:sldLayoutId id="2147485262" r:id="rId12"/>
    <p:sldLayoutId id="2147485263" r:id="rId13"/>
    <p:sldLayoutId id="2147485264" r:id="rId14"/>
    <p:sldLayoutId id="2147485265" r:id="rId15"/>
    <p:sldLayoutId id="2147485266" r:id="rId16"/>
    <p:sldLayoutId id="2147485267" r:id="rId17"/>
    <p:sldLayoutId id="2147485268" r:id="rId18"/>
    <p:sldLayoutId id="2147485269" r:id="rId19"/>
    <p:sldLayoutId id="2147485270" r:id="rId20"/>
    <p:sldLayoutId id="2147485271" r:id="rId21"/>
    <p:sldLayoutId id="2147485272" r:id="rId22"/>
    <p:sldLayoutId id="2147485273" r:id="rId23"/>
    <p:sldLayoutId id="2147485274" r:id="rId24"/>
    <p:sldLayoutId id="2147485275" r:id="rId25"/>
    <p:sldLayoutId id="2147485276" r:id="rId26"/>
    <p:sldLayoutId id="2147485277" r:id="rId27"/>
    <p:sldLayoutId id="2147485278" r:id="rId28"/>
    <p:sldLayoutId id="2147485279" r:id="rId29"/>
    <p:sldLayoutId id="2147485280" r:id="rId30"/>
    <p:sldLayoutId id="2147485281" r:id="rId31"/>
    <p:sldLayoutId id="2147485282" r:id="rId32"/>
    <p:sldLayoutId id="2147485283" r:id="rId33"/>
    <p:sldLayoutId id="2147485284" r:id="rId34"/>
    <p:sldLayoutId id="2147485285" r:id="rId35"/>
    <p:sldLayoutId id="2147485286" r:id="rId36"/>
    <p:sldLayoutId id="2147485287" r:id="rId37"/>
    <p:sldLayoutId id="2147485288" r:id="rId38"/>
    <p:sldLayoutId id="2147485289" r:id="rId39"/>
    <p:sldLayoutId id="2147485290" r:id="rId40"/>
    <p:sldLayoutId id="2147485291" r:id="rId41"/>
    <p:sldLayoutId id="2147485292" r:id="rId42"/>
    <p:sldLayoutId id="2147485293" r:id="rId43"/>
    <p:sldLayoutId id="2147485294" r:id="rId44"/>
    <p:sldLayoutId id="2147485295" r:id="rId45"/>
    <p:sldLayoutId id="2147485296" r:id="rId46"/>
    <p:sldLayoutId id="2147485297" r:id="rId47"/>
    <p:sldLayoutId id="2147485298" r:id="rId48"/>
    <p:sldLayoutId id="2147485299" r:id="rId49"/>
    <p:sldLayoutId id="2147485300" r:id="rId50"/>
    <p:sldLayoutId id="2147485301" r:id="rId51"/>
    <p:sldLayoutId id="2147485302" r:id="rId52"/>
    <p:sldLayoutId id="2147485303" r:id="rId53"/>
    <p:sldLayoutId id="2147485304" r:id="rId54"/>
    <p:sldLayoutId id="2147485305" r:id="rId55"/>
    <p:sldLayoutId id="2147485306" r:id="rId56"/>
    <p:sldLayoutId id="2147485307" r:id="rId57"/>
    <p:sldLayoutId id="2147485308" r:id="rId58"/>
    <p:sldLayoutId id="2147485309" r:id="rId59"/>
    <p:sldLayoutId id="2147485310" r:id="rId60"/>
    <p:sldLayoutId id="2147485311" r:id="rId61"/>
    <p:sldLayoutId id="2147485312" r:id="rId62"/>
    <p:sldLayoutId id="2147485313" r:id="rId63"/>
    <p:sldLayoutId id="2147485314" r:id="rId64"/>
    <p:sldLayoutId id="2147485315" r:id="rId65"/>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48.xml"/><Relationship Id="rId1" Type="http://schemas.openxmlformats.org/officeDocument/2006/relationships/vmlDrawing" Target="../drawings/vmlDrawing85.vml"/><Relationship Id="rId6" Type="http://schemas.openxmlformats.org/officeDocument/2006/relationships/image" Target="../media/image2.emf"/><Relationship Id="rId5" Type="http://schemas.openxmlformats.org/officeDocument/2006/relationships/oleObject" Target="../embeddings/oleObject85.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tags" Target="../tags/tag250.xml"/><Relationship Id="rId7" Type="http://schemas.openxmlformats.org/officeDocument/2006/relationships/oleObject" Target="../embeddings/oleObject86.bin"/><Relationship Id="rId2" Type="http://schemas.openxmlformats.org/officeDocument/2006/relationships/tags" Target="../tags/tag249.xml"/><Relationship Id="rId1" Type="http://schemas.openxmlformats.org/officeDocument/2006/relationships/vmlDrawing" Target="../drawings/vmlDrawing86.vml"/><Relationship Id="rId6" Type="http://schemas.openxmlformats.org/officeDocument/2006/relationships/notesSlide" Target="../notesSlides/notesSlide2.xml"/><Relationship Id="rId5" Type="http://schemas.openxmlformats.org/officeDocument/2006/relationships/slideLayout" Target="../slideLayouts/slideLayout35.xml"/><Relationship Id="rId4" Type="http://schemas.openxmlformats.org/officeDocument/2006/relationships/tags" Target="../tags/tag251.xml"/></Relationships>
</file>

<file path=ppt/slides/_rels/slide3.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tags" Target="../tags/tag253.xml"/><Relationship Id="rId7" Type="http://schemas.openxmlformats.org/officeDocument/2006/relationships/oleObject" Target="../embeddings/oleObject87.bin"/><Relationship Id="rId2" Type="http://schemas.openxmlformats.org/officeDocument/2006/relationships/tags" Target="../tags/tag252.xml"/><Relationship Id="rId1" Type="http://schemas.openxmlformats.org/officeDocument/2006/relationships/vmlDrawing" Target="../drawings/vmlDrawing87.vml"/><Relationship Id="rId6" Type="http://schemas.openxmlformats.org/officeDocument/2006/relationships/notesSlide" Target="../notesSlides/notesSlide3.xml"/><Relationship Id="rId5" Type="http://schemas.openxmlformats.org/officeDocument/2006/relationships/slideLayout" Target="../slideLayouts/slideLayout35.xml"/><Relationship Id="rId4" Type="http://schemas.openxmlformats.org/officeDocument/2006/relationships/tags" Target="../tags/tag254.xml"/><Relationship Id="rId9" Type="http://schemas.openxmlformats.org/officeDocument/2006/relationships/hyperlink" Target="mailto:sittapongs@pttep.com"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tags" Target="../tags/tag256.xml"/><Relationship Id="rId7" Type="http://schemas.openxmlformats.org/officeDocument/2006/relationships/oleObject" Target="../embeddings/oleObject88.bin"/><Relationship Id="rId2" Type="http://schemas.openxmlformats.org/officeDocument/2006/relationships/tags" Target="../tags/tag255.xml"/><Relationship Id="rId1" Type="http://schemas.openxmlformats.org/officeDocument/2006/relationships/vmlDrawing" Target="../drawings/vmlDrawing88.vml"/><Relationship Id="rId6" Type="http://schemas.openxmlformats.org/officeDocument/2006/relationships/notesSlide" Target="../notesSlides/notesSlide4.xml"/><Relationship Id="rId5" Type="http://schemas.openxmlformats.org/officeDocument/2006/relationships/slideLayout" Target="../slideLayouts/slideLayout4.xml"/><Relationship Id="rId4" Type="http://schemas.openxmlformats.org/officeDocument/2006/relationships/tags" Target="../tags/tag257.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tags" Target="../tags/tag259.xml"/><Relationship Id="rId7" Type="http://schemas.openxmlformats.org/officeDocument/2006/relationships/oleObject" Target="../embeddings/oleObject88.bin"/><Relationship Id="rId2" Type="http://schemas.openxmlformats.org/officeDocument/2006/relationships/tags" Target="../tags/tag258.xml"/><Relationship Id="rId1" Type="http://schemas.openxmlformats.org/officeDocument/2006/relationships/vmlDrawing" Target="../drawings/vmlDrawing89.vml"/><Relationship Id="rId6" Type="http://schemas.openxmlformats.org/officeDocument/2006/relationships/notesSlide" Target="../notesSlides/notesSlide5.xml"/><Relationship Id="rId5" Type="http://schemas.openxmlformats.org/officeDocument/2006/relationships/slideLayout" Target="../slideLayouts/slideLayout4.xml"/><Relationship Id="rId4" Type="http://schemas.openxmlformats.org/officeDocument/2006/relationships/tags" Target="../tags/tag26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6.xml"/><Relationship Id="rId1" Type="http://schemas.openxmlformats.org/officeDocument/2006/relationships/tags" Target="../tags/tag261.xml"/></Relationships>
</file>

<file path=ppt/slides/_rels/slide12.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tags" Target="../tags/tag263.xml"/><Relationship Id="rId7" Type="http://schemas.openxmlformats.org/officeDocument/2006/relationships/oleObject" Target="../embeddings/oleObject89.bin"/><Relationship Id="rId2" Type="http://schemas.openxmlformats.org/officeDocument/2006/relationships/tags" Target="../tags/tag262.xml"/><Relationship Id="rId1" Type="http://schemas.openxmlformats.org/officeDocument/2006/relationships/vmlDrawing" Target="../drawings/vmlDrawing90.vml"/><Relationship Id="rId6" Type="http://schemas.openxmlformats.org/officeDocument/2006/relationships/notesSlide" Target="../notesSlides/notesSlide7.xml"/><Relationship Id="rId5" Type="http://schemas.openxmlformats.org/officeDocument/2006/relationships/slideLayout" Target="../slideLayouts/slideLayout4.xml"/><Relationship Id="rId4" Type="http://schemas.openxmlformats.org/officeDocument/2006/relationships/tags" Target="../tags/tag264.xml"/></Relationships>
</file>

<file path=ppt/slides/_rels/slide13.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tags" Target="../tags/tag266.xml"/><Relationship Id="rId7" Type="http://schemas.openxmlformats.org/officeDocument/2006/relationships/oleObject" Target="../embeddings/oleObject90.bin"/><Relationship Id="rId2" Type="http://schemas.openxmlformats.org/officeDocument/2006/relationships/tags" Target="../tags/tag265.xml"/><Relationship Id="rId1" Type="http://schemas.openxmlformats.org/officeDocument/2006/relationships/vmlDrawing" Target="../drawings/vmlDrawing91.vml"/><Relationship Id="rId6" Type="http://schemas.openxmlformats.org/officeDocument/2006/relationships/notesSlide" Target="../notesSlides/notesSlide8.xml"/><Relationship Id="rId5" Type="http://schemas.openxmlformats.org/officeDocument/2006/relationships/slideLayout" Target="../slideLayouts/slideLayout28.xml"/><Relationship Id="rId4" Type="http://schemas.openxmlformats.org/officeDocument/2006/relationships/tags" Target="../tags/tag267.xml"/></Relationships>
</file>

<file path=ppt/slides/_rels/slide14.xml.rels><?xml version="1.0" encoding="UTF-8" standalone="yes"?>
<Relationships xmlns="http://schemas.openxmlformats.org/package/2006/relationships"><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vmlDrawing" Target="../drawings/vmlDrawing92.vml"/><Relationship Id="rId6" Type="http://schemas.openxmlformats.org/officeDocument/2006/relationships/image" Target="../media/image12.emf"/><Relationship Id="rId5" Type="http://schemas.openxmlformats.org/officeDocument/2006/relationships/oleObject" Target="../embeddings/oleObject91.bin"/><Relationship Id="rId4"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31123" name="think-cell Slide" r:id="rId5" imgW="457" imgH="343" progId="TCLayout.ActiveDocument.1">
                  <p:embed/>
                </p:oleObj>
              </mc:Choice>
              <mc:Fallback>
                <p:oleObj name="think-cell Slide" r:id="rId5" imgW="457" imgH="343"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6" name="Text Placeholder 5"/>
          <p:cNvSpPr>
            <a:spLocks noGrp="1"/>
          </p:cNvSpPr>
          <p:nvPr>
            <p:ph type="body" sz="quarter" idx="10"/>
          </p:nvPr>
        </p:nvSpPr>
        <p:spPr/>
        <p:txBody>
          <a:bodyPr/>
          <a:lstStyle/>
          <a:p>
            <a:r>
              <a:rPr lang="en-US" dirty="0"/>
              <a:t>Recruitment Test </a:t>
            </a:r>
          </a:p>
        </p:txBody>
      </p:sp>
      <p:sp>
        <p:nvSpPr>
          <p:cNvPr id="7" name="Text Placeholder 6"/>
          <p:cNvSpPr>
            <a:spLocks noGrp="1"/>
          </p:cNvSpPr>
          <p:nvPr>
            <p:ph type="body" sz="quarter" idx="11"/>
          </p:nvPr>
        </p:nvSpPr>
        <p:spPr/>
        <p:txBody>
          <a:bodyPr/>
          <a:lstStyle/>
          <a:p>
            <a:r>
              <a:rPr lang="en-US" dirty="0"/>
              <a:t>Software Engineering</a:t>
            </a:r>
          </a:p>
        </p:txBody>
      </p:sp>
      <p:sp>
        <p:nvSpPr>
          <p:cNvPr id="8" name="Text Placeholder 7"/>
          <p:cNvSpPr>
            <a:spLocks noGrp="1"/>
          </p:cNvSpPr>
          <p:nvPr>
            <p:ph type="body" sz="quarter" idx="12"/>
          </p:nvPr>
        </p:nvSpPr>
        <p:spPr/>
        <p:txBody>
          <a:bodyPr/>
          <a:lstStyle/>
          <a:p>
            <a:r>
              <a:rPr lang="en-US" dirty="0"/>
              <a:t>4</a:t>
            </a:r>
            <a:r>
              <a:rPr lang="en-US" baseline="30000" dirty="0"/>
              <a:t>th</a:t>
            </a:r>
            <a:r>
              <a:rPr lang="en-US" dirty="0"/>
              <a:t> March 2019</a:t>
            </a:r>
          </a:p>
        </p:txBody>
      </p:sp>
    </p:spTree>
    <p:extLst>
      <p:ext uri="{BB962C8B-B14F-4D97-AF65-F5344CB8AC3E}">
        <p14:creationId xmlns:p14="http://schemas.microsoft.com/office/powerpoint/2010/main" val="32773495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3"/>
            </p:custDataLst>
            <p:extLst>
              <p:ext uri="{D42A27DB-BD31-4B8C-83A1-F6EECF244321}">
                <p14:modId xmlns:p14="http://schemas.microsoft.com/office/powerpoint/2010/main" val="25021512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32147" name="think-cell Slide" r:id="rId7" imgW="395" imgH="394" progId="TCLayout.ActiveDocument.1">
                  <p:embed/>
                </p:oleObj>
              </mc:Choice>
              <mc:Fallback>
                <p:oleObj name="think-cell Slide" r:id="rId7" imgW="395" imgH="39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4"/>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en-US" sz="3200" b="1" dirty="0" err="1">
              <a:solidFill>
                <a:srgbClr val="FFFFFF"/>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3" name="Title 2"/>
          <p:cNvSpPr>
            <a:spLocks noGrp="1"/>
          </p:cNvSpPr>
          <p:nvPr>
            <p:ph type="title"/>
          </p:nvPr>
        </p:nvSpPr>
        <p:spPr/>
        <p:txBody>
          <a:bodyPr/>
          <a:lstStyle/>
          <a:p>
            <a:r>
              <a:rPr lang="en-US" sz="3200" dirty="0"/>
              <a:t>Guidelines for the test (I/II)</a:t>
            </a:r>
          </a:p>
        </p:txBody>
      </p:sp>
      <p:sp>
        <p:nvSpPr>
          <p:cNvPr id="5" name="Rectangle 4"/>
          <p:cNvSpPr/>
          <p:nvPr/>
        </p:nvSpPr>
        <p:spPr>
          <a:xfrm>
            <a:off x="4249271" y="416852"/>
            <a:ext cx="7355541" cy="5946097"/>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xmlns="">
                <a:solidFill>
                  <a:schemeClr val="tx2"/>
                </a:solidFill>
              </a14:hiddenFill>
            </a:ext>
            <a:ext uri="{91240B29-F687-4f45-9708-019B960494DF}">
              <a14:hiddenLine xmlns:a14="http://schemas.microsoft.com/office/drawing/2010/main" xmlns=""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buSzPct val="100000"/>
              <a:buFont typeface="Arial" panose="020B0604020202020204" pitchFamily="34" charset="0"/>
              <a:buChar char="​"/>
            </a:pPr>
            <a:endParaRPr lang="en-US" sz="1200" dirty="0">
              <a:solidFill>
                <a:srgbClr val="000000">
                  <a:lumMod val="100000"/>
                </a:srgbClr>
              </a:solidFill>
            </a:endParaRPr>
          </a:p>
        </p:txBody>
      </p:sp>
      <p:sp>
        <p:nvSpPr>
          <p:cNvPr id="8" name="Oval 20"/>
          <p:cNvSpPr>
            <a:spLocks noChangeAspect="1" noChangeArrowheads="1"/>
          </p:cNvSpPr>
          <p:nvPr/>
        </p:nvSpPr>
        <p:spPr bwMode="auto">
          <a:xfrm>
            <a:off x="4473825" y="803113"/>
            <a:ext cx="306910" cy="30691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algn="ctr"/>
            <a:r>
              <a:rPr lang="en-US" sz="1200" dirty="0">
                <a:solidFill>
                  <a:schemeClr val="bg1"/>
                </a:solidFill>
              </a:rPr>
              <a:t>1</a:t>
            </a:r>
          </a:p>
        </p:txBody>
      </p:sp>
      <p:sp>
        <p:nvSpPr>
          <p:cNvPr id="10" name="TextBox 9"/>
          <p:cNvSpPr txBox="1"/>
          <p:nvPr/>
        </p:nvSpPr>
        <p:spPr>
          <a:xfrm>
            <a:off x="5139558" y="798786"/>
            <a:ext cx="6849241" cy="5389576"/>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xmlns="" w="9525" cap="flat" cmpd="sng" algn="ctr">
                <a:solidFill>
                  <a:srgbClr val="9A9A9A"/>
                </a:solidFill>
                <a:prstDash val="solid"/>
                <a:round/>
                <a:headEnd type="none" w="med" len="med"/>
                <a:tailEnd type="none" w="med" len="med"/>
              </a14:hiddenLine>
            </a:ext>
          </a:extLst>
        </p:spPr>
        <p:txBody>
          <a:bodyPr wrap="square" lIns="0" tIns="0" rIns="0" bIns="0" rtlCol="0" anchor="t">
            <a:noAutofit/>
          </a:bodyPr>
          <a:lstStyle/>
          <a:p>
            <a:pPr>
              <a:lnSpc>
                <a:spcPct val="90000"/>
              </a:lnSpc>
              <a:spcAft>
                <a:spcPts val="600"/>
              </a:spcAft>
            </a:pPr>
            <a:r>
              <a:rPr lang="en-US" dirty="0">
                <a:solidFill>
                  <a:srgbClr val="000000"/>
                </a:solidFill>
                <a:cs typeface="Arial" panose="020B0604020202020204" pitchFamily="34" charset="0"/>
                <a:sym typeface="Arial" panose="020B0604020202020204" pitchFamily="34" charset="0"/>
              </a:rPr>
              <a:t>There is only 1 question in the test. It is to build a single working app</a:t>
            </a:r>
          </a:p>
          <a:p>
            <a:pPr>
              <a:lnSpc>
                <a:spcPct val="90000"/>
              </a:lnSpc>
              <a:spcAft>
                <a:spcPts val="600"/>
              </a:spcAft>
            </a:pPr>
            <a:endParaRPr lang="en-US" dirty="0">
              <a:solidFill>
                <a:srgbClr val="000000"/>
              </a:solidFill>
              <a:cs typeface="Arial" panose="020B0604020202020204" pitchFamily="34" charset="0"/>
              <a:sym typeface="Arial" panose="020B0604020202020204" pitchFamily="34" charset="0"/>
            </a:endParaRPr>
          </a:p>
          <a:p>
            <a:pPr>
              <a:lnSpc>
                <a:spcPct val="90000"/>
              </a:lnSpc>
              <a:spcAft>
                <a:spcPts val="600"/>
              </a:spcAft>
            </a:pPr>
            <a:r>
              <a:rPr lang="en-US" dirty="0">
                <a:solidFill>
                  <a:srgbClr val="000000"/>
                </a:solidFill>
                <a:cs typeface="Arial" panose="020B0604020202020204" pitchFamily="34" charset="0"/>
                <a:sym typeface="Arial" panose="020B0604020202020204" pitchFamily="34" charset="0"/>
              </a:rPr>
              <a:t>Concentrate on the functionality of your app and closing the requirements. Visually attractive responsive design of the application is a nice to have</a:t>
            </a:r>
          </a:p>
          <a:p>
            <a:pPr>
              <a:lnSpc>
                <a:spcPct val="90000"/>
              </a:lnSpc>
              <a:spcAft>
                <a:spcPts val="600"/>
              </a:spcAft>
            </a:pPr>
            <a:endParaRPr lang="en-US" dirty="0">
              <a:solidFill>
                <a:srgbClr val="000000"/>
              </a:solidFill>
              <a:cs typeface="Arial" panose="020B0604020202020204" pitchFamily="34" charset="0"/>
              <a:sym typeface="Arial" panose="020B0604020202020204" pitchFamily="34" charset="0"/>
            </a:endParaRPr>
          </a:p>
          <a:p>
            <a:pPr>
              <a:lnSpc>
                <a:spcPct val="90000"/>
              </a:lnSpc>
              <a:spcAft>
                <a:spcPts val="600"/>
              </a:spcAft>
            </a:pPr>
            <a:r>
              <a:rPr lang="en-US" dirty="0">
                <a:solidFill>
                  <a:srgbClr val="000000"/>
                </a:solidFill>
                <a:cs typeface="Arial" panose="020B0604020202020204" pitchFamily="34" charset="0"/>
                <a:sym typeface="Arial" panose="020B0604020202020204" pitchFamily="34" charset="0"/>
              </a:rPr>
              <a:t>Do not share your code publicly for the test</a:t>
            </a:r>
          </a:p>
          <a:p>
            <a:pPr>
              <a:lnSpc>
                <a:spcPct val="90000"/>
              </a:lnSpc>
              <a:spcAft>
                <a:spcPts val="600"/>
              </a:spcAft>
            </a:pPr>
            <a:endParaRPr lang="en-US" dirty="0">
              <a:solidFill>
                <a:srgbClr val="000000"/>
              </a:solidFill>
              <a:cs typeface="Arial" panose="020B0604020202020204" pitchFamily="34" charset="0"/>
              <a:sym typeface="Arial" panose="020B0604020202020204" pitchFamily="34" charset="0"/>
            </a:endParaRPr>
          </a:p>
          <a:p>
            <a:pPr>
              <a:lnSpc>
                <a:spcPct val="90000"/>
              </a:lnSpc>
              <a:spcAft>
                <a:spcPts val="600"/>
              </a:spcAft>
            </a:pPr>
            <a:r>
              <a:rPr lang="en-US" dirty="0">
                <a:solidFill>
                  <a:srgbClr val="000000"/>
                </a:solidFill>
                <a:cs typeface="Arial" panose="020B0604020202020204" pitchFamily="34" charset="0"/>
                <a:sym typeface="Arial" panose="020B0604020202020204" pitchFamily="34" charset="0"/>
              </a:rPr>
              <a:t>We are providing the following on this system</a:t>
            </a:r>
          </a:p>
          <a:p>
            <a:pPr marL="285750" indent="-285750">
              <a:lnSpc>
                <a:spcPct val="90000"/>
              </a:lnSpc>
              <a:spcAft>
                <a:spcPts val="600"/>
              </a:spcAft>
              <a:buFont typeface="Arial" panose="020B0604020202020204" pitchFamily="34" charset="0"/>
              <a:buChar char="•"/>
            </a:pPr>
            <a:r>
              <a:rPr lang="en-US" dirty="0">
                <a:solidFill>
                  <a:srgbClr val="000000"/>
                </a:solidFill>
                <a:cs typeface="Arial" panose="020B0604020202020204" pitchFamily="34" charset="0"/>
                <a:sym typeface="Arial" panose="020B0604020202020204" pitchFamily="34" charset="0"/>
              </a:rPr>
              <a:t>Editors - IntelliJ, Visual Studio Code</a:t>
            </a:r>
          </a:p>
          <a:p>
            <a:pPr marL="285750" indent="-285750">
              <a:lnSpc>
                <a:spcPct val="90000"/>
              </a:lnSpc>
              <a:spcAft>
                <a:spcPts val="600"/>
              </a:spcAft>
              <a:buFont typeface="Arial" panose="020B0604020202020204" pitchFamily="34" charset="0"/>
              <a:buChar char="•"/>
            </a:pPr>
            <a:r>
              <a:rPr lang="en-US" dirty="0">
                <a:solidFill>
                  <a:srgbClr val="000000"/>
                </a:solidFill>
                <a:cs typeface="Arial" panose="020B0604020202020204" pitchFamily="34" charset="0"/>
                <a:sym typeface="Arial" panose="020B0604020202020204" pitchFamily="34" charset="0"/>
              </a:rPr>
              <a:t>Database - MySQL, MongoDB</a:t>
            </a:r>
          </a:p>
          <a:p>
            <a:pPr marL="285750" indent="-285750">
              <a:lnSpc>
                <a:spcPct val="90000"/>
              </a:lnSpc>
              <a:spcAft>
                <a:spcPts val="600"/>
              </a:spcAft>
              <a:buFont typeface="Arial" panose="020B0604020202020204" pitchFamily="34" charset="0"/>
              <a:buChar char="•"/>
            </a:pPr>
            <a:r>
              <a:rPr lang="en-US" dirty="0">
                <a:solidFill>
                  <a:srgbClr val="000000"/>
                </a:solidFill>
                <a:cs typeface="Arial" panose="020B0604020202020204" pitchFamily="34" charset="0"/>
                <a:sym typeface="Arial" panose="020B0604020202020204" pitchFamily="34" charset="0"/>
              </a:rPr>
              <a:t>Other tools - </a:t>
            </a:r>
            <a:r>
              <a:rPr lang="en-US" dirty="0" err="1">
                <a:solidFill>
                  <a:srgbClr val="000000"/>
                </a:solidFill>
                <a:cs typeface="Arial" panose="020B0604020202020204" pitchFamily="34" charset="0"/>
                <a:sym typeface="Arial" panose="020B0604020202020204" pitchFamily="34" charset="0"/>
              </a:rPr>
              <a:t>JDK</a:t>
            </a:r>
            <a:r>
              <a:rPr lang="en-US" dirty="0">
                <a:solidFill>
                  <a:srgbClr val="000000"/>
                </a:solidFill>
                <a:cs typeface="Arial" panose="020B0604020202020204" pitchFamily="34" charset="0"/>
                <a:sym typeface="Arial" panose="020B0604020202020204" pitchFamily="34" charset="0"/>
              </a:rPr>
              <a:t> x64 bit, Maven, </a:t>
            </a:r>
            <a:r>
              <a:rPr lang="en-US" dirty="0" err="1">
                <a:solidFill>
                  <a:srgbClr val="000000"/>
                </a:solidFill>
                <a:cs typeface="Arial" panose="020B0604020202020204" pitchFamily="34" charset="0"/>
                <a:sym typeface="Arial" panose="020B0604020202020204" pitchFamily="34" charset="0"/>
              </a:rPr>
              <a:t>NodeJS</a:t>
            </a:r>
            <a:r>
              <a:rPr lang="en-US" dirty="0">
                <a:solidFill>
                  <a:srgbClr val="000000"/>
                </a:solidFill>
                <a:cs typeface="Arial" panose="020B0604020202020204" pitchFamily="34" charset="0"/>
                <a:sym typeface="Arial" panose="020B0604020202020204" pitchFamily="34" charset="0"/>
              </a:rPr>
              <a:t> </a:t>
            </a:r>
          </a:p>
          <a:p>
            <a:pPr marL="285750" indent="-285750">
              <a:lnSpc>
                <a:spcPct val="90000"/>
              </a:lnSpc>
              <a:spcAft>
                <a:spcPts val="600"/>
              </a:spcAft>
              <a:buFont typeface="Arial" panose="020B0604020202020204" pitchFamily="34" charset="0"/>
              <a:buChar char="•"/>
            </a:pPr>
            <a:endParaRPr lang="en-US" dirty="0">
              <a:solidFill>
                <a:srgbClr val="000000"/>
              </a:solidFill>
              <a:cs typeface="Arial" panose="020B0604020202020204" pitchFamily="34" charset="0"/>
              <a:sym typeface="Arial" panose="020B0604020202020204" pitchFamily="34" charset="0"/>
            </a:endParaRPr>
          </a:p>
          <a:p>
            <a:pPr>
              <a:lnSpc>
                <a:spcPct val="90000"/>
              </a:lnSpc>
              <a:spcAft>
                <a:spcPts val="600"/>
              </a:spcAft>
            </a:pPr>
            <a:r>
              <a:rPr lang="en-US" dirty="0">
                <a:solidFill>
                  <a:srgbClr val="000000">
                    <a:lumMod val="100000"/>
                  </a:srgbClr>
                </a:solidFill>
                <a:cs typeface="Arial" panose="020B0604020202020204" pitchFamily="34" charset="0"/>
                <a:sym typeface="Arial" panose="020B0604020202020204" pitchFamily="34" charset="0"/>
              </a:rPr>
              <a:t>You also have a working internet connection to search for relevant code</a:t>
            </a:r>
          </a:p>
          <a:p>
            <a:pPr>
              <a:lnSpc>
                <a:spcPct val="90000"/>
              </a:lnSpc>
              <a:spcAft>
                <a:spcPts val="600"/>
              </a:spcAft>
            </a:pPr>
            <a:endParaRPr lang="en-US" dirty="0">
              <a:solidFill>
                <a:srgbClr val="000000">
                  <a:lumMod val="100000"/>
                </a:srgbClr>
              </a:solidFill>
              <a:cs typeface="Arial" panose="020B0604020202020204" pitchFamily="34" charset="0"/>
              <a:sym typeface="Arial" panose="020B0604020202020204" pitchFamily="34" charset="0"/>
            </a:endParaRPr>
          </a:p>
          <a:p>
            <a:pPr>
              <a:lnSpc>
                <a:spcPct val="90000"/>
              </a:lnSpc>
              <a:spcAft>
                <a:spcPts val="600"/>
              </a:spcAft>
            </a:pPr>
            <a:r>
              <a:rPr lang="en-US" dirty="0">
                <a:solidFill>
                  <a:srgbClr val="000000">
                    <a:lumMod val="100000"/>
                  </a:srgbClr>
                </a:solidFill>
                <a:cs typeface="Arial" panose="020B0604020202020204" pitchFamily="34" charset="0"/>
                <a:sym typeface="Arial" panose="020B0604020202020204" pitchFamily="34" charset="0"/>
              </a:rPr>
              <a:t>You are free to use MySQL or MongoDB as your database. The data file to be used will be provided with the test</a:t>
            </a:r>
          </a:p>
        </p:txBody>
      </p:sp>
      <p:sp>
        <p:nvSpPr>
          <p:cNvPr id="11" name="Oval 20"/>
          <p:cNvSpPr>
            <a:spLocks noChangeAspect="1" noChangeArrowheads="1"/>
          </p:cNvSpPr>
          <p:nvPr/>
        </p:nvSpPr>
        <p:spPr bwMode="auto">
          <a:xfrm>
            <a:off x="4473825" y="1668647"/>
            <a:ext cx="306910" cy="30691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algn="ctr"/>
            <a:r>
              <a:rPr lang="en-US" sz="1200" dirty="0">
                <a:solidFill>
                  <a:schemeClr val="bg1"/>
                </a:solidFill>
              </a:rPr>
              <a:t>2</a:t>
            </a:r>
          </a:p>
        </p:txBody>
      </p:sp>
      <p:sp>
        <p:nvSpPr>
          <p:cNvPr id="12" name="Oval 20"/>
          <p:cNvSpPr>
            <a:spLocks noChangeAspect="1" noChangeArrowheads="1"/>
          </p:cNvSpPr>
          <p:nvPr/>
        </p:nvSpPr>
        <p:spPr bwMode="auto">
          <a:xfrm>
            <a:off x="4473825" y="2838099"/>
            <a:ext cx="306910" cy="30691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algn="ctr"/>
            <a:r>
              <a:rPr lang="en-US" sz="1200" dirty="0">
                <a:solidFill>
                  <a:schemeClr val="bg1"/>
                </a:solidFill>
              </a:rPr>
              <a:t>3</a:t>
            </a:r>
          </a:p>
        </p:txBody>
      </p:sp>
      <p:sp>
        <p:nvSpPr>
          <p:cNvPr id="13" name="Oval 20"/>
          <p:cNvSpPr>
            <a:spLocks noChangeAspect="1" noChangeArrowheads="1"/>
          </p:cNvSpPr>
          <p:nvPr/>
        </p:nvSpPr>
        <p:spPr bwMode="auto">
          <a:xfrm>
            <a:off x="4473825" y="3483064"/>
            <a:ext cx="306910" cy="30691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algn="ctr"/>
            <a:r>
              <a:rPr lang="en-US" sz="1200" dirty="0">
                <a:solidFill>
                  <a:schemeClr val="bg1"/>
                </a:solidFill>
              </a:rPr>
              <a:t>4</a:t>
            </a:r>
          </a:p>
        </p:txBody>
      </p:sp>
      <p:sp>
        <p:nvSpPr>
          <p:cNvPr id="14" name="Oval 20"/>
          <p:cNvSpPr>
            <a:spLocks noChangeAspect="1" noChangeArrowheads="1"/>
          </p:cNvSpPr>
          <p:nvPr/>
        </p:nvSpPr>
        <p:spPr bwMode="auto">
          <a:xfrm>
            <a:off x="4473825" y="5144026"/>
            <a:ext cx="306910" cy="30691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algn="ctr"/>
            <a:r>
              <a:rPr lang="en-US" sz="1200" dirty="0">
                <a:solidFill>
                  <a:schemeClr val="bg1"/>
                </a:solidFill>
              </a:rPr>
              <a:t>5</a:t>
            </a:r>
          </a:p>
        </p:txBody>
      </p:sp>
      <p:sp>
        <p:nvSpPr>
          <p:cNvPr id="15" name="Oval 20"/>
          <p:cNvSpPr>
            <a:spLocks noChangeAspect="1" noChangeArrowheads="1"/>
          </p:cNvSpPr>
          <p:nvPr/>
        </p:nvSpPr>
        <p:spPr bwMode="auto">
          <a:xfrm>
            <a:off x="4473825" y="6034907"/>
            <a:ext cx="306910" cy="30691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algn="ctr"/>
            <a:r>
              <a:rPr lang="en-US" sz="1200" dirty="0">
                <a:solidFill>
                  <a:schemeClr val="bg1"/>
                </a:solidFill>
              </a:rPr>
              <a:t>6</a:t>
            </a:r>
          </a:p>
        </p:txBody>
      </p:sp>
    </p:spTree>
    <p:custDataLst>
      <p:tags r:id="rId2"/>
    </p:custDataLst>
    <p:extLst>
      <p:ext uri="{BB962C8B-B14F-4D97-AF65-F5344CB8AC3E}">
        <p14:creationId xmlns:p14="http://schemas.microsoft.com/office/powerpoint/2010/main" val="29790119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3"/>
            </p:custDataLst>
            <p:extLst>
              <p:ext uri="{D42A27DB-BD31-4B8C-83A1-F6EECF244321}">
                <p14:modId xmlns:p14="http://schemas.microsoft.com/office/powerpoint/2010/main" val="21597089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35215" name="think-cell Slide" r:id="rId7" imgW="395" imgH="394" progId="TCLayout.ActiveDocument.1">
                  <p:embed/>
                </p:oleObj>
              </mc:Choice>
              <mc:Fallback>
                <p:oleObj name="think-cell Slide" r:id="rId7" imgW="395" imgH="39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4"/>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en-US" sz="3200" b="1" dirty="0" err="1">
              <a:solidFill>
                <a:srgbClr val="FFFFFF"/>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3" name="Title 2"/>
          <p:cNvSpPr>
            <a:spLocks noGrp="1"/>
          </p:cNvSpPr>
          <p:nvPr>
            <p:ph type="title"/>
          </p:nvPr>
        </p:nvSpPr>
        <p:spPr/>
        <p:txBody>
          <a:bodyPr/>
          <a:lstStyle/>
          <a:p>
            <a:r>
              <a:rPr lang="en-US" sz="3200" dirty="0"/>
              <a:t>Guidelines for the test (II/II)</a:t>
            </a:r>
          </a:p>
        </p:txBody>
      </p:sp>
      <p:sp>
        <p:nvSpPr>
          <p:cNvPr id="5" name="Rectangle 4"/>
          <p:cNvSpPr/>
          <p:nvPr/>
        </p:nvSpPr>
        <p:spPr>
          <a:xfrm>
            <a:off x="4249271" y="416852"/>
            <a:ext cx="7355541" cy="5946097"/>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xmlns="">
                <a:solidFill>
                  <a:schemeClr val="tx2"/>
                </a:solidFill>
              </a14:hiddenFill>
            </a:ext>
            <a:ext uri="{91240B29-F687-4f45-9708-019B960494DF}">
              <a14:hiddenLine xmlns:a14="http://schemas.microsoft.com/office/drawing/2010/main" xmlns=""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buSzPct val="100000"/>
              <a:buFont typeface="Arial" panose="020B0604020202020204" pitchFamily="34" charset="0"/>
              <a:buChar char="​"/>
            </a:pPr>
            <a:endParaRPr lang="en-US" sz="1200" dirty="0">
              <a:solidFill>
                <a:srgbClr val="000000">
                  <a:lumMod val="100000"/>
                </a:srgbClr>
              </a:solidFill>
            </a:endParaRPr>
          </a:p>
        </p:txBody>
      </p:sp>
      <p:sp>
        <p:nvSpPr>
          <p:cNvPr id="8" name="Oval 20"/>
          <p:cNvSpPr>
            <a:spLocks noChangeAspect="1" noChangeArrowheads="1"/>
          </p:cNvSpPr>
          <p:nvPr/>
        </p:nvSpPr>
        <p:spPr bwMode="auto">
          <a:xfrm>
            <a:off x="4473825" y="803113"/>
            <a:ext cx="306910" cy="30691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algn="ctr"/>
            <a:r>
              <a:rPr lang="en-US" sz="1200" dirty="0">
                <a:solidFill>
                  <a:schemeClr val="bg1"/>
                </a:solidFill>
              </a:rPr>
              <a:t>6</a:t>
            </a:r>
          </a:p>
        </p:txBody>
      </p:sp>
      <p:sp>
        <p:nvSpPr>
          <p:cNvPr id="10" name="TextBox 9"/>
          <p:cNvSpPr txBox="1"/>
          <p:nvPr/>
        </p:nvSpPr>
        <p:spPr>
          <a:xfrm>
            <a:off x="5139558" y="798786"/>
            <a:ext cx="6849241" cy="5389576"/>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xmlns="" w="9525" cap="flat" cmpd="sng" algn="ctr">
                <a:solidFill>
                  <a:srgbClr val="9A9A9A"/>
                </a:solidFill>
                <a:prstDash val="solid"/>
                <a:round/>
                <a:headEnd type="none" w="med" len="med"/>
                <a:tailEnd type="none" w="med" len="med"/>
              </a14:hiddenLine>
            </a:ext>
          </a:extLst>
        </p:spPr>
        <p:txBody>
          <a:bodyPr wrap="square" lIns="0" tIns="0" rIns="0" bIns="0" rtlCol="0" anchor="t">
            <a:noAutofit/>
          </a:bodyPr>
          <a:lstStyle/>
          <a:p>
            <a:pPr>
              <a:lnSpc>
                <a:spcPct val="90000"/>
              </a:lnSpc>
              <a:spcAft>
                <a:spcPts val="600"/>
              </a:spcAft>
            </a:pPr>
            <a:r>
              <a:rPr lang="en-US" dirty="0">
                <a:solidFill>
                  <a:srgbClr val="000000">
                    <a:lumMod val="100000"/>
                  </a:srgbClr>
                </a:solidFill>
                <a:cs typeface="Arial" panose="020B0604020202020204" pitchFamily="34" charset="0"/>
                <a:sym typeface="Arial" panose="020B0604020202020204" pitchFamily="34" charset="0"/>
              </a:rPr>
              <a:t>Create your Private </a:t>
            </a:r>
            <a:r>
              <a:rPr lang="en-US" dirty="0" err="1">
                <a:solidFill>
                  <a:srgbClr val="000000">
                    <a:lumMod val="100000"/>
                  </a:srgbClr>
                </a:solidFill>
                <a:cs typeface="Arial" panose="020B0604020202020204" pitchFamily="34" charset="0"/>
                <a:sym typeface="Arial" panose="020B0604020202020204" pitchFamily="34" charset="0"/>
              </a:rPr>
              <a:t>github</a:t>
            </a:r>
            <a:r>
              <a:rPr lang="en-US" dirty="0">
                <a:solidFill>
                  <a:srgbClr val="000000">
                    <a:lumMod val="100000"/>
                  </a:srgbClr>
                </a:solidFill>
                <a:cs typeface="Arial" panose="020B0604020202020204" pitchFamily="34" charset="0"/>
                <a:sym typeface="Arial" panose="020B0604020202020204" pitchFamily="34" charset="0"/>
              </a:rPr>
              <a:t> project using following naming standard</a:t>
            </a:r>
          </a:p>
          <a:p>
            <a:pPr marL="285750" indent="-285750">
              <a:lnSpc>
                <a:spcPct val="90000"/>
              </a:lnSpc>
              <a:spcAft>
                <a:spcPts val="600"/>
              </a:spcAft>
              <a:buFont typeface="Arial" panose="020B0604020202020204" pitchFamily="34" charset="0"/>
              <a:buChar char="•"/>
            </a:pPr>
            <a:r>
              <a:rPr lang="en-US" dirty="0">
                <a:solidFill>
                  <a:srgbClr val="000000">
                    <a:lumMod val="100000"/>
                  </a:srgbClr>
                </a:solidFill>
                <a:cs typeface="Arial" panose="020B0604020202020204" pitchFamily="34" charset="0"/>
                <a:sym typeface="Arial" panose="020B0604020202020204" pitchFamily="34" charset="0"/>
              </a:rPr>
              <a:t>&lt;first name&gt;_&lt;last name&gt;_&lt;test date&gt;_</a:t>
            </a:r>
            <a:r>
              <a:rPr lang="en-US" dirty="0" err="1">
                <a:solidFill>
                  <a:srgbClr val="000000">
                    <a:lumMod val="100000"/>
                  </a:srgbClr>
                </a:solidFill>
                <a:cs typeface="Arial" panose="020B0604020202020204" pitchFamily="34" charset="0"/>
                <a:sym typeface="Arial" panose="020B0604020202020204" pitchFamily="34" charset="0"/>
              </a:rPr>
              <a:t>pttep_software_dev_test</a:t>
            </a:r>
            <a:endParaRPr lang="en-US" dirty="0">
              <a:solidFill>
                <a:srgbClr val="000000">
                  <a:lumMod val="100000"/>
                </a:srgbClr>
              </a:solidFill>
              <a:cs typeface="Arial" panose="020B0604020202020204" pitchFamily="34" charset="0"/>
              <a:sym typeface="Arial" panose="020B0604020202020204" pitchFamily="34" charset="0"/>
            </a:endParaRPr>
          </a:p>
          <a:p>
            <a:pPr marL="285750" indent="-285750">
              <a:lnSpc>
                <a:spcPct val="90000"/>
              </a:lnSpc>
              <a:spcAft>
                <a:spcPts val="600"/>
              </a:spcAft>
              <a:buFont typeface="Arial" panose="020B0604020202020204" pitchFamily="34" charset="0"/>
              <a:buChar char="•"/>
            </a:pPr>
            <a:r>
              <a:rPr lang="en-US" dirty="0">
                <a:solidFill>
                  <a:srgbClr val="000000">
                    <a:lumMod val="100000"/>
                  </a:srgbClr>
                </a:solidFill>
                <a:cs typeface="Arial" panose="020B0604020202020204" pitchFamily="34" charset="0"/>
                <a:sym typeface="Arial" panose="020B0604020202020204" pitchFamily="34" charset="0"/>
              </a:rPr>
              <a:t>Put description with the same project name</a:t>
            </a:r>
          </a:p>
          <a:p>
            <a:pPr marL="285750" indent="-285750">
              <a:lnSpc>
                <a:spcPct val="90000"/>
              </a:lnSpc>
              <a:spcAft>
                <a:spcPts val="600"/>
              </a:spcAft>
              <a:buFont typeface="Arial" panose="020B0604020202020204" pitchFamily="34" charset="0"/>
              <a:buChar char="•"/>
            </a:pPr>
            <a:r>
              <a:rPr lang="en-US" dirty="0">
                <a:solidFill>
                  <a:srgbClr val="000000">
                    <a:lumMod val="100000"/>
                  </a:srgbClr>
                </a:solidFill>
                <a:cs typeface="Arial" panose="020B0604020202020204" pitchFamily="34" charset="0"/>
                <a:sym typeface="Arial" panose="020B0604020202020204" pitchFamily="34" charset="0"/>
              </a:rPr>
              <a:t>Extract all content stored in pttep-software_dev_test-master.zip and add into your repository</a:t>
            </a:r>
          </a:p>
          <a:p>
            <a:pPr marL="285750" indent="-285750">
              <a:lnSpc>
                <a:spcPct val="90000"/>
              </a:lnSpc>
              <a:spcAft>
                <a:spcPts val="600"/>
              </a:spcAft>
              <a:buFont typeface="Arial" panose="020B0604020202020204" pitchFamily="34" charset="0"/>
              <a:buChar char="•"/>
            </a:pPr>
            <a:r>
              <a:rPr lang="en-US" dirty="0">
                <a:solidFill>
                  <a:srgbClr val="000000">
                    <a:lumMod val="100000"/>
                  </a:srgbClr>
                </a:solidFill>
                <a:cs typeface="Arial" panose="020B0604020202020204" pitchFamily="34" charset="0"/>
                <a:sym typeface="Arial" panose="020B0604020202020204" pitchFamily="34" charset="0"/>
              </a:rPr>
              <a:t>Create four milestone in Issues with the Due date of your test date</a:t>
            </a:r>
          </a:p>
          <a:p>
            <a:pPr marL="742950" lvl="1" indent="-285750">
              <a:lnSpc>
                <a:spcPct val="90000"/>
              </a:lnSpc>
              <a:spcAft>
                <a:spcPts val="600"/>
              </a:spcAft>
              <a:buFont typeface="Arial" panose="020B0604020202020204" pitchFamily="34" charset="0"/>
              <a:buChar char="•"/>
            </a:pPr>
            <a:r>
              <a:rPr lang="en-US" dirty="0">
                <a:solidFill>
                  <a:srgbClr val="000000">
                    <a:lumMod val="100000"/>
                  </a:srgbClr>
                </a:solidFill>
                <a:cs typeface="Arial" panose="020B0604020202020204" pitchFamily="34" charset="0"/>
                <a:sym typeface="Arial" panose="020B0604020202020204" pitchFamily="34" charset="0"/>
              </a:rPr>
              <a:t>00_prepare_database</a:t>
            </a:r>
          </a:p>
          <a:p>
            <a:pPr marL="742950" lvl="1" indent="-285750">
              <a:lnSpc>
                <a:spcPct val="90000"/>
              </a:lnSpc>
              <a:spcAft>
                <a:spcPts val="600"/>
              </a:spcAft>
              <a:buFont typeface="Arial" panose="020B0604020202020204" pitchFamily="34" charset="0"/>
              <a:buChar char="•"/>
            </a:pPr>
            <a:r>
              <a:rPr lang="en-US" dirty="0">
                <a:solidFill>
                  <a:srgbClr val="000000">
                    <a:lumMod val="100000"/>
                  </a:srgbClr>
                </a:solidFill>
                <a:cs typeface="Arial" panose="020B0604020202020204" pitchFamily="34" charset="0"/>
                <a:sym typeface="Arial" panose="020B0604020202020204" pitchFamily="34" charset="0"/>
              </a:rPr>
              <a:t>01_develop_backend</a:t>
            </a:r>
          </a:p>
          <a:p>
            <a:pPr marL="742950" lvl="1" indent="-285750">
              <a:lnSpc>
                <a:spcPct val="90000"/>
              </a:lnSpc>
              <a:spcAft>
                <a:spcPts val="600"/>
              </a:spcAft>
              <a:buFont typeface="Arial" panose="020B0604020202020204" pitchFamily="34" charset="0"/>
              <a:buChar char="•"/>
            </a:pPr>
            <a:r>
              <a:rPr lang="en-US" dirty="0">
                <a:solidFill>
                  <a:srgbClr val="000000">
                    <a:lumMod val="100000"/>
                  </a:srgbClr>
                </a:solidFill>
                <a:cs typeface="Arial" panose="020B0604020202020204" pitchFamily="34" charset="0"/>
                <a:sym typeface="Arial" panose="020B0604020202020204" pitchFamily="34" charset="0"/>
              </a:rPr>
              <a:t>02_develop_frontend</a:t>
            </a:r>
          </a:p>
          <a:p>
            <a:pPr marL="742950" lvl="1" indent="-285750">
              <a:lnSpc>
                <a:spcPct val="90000"/>
              </a:lnSpc>
              <a:spcAft>
                <a:spcPts val="600"/>
              </a:spcAft>
              <a:buFont typeface="Arial" panose="020B0604020202020204" pitchFamily="34" charset="0"/>
              <a:buChar char="•"/>
            </a:pPr>
            <a:r>
              <a:rPr lang="en-US" dirty="0">
                <a:solidFill>
                  <a:srgbClr val="000000">
                    <a:lumMod val="100000"/>
                  </a:srgbClr>
                </a:solidFill>
                <a:cs typeface="Arial" panose="020B0604020202020204" pitchFamily="34" charset="0"/>
                <a:sym typeface="Arial" panose="020B0604020202020204" pitchFamily="34" charset="0"/>
              </a:rPr>
              <a:t>03_improve_usability</a:t>
            </a:r>
          </a:p>
          <a:p>
            <a:pPr marL="285750" indent="-285750">
              <a:lnSpc>
                <a:spcPct val="90000"/>
              </a:lnSpc>
              <a:spcAft>
                <a:spcPts val="600"/>
              </a:spcAft>
              <a:buFont typeface="Arial" panose="020B0604020202020204" pitchFamily="34" charset="0"/>
              <a:buChar char="•"/>
            </a:pPr>
            <a:r>
              <a:rPr lang="en-US" dirty="0">
                <a:solidFill>
                  <a:srgbClr val="000000">
                    <a:lumMod val="100000"/>
                  </a:srgbClr>
                </a:solidFill>
                <a:cs typeface="Arial" panose="020B0604020202020204" pitchFamily="34" charset="0"/>
                <a:sym typeface="Arial" panose="020B0604020202020204" pitchFamily="34" charset="0"/>
              </a:rPr>
              <a:t>Adding user </a:t>
            </a:r>
            <a:r>
              <a:rPr lang="en-US" dirty="0">
                <a:solidFill>
                  <a:srgbClr val="000000">
                    <a:lumMod val="100000"/>
                  </a:srgbClr>
                </a:solidFill>
                <a:cs typeface="Arial" panose="020B0604020202020204" pitchFamily="34" charset="0"/>
                <a:sym typeface="Arial" panose="020B0604020202020204" pitchFamily="34" charset="0"/>
                <a:hlinkClick r:id="rId9"/>
              </a:rPr>
              <a:t>sittapongs@pttep.com</a:t>
            </a:r>
            <a:r>
              <a:rPr lang="en-US" dirty="0">
                <a:solidFill>
                  <a:srgbClr val="000000">
                    <a:lumMod val="100000"/>
                  </a:srgbClr>
                </a:solidFill>
                <a:cs typeface="Arial" panose="020B0604020202020204" pitchFamily="34" charset="0"/>
                <a:sym typeface="Arial" panose="020B0604020202020204" pitchFamily="34" charset="0"/>
              </a:rPr>
              <a:t> to be your collaborator.</a:t>
            </a:r>
          </a:p>
          <a:p>
            <a:pPr marL="285750" indent="-285750">
              <a:lnSpc>
                <a:spcPct val="90000"/>
              </a:lnSpc>
              <a:spcAft>
                <a:spcPts val="600"/>
              </a:spcAft>
              <a:buFont typeface="Arial" panose="020B0604020202020204" pitchFamily="34" charset="0"/>
              <a:buChar char="•"/>
            </a:pPr>
            <a:r>
              <a:rPr lang="en-US" dirty="0">
                <a:solidFill>
                  <a:srgbClr val="000000">
                    <a:lumMod val="100000"/>
                  </a:srgbClr>
                </a:solidFill>
                <a:cs typeface="Arial" panose="020B0604020202020204" pitchFamily="34" charset="0"/>
                <a:sym typeface="Arial" panose="020B0604020202020204" pitchFamily="34" charset="0"/>
              </a:rPr>
              <a:t>Once your issue is closed, Assign those issue to sittapongs@pttep.com</a:t>
            </a:r>
          </a:p>
          <a:p>
            <a:pPr marL="285750" indent="-285750">
              <a:lnSpc>
                <a:spcPct val="90000"/>
              </a:lnSpc>
              <a:spcAft>
                <a:spcPts val="600"/>
              </a:spcAft>
              <a:buFont typeface="Arial" panose="020B0604020202020204" pitchFamily="34" charset="0"/>
              <a:buChar char="•"/>
            </a:pPr>
            <a:endParaRPr lang="en-US" dirty="0">
              <a:solidFill>
                <a:srgbClr val="000000">
                  <a:lumMod val="100000"/>
                </a:srgbClr>
              </a:solidFill>
              <a:cs typeface="Arial" panose="020B0604020202020204" pitchFamily="34" charset="0"/>
              <a:sym typeface="Arial" panose="020B0604020202020204" pitchFamily="34" charset="0"/>
            </a:endParaRPr>
          </a:p>
          <a:p>
            <a:pPr>
              <a:lnSpc>
                <a:spcPct val="90000"/>
              </a:lnSpc>
              <a:spcAft>
                <a:spcPts val="600"/>
              </a:spcAft>
            </a:pPr>
            <a:r>
              <a:rPr lang="en-US" dirty="0">
                <a:solidFill>
                  <a:srgbClr val="000000">
                    <a:lumMod val="100000"/>
                  </a:srgbClr>
                </a:solidFill>
                <a:cs typeface="Arial" panose="020B0604020202020204" pitchFamily="34" charset="0"/>
                <a:sym typeface="Arial" panose="020B0604020202020204" pitchFamily="34" charset="0"/>
              </a:rPr>
              <a:t>Start your test.</a:t>
            </a:r>
          </a:p>
          <a:p>
            <a:pPr>
              <a:lnSpc>
                <a:spcPct val="90000"/>
              </a:lnSpc>
              <a:spcAft>
                <a:spcPts val="600"/>
              </a:spcAft>
            </a:pPr>
            <a:endParaRPr lang="en-US" dirty="0">
              <a:solidFill>
                <a:srgbClr val="000000">
                  <a:lumMod val="100000"/>
                </a:srgbClr>
              </a:solidFill>
              <a:cs typeface="Arial" panose="020B0604020202020204" pitchFamily="34" charset="0"/>
              <a:sym typeface="Arial" panose="020B0604020202020204" pitchFamily="34" charset="0"/>
            </a:endParaRPr>
          </a:p>
        </p:txBody>
      </p:sp>
      <p:sp>
        <p:nvSpPr>
          <p:cNvPr id="11" name="Oval 20"/>
          <p:cNvSpPr>
            <a:spLocks noChangeAspect="1" noChangeArrowheads="1"/>
          </p:cNvSpPr>
          <p:nvPr/>
        </p:nvSpPr>
        <p:spPr bwMode="auto">
          <a:xfrm>
            <a:off x="4586953" y="5362092"/>
            <a:ext cx="306910" cy="30691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algn="ctr"/>
            <a:r>
              <a:rPr lang="en-US" sz="1200" dirty="0">
                <a:solidFill>
                  <a:schemeClr val="bg1"/>
                </a:solidFill>
              </a:rPr>
              <a:t>7</a:t>
            </a:r>
          </a:p>
        </p:txBody>
      </p:sp>
    </p:spTree>
    <p:custDataLst>
      <p:tags r:id="rId2"/>
    </p:custDataLst>
    <p:extLst>
      <p:ext uri="{BB962C8B-B14F-4D97-AF65-F5344CB8AC3E}">
        <p14:creationId xmlns:p14="http://schemas.microsoft.com/office/powerpoint/2010/main" val="422884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3"/>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37251" name="think-cell Slide" r:id="rId7" imgW="270" imgH="270" progId="TCLayout.ActiveDocument.1">
                  <p:embed/>
                </p:oleObj>
              </mc:Choice>
              <mc:Fallback>
                <p:oleObj name="think-cell Slide" r:id="rId7" imgW="270" imgH="270" progId="TCLayout.ActiveDocument.1">
                  <p:embed/>
                  <p:pic>
                    <p:nvPicPr>
                      <p:cNvPr id="3" name="Object 2" hidden="1"/>
                      <p:cNvPicPr/>
                      <p:nvPr/>
                    </p:nvPicPr>
                    <p:blipFill>
                      <a:blip r:embed="rId8"/>
                      <a:stretch>
                        <a:fillRect/>
                      </a:stretch>
                    </p:blipFill>
                    <p:spPr>
                      <a:xfrm>
                        <a:off x="1588" y="1588"/>
                        <a:ext cx="1587" cy="1587"/>
                      </a:xfrm>
                      <a:prstGeom prst="rect">
                        <a:avLst/>
                      </a:prstGeom>
                    </p:spPr>
                  </p:pic>
                </p:oleObj>
              </mc:Fallback>
            </mc:AlternateContent>
          </a:graphicData>
        </a:graphic>
      </p:graphicFrame>
      <p:sp>
        <p:nvSpPr>
          <p:cNvPr id="5" name="Rectangle 4" hidden="1"/>
          <p:cNvSpPr/>
          <p:nvPr>
            <p:custDataLst>
              <p:tags r:id="rId4"/>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6000"/>
              </a:lnSpc>
              <a:spcBef>
                <a:spcPct val="0"/>
              </a:spcBef>
              <a:spcAft>
                <a:spcPct val="0"/>
              </a:spcAft>
            </a:pPr>
            <a:endParaRPr lang="en-US" sz="5400" b="1" dirty="0" err="1">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2" name="Title 1"/>
          <p:cNvSpPr>
            <a:spLocks noGrp="1"/>
          </p:cNvSpPr>
          <p:nvPr>
            <p:ph type="title"/>
          </p:nvPr>
        </p:nvSpPr>
        <p:spPr/>
        <p:txBody>
          <a:bodyPr/>
          <a:lstStyle/>
          <a:p>
            <a:r>
              <a:rPr lang="en-US" dirty="0"/>
              <a:t>Set up your </a:t>
            </a:r>
            <a:r>
              <a:rPr lang="en-US" dirty="0" err="1"/>
              <a:t>github</a:t>
            </a:r>
            <a:endParaRPr lang="en-US" dirty="0"/>
          </a:p>
        </p:txBody>
      </p:sp>
      <p:sp>
        <p:nvSpPr>
          <p:cNvPr id="4" name="Oval 20"/>
          <p:cNvSpPr>
            <a:spLocks noChangeArrowheads="1"/>
          </p:cNvSpPr>
          <p:nvPr/>
        </p:nvSpPr>
        <p:spPr bwMode="auto">
          <a:xfrm>
            <a:off x="1361353" y="1502208"/>
            <a:ext cx="809625" cy="809625"/>
          </a:xfrm>
          <a:prstGeom prst="ellipse">
            <a:avLst/>
          </a:prstGeom>
          <a:solidFill>
            <a:srgbClr val="FFFFFF">
              <a:lumMod val="100000"/>
            </a:srgbClr>
          </a:solidFill>
          <a:ln>
            <a:noFill/>
          </a:ln>
        </p:spPr>
        <p:txBody>
          <a:bodyPr vert="horz" wrap="square" lIns="0" tIns="0" rIns="0" bIns="0" numCol="1" anchor="ctr" anchorCtr="0" compatLnSpc="1">
            <a:prstTxWarp prst="textNoShape">
              <a:avLst/>
            </a:prstTxWarp>
          </a:bodyPr>
          <a:lstStyle/>
          <a:p>
            <a:pPr algn="ctr"/>
            <a:r>
              <a:rPr lang="en-US" sz="3600" dirty="0">
                <a:solidFill>
                  <a:schemeClr val="tx2">
                    <a:lumMod val="100000"/>
                  </a:schemeClr>
                </a:solidFill>
                <a:latin typeface="Arial" panose="020B0604020202020204" pitchFamily="34" charset="0"/>
                <a:cs typeface="Arial" panose="020B0604020202020204" pitchFamily="34" charset="0"/>
                <a:sym typeface="Arial" panose="020B0604020202020204" pitchFamily="34" charset="0"/>
              </a:rPr>
              <a:t>0</a:t>
            </a:r>
          </a:p>
        </p:txBody>
      </p:sp>
    </p:spTree>
    <p:custDataLst>
      <p:tags r:id="rId2"/>
    </p:custDataLst>
    <p:extLst>
      <p:ext uri="{BB962C8B-B14F-4D97-AF65-F5344CB8AC3E}">
        <p14:creationId xmlns:p14="http://schemas.microsoft.com/office/powerpoint/2010/main" val="1513231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DA9BC-AEBF-4198-B198-C07E932263A0}"/>
              </a:ext>
            </a:extLst>
          </p:cNvPr>
          <p:cNvSpPr>
            <a:spLocks noGrp="1"/>
          </p:cNvSpPr>
          <p:nvPr>
            <p:ph type="title"/>
          </p:nvPr>
        </p:nvSpPr>
        <p:spPr/>
        <p:txBody>
          <a:bodyPr/>
          <a:lstStyle/>
          <a:p>
            <a:r>
              <a:rPr lang="en-US" dirty="0"/>
              <a:t>How to Create your repository</a:t>
            </a:r>
          </a:p>
        </p:txBody>
      </p:sp>
      <p:pic>
        <p:nvPicPr>
          <p:cNvPr id="3" name="Picture 2">
            <a:extLst>
              <a:ext uri="{FF2B5EF4-FFF2-40B4-BE49-F238E27FC236}">
                <a16:creationId xmlns:a16="http://schemas.microsoft.com/office/drawing/2014/main" id="{4D86A396-D90C-4BF6-9F1C-255CB2EA244D}"/>
              </a:ext>
            </a:extLst>
          </p:cNvPr>
          <p:cNvPicPr>
            <a:picLocks noChangeAspect="1"/>
          </p:cNvPicPr>
          <p:nvPr/>
        </p:nvPicPr>
        <p:blipFill>
          <a:blip r:embed="rId2"/>
          <a:stretch>
            <a:fillRect/>
          </a:stretch>
        </p:blipFill>
        <p:spPr>
          <a:xfrm>
            <a:off x="4081998" y="500062"/>
            <a:ext cx="7762875" cy="5857875"/>
          </a:xfrm>
          <a:prstGeom prst="rect">
            <a:avLst/>
          </a:prstGeom>
        </p:spPr>
      </p:pic>
    </p:spTree>
    <p:extLst>
      <p:ext uri="{BB962C8B-B14F-4D97-AF65-F5344CB8AC3E}">
        <p14:creationId xmlns:p14="http://schemas.microsoft.com/office/powerpoint/2010/main" val="18140719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B5FD8-457A-42F4-BD75-B28A2BFDA6DD}"/>
              </a:ext>
            </a:extLst>
          </p:cNvPr>
          <p:cNvSpPr>
            <a:spLocks noGrp="1"/>
          </p:cNvSpPr>
          <p:nvPr>
            <p:ph type="title"/>
          </p:nvPr>
        </p:nvSpPr>
        <p:spPr/>
        <p:txBody>
          <a:bodyPr/>
          <a:lstStyle/>
          <a:p>
            <a:r>
              <a:rPr lang="en-US" dirty="0"/>
              <a:t>Create your Milestone</a:t>
            </a:r>
          </a:p>
        </p:txBody>
      </p:sp>
      <p:pic>
        <p:nvPicPr>
          <p:cNvPr id="3" name="Picture 2">
            <a:extLst>
              <a:ext uri="{FF2B5EF4-FFF2-40B4-BE49-F238E27FC236}">
                <a16:creationId xmlns:a16="http://schemas.microsoft.com/office/drawing/2014/main" id="{0FD8197D-F635-43D2-9D3A-3785452A1BC5}"/>
              </a:ext>
            </a:extLst>
          </p:cNvPr>
          <p:cNvPicPr>
            <a:picLocks noChangeAspect="1"/>
          </p:cNvPicPr>
          <p:nvPr/>
        </p:nvPicPr>
        <p:blipFill>
          <a:blip r:embed="rId2"/>
          <a:stretch>
            <a:fillRect/>
          </a:stretch>
        </p:blipFill>
        <p:spPr>
          <a:xfrm>
            <a:off x="4637555" y="1227518"/>
            <a:ext cx="7256281" cy="4889947"/>
          </a:xfrm>
          <a:prstGeom prst="rect">
            <a:avLst/>
          </a:prstGeom>
        </p:spPr>
      </p:pic>
    </p:spTree>
    <p:extLst>
      <p:ext uri="{BB962C8B-B14F-4D97-AF65-F5344CB8AC3E}">
        <p14:creationId xmlns:p14="http://schemas.microsoft.com/office/powerpoint/2010/main" val="14453610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21A81-AD8C-4161-A480-D32F2245C2F5}"/>
              </a:ext>
            </a:extLst>
          </p:cNvPr>
          <p:cNvSpPr>
            <a:spLocks noGrp="1"/>
          </p:cNvSpPr>
          <p:nvPr>
            <p:ph type="title"/>
          </p:nvPr>
        </p:nvSpPr>
        <p:spPr/>
        <p:txBody>
          <a:bodyPr/>
          <a:lstStyle/>
          <a:p>
            <a:r>
              <a:rPr lang="en-US" dirty="0"/>
              <a:t>Create Issue for each milestone</a:t>
            </a:r>
          </a:p>
        </p:txBody>
      </p:sp>
      <p:pic>
        <p:nvPicPr>
          <p:cNvPr id="3" name="Picture 2">
            <a:extLst>
              <a:ext uri="{FF2B5EF4-FFF2-40B4-BE49-F238E27FC236}">
                <a16:creationId xmlns:a16="http://schemas.microsoft.com/office/drawing/2014/main" id="{4E39482D-6117-41E4-9B45-E65CD90EBD4A}"/>
              </a:ext>
            </a:extLst>
          </p:cNvPr>
          <p:cNvPicPr>
            <a:picLocks noChangeAspect="1"/>
          </p:cNvPicPr>
          <p:nvPr/>
        </p:nvPicPr>
        <p:blipFill>
          <a:blip r:embed="rId2"/>
          <a:stretch>
            <a:fillRect/>
          </a:stretch>
        </p:blipFill>
        <p:spPr>
          <a:xfrm>
            <a:off x="4427532" y="1219670"/>
            <a:ext cx="7430391" cy="4640352"/>
          </a:xfrm>
          <a:prstGeom prst="rect">
            <a:avLst/>
          </a:prstGeom>
        </p:spPr>
      </p:pic>
    </p:spTree>
    <p:extLst>
      <p:ext uri="{BB962C8B-B14F-4D97-AF65-F5344CB8AC3E}">
        <p14:creationId xmlns:p14="http://schemas.microsoft.com/office/powerpoint/2010/main" val="2987489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04FCD-543E-4F67-9BCA-FDC25C0597D9}"/>
              </a:ext>
            </a:extLst>
          </p:cNvPr>
          <p:cNvSpPr>
            <a:spLocks noGrp="1"/>
          </p:cNvSpPr>
          <p:nvPr>
            <p:ph type="title"/>
          </p:nvPr>
        </p:nvSpPr>
        <p:spPr/>
        <p:txBody>
          <a:bodyPr/>
          <a:lstStyle/>
          <a:p>
            <a:r>
              <a:rPr lang="en-US" dirty="0"/>
              <a:t>Make sure you assign your issue with the right Milestone</a:t>
            </a:r>
          </a:p>
        </p:txBody>
      </p:sp>
      <p:pic>
        <p:nvPicPr>
          <p:cNvPr id="3" name="Picture 2">
            <a:extLst>
              <a:ext uri="{FF2B5EF4-FFF2-40B4-BE49-F238E27FC236}">
                <a16:creationId xmlns:a16="http://schemas.microsoft.com/office/drawing/2014/main" id="{92F9FC46-2F3B-4126-BF32-7CF930FFDBAB}"/>
              </a:ext>
            </a:extLst>
          </p:cNvPr>
          <p:cNvPicPr>
            <a:picLocks noChangeAspect="1"/>
          </p:cNvPicPr>
          <p:nvPr/>
        </p:nvPicPr>
        <p:blipFill>
          <a:blip r:embed="rId2"/>
          <a:stretch>
            <a:fillRect/>
          </a:stretch>
        </p:blipFill>
        <p:spPr>
          <a:xfrm>
            <a:off x="4246196" y="833908"/>
            <a:ext cx="7774234" cy="5190184"/>
          </a:xfrm>
          <a:prstGeom prst="rect">
            <a:avLst/>
          </a:prstGeom>
        </p:spPr>
      </p:pic>
      <p:sp>
        <p:nvSpPr>
          <p:cNvPr id="4" name="Rectangle 3">
            <a:extLst>
              <a:ext uri="{FF2B5EF4-FFF2-40B4-BE49-F238E27FC236}">
                <a16:creationId xmlns:a16="http://schemas.microsoft.com/office/drawing/2014/main" id="{5B7BCCC7-BA2F-4A05-8DA9-A2C16D4A1DEE}"/>
              </a:ext>
            </a:extLst>
          </p:cNvPr>
          <p:cNvSpPr/>
          <p:nvPr/>
        </p:nvSpPr>
        <p:spPr>
          <a:xfrm>
            <a:off x="10122794" y="4176897"/>
            <a:ext cx="1661375" cy="614044"/>
          </a:xfrm>
          <a:prstGeom prst="rect">
            <a:avLst/>
          </a:prstGeom>
          <a:noFill/>
          <a:ln w="9525"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dirty="0" err="1">
              <a:solidFill>
                <a:srgbClr val="FFFFFF"/>
              </a:solidFill>
            </a:endParaRPr>
          </a:p>
        </p:txBody>
      </p:sp>
    </p:spTree>
    <p:extLst>
      <p:ext uri="{BB962C8B-B14F-4D97-AF65-F5344CB8AC3E}">
        <p14:creationId xmlns:p14="http://schemas.microsoft.com/office/powerpoint/2010/main" val="12153103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BC466-8CE8-4264-BD64-CBFC53E5A340}"/>
              </a:ext>
            </a:extLst>
          </p:cNvPr>
          <p:cNvSpPr>
            <a:spLocks noGrp="1"/>
          </p:cNvSpPr>
          <p:nvPr>
            <p:ph type="title"/>
          </p:nvPr>
        </p:nvSpPr>
        <p:spPr/>
        <p:txBody>
          <a:bodyPr/>
          <a:lstStyle/>
          <a:p>
            <a:r>
              <a:rPr lang="en-US" dirty="0"/>
              <a:t>Adding all project template into your repository</a:t>
            </a:r>
          </a:p>
        </p:txBody>
      </p:sp>
      <p:pic>
        <p:nvPicPr>
          <p:cNvPr id="4" name="Picture 3">
            <a:extLst>
              <a:ext uri="{FF2B5EF4-FFF2-40B4-BE49-F238E27FC236}">
                <a16:creationId xmlns:a16="http://schemas.microsoft.com/office/drawing/2014/main" id="{CDF5F3C3-6DCE-4D87-961C-F4C15A929E4C}"/>
              </a:ext>
            </a:extLst>
          </p:cNvPr>
          <p:cNvPicPr>
            <a:picLocks noChangeAspect="1"/>
          </p:cNvPicPr>
          <p:nvPr/>
        </p:nvPicPr>
        <p:blipFill>
          <a:blip r:embed="rId2"/>
          <a:stretch>
            <a:fillRect/>
          </a:stretch>
        </p:blipFill>
        <p:spPr>
          <a:xfrm>
            <a:off x="4176156" y="400878"/>
            <a:ext cx="8015844" cy="6056244"/>
          </a:xfrm>
          <a:prstGeom prst="rect">
            <a:avLst/>
          </a:prstGeom>
        </p:spPr>
      </p:pic>
    </p:spTree>
    <p:extLst>
      <p:ext uri="{BB962C8B-B14F-4D97-AF65-F5344CB8AC3E}">
        <p14:creationId xmlns:p14="http://schemas.microsoft.com/office/powerpoint/2010/main" val="5134742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3"/>
            </p:custDataLst>
            <p:extLst>
              <p:ext uri="{D42A27DB-BD31-4B8C-83A1-F6EECF244321}">
                <p14:modId xmlns:p14="http://schemas.microsoft.com/office/powerpoint/2010/main" val="126178947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33170" name="think-cell Slide" r:id="rId7" imgW="270" imgH="270" progId="TCLayout.ActiveDocument.1">
                  <p:embed/>
                </p:oleObj>
              </mc:Choice>
              <mc:Fallback>
                <p:oleObj name="think-cell Slide" r:id="rId7" imgW="270" imgH="270" progId="TCLayout.ActiveDocument.1">
                  <p:embed/>
                  <p:pic>
                    <p:nvPicPr>
                      <p:cNvPr id="0" name=""/>
                      <p:cNvPicPr/>
                      <p:nvPr/>
                    </p:nvPicPr>
                    <p:blipFill>
                      <a:blip r:embed="rId8"/>
                      <a:stretch>
                        <a:fillRect/>
                      </a:stretch>
                    </p:blipFill>
                    <p:spPr>
                      <a:xfrm>
                        <a:off x="1588" y="1588"/>
                        <a:ext cx="1587" cy="1587"/>
                      </a:xfrm>
                      <a:prstGeom prst="rect">
                        <a:avLst/>
                      </a:prstGeom>
                    </p:spPr>
                  </p:pic>
                </p:oleObj>
              </mc:Fallback>
            </mc:AlternateContent>
          </a:graphicData>
        </a:graphic>
      </p:graphicFrame>
      <p:sp>
        <p:nvSpPr>
          <p:cNvPr id="5" name="Rectangle 4" hidden="1"/>
          <p:cNvSpPr/>
          <p:nvPr>
            <p:custDataLst>
              <p:tags r:id="rId4"/>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6000"/>
              </a:lnSpc>
              <a:spcBef>
                <a:spcPct val="0"/>
              </a:spcBef>
              <a:spcAft>
                <a:spcPct val="0"/>
              </a:spcAft>
            </a:pPr>
            <a:endParaRPr lang="en-US" sz="5400" b="1" dirty="0" err="1">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2" name="Title 1"/>
          <p:cNvSpPr>
            <a:spLocks noGrp="1"/>
          </p:cNvSpPr>
          <p:nvPr>
            <p:ph type="title"/>
          </p:nvPr>
        </p:nvSpPr>
        <p:spPr/>
        <p:txBody>
          <a:bodyPr/>
          <a:lstStyle/>
          <a:p>
            <a:r>
              <a:rPr lang="en-US" dirty="0"/>
              <a:t>Options Available</a:t>
            </a:r>
          </a:p>
        </p:txBody>
      </p:sp>
      <p:sp>
        <p:nvSpPr>
          <p:cNvPr id="4" name="Oval 20"/>
          <p:cNvSpPr>
            <a:spLocks noChangeArrowheads="1"/>
          </p:cNvSpPr>
          <p:nvPr/>
        </p:nvSpPr>
        <p:spPr bwMode="auto">
          <a:xfrm>
            <a:off x="1361353" y="1502208"/>
            <a:ext cx="809625" cy="809625"/>
          </a:xfrm>
          <a:prstGeom prst="ellipse">
            <a:avLst/>
          </a:prstGeom>
          <a:solidFill>
            <a:srgbClr val="FFFFFF">
              <a:lumMod val="100000"/>
            </a:srgbClr>
          </a:solidFill>
          <a:ln>
            <a:noFill/>
          </a:ln>
        </p:spPr>
        <p:txBody>
          <a:bodyPr vert="horz" wrap="square" lIns="0" tIns="0" rIns="0" bIns="0" numCol="1" anchor="ctr" anchorCtr="0" compatLnSpc="1">
            <a:prstTxWarp prst="textNoShape">
              <a:avLst/>
            </a:prstTxWarp>
          </a:bodyPr>
          <a:lstStyle/>
          <a:p>
            <a:pPr algn="ctr"/>
            <a:r>
              <a:rPr lang="en-US" sz="3600" dirty="0">
                <a:solidFill>
                  <a:schemeClr val="tx2">
                    <a:lumMod val="100000"/>
                  </a:schemeClr>
                </a:solidFill>
                <a:latin typeface="Arial" panose="020B0604020202020204" pitchFamily="34" charset="0"/>
                <a:cs typeface="Arial" panose="020B0604020202020204" pitchFamily="34" charset="0"/>
                <a:sym typeface="Arial" panose="020B0604020202020204" pitchFamily="34" charset="0"/>
              </a:rPr>
              <a:t>1</a:t>
            </a:r>
          </a:p>
        </p:txBody>
      </p:sp>
    </p:spTree>
    <p:custDataLst>
      <p:tags r:id="rId2"/>
    </p:custDataLst>
    <p:extLst>
      <p:ext uri="{BB962C8B-B14F-4D97-AF65-F5344CB8AC3E}">
        <p14:creationId xmlns:p14="http://schemas.microsoft.com/office/powerpoint/2010/main" val="38509007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6328" y="464231"/>
            <a:ext cx="5560290" cy="461665"/>
          </a:xfrm>
          <a:prstGeom prst="rect">
            <a:avLst/>
          </a:prstGeom>
        </p:spPr>
        <p:txBody>
          <a:bodyPr wrap="square">
            <a:spAutoFit/>
          </a:bodyPr>
          <a:lstStyle/>
          <a:p>
            <a:r>
              <a:rPr lang="en-US" sz="2400" b="1" spc="-70" dirty="0">
                <a:solidFill>
                  <a:schemeClr val="bg1"/>
                </a:solidFill>
              </a:rPr>
              <a:t>Option 1: using </a:t>
            </a:r>
            <a:r>
              <a:rPr lang="en-US" sz="2400" b="1" spc="-70" dirty="0" err="1">
                <a:solidFill>
                  <a:schemeClr val="bg1"/>
                </a:solidFill>
              </a:rPr>
              <a:t>NodeJS</a:t>
            </a:r>
            <a:endParaRPr lang="en-US" sz="2400" b="1" dirty="0">
              <a:solidFill>
                <a:schemeClr val="bg1"/>
              </a:solidFill>
            </a:endParaRPr>
          </a:p>
        </p:txBody>
      </p:sp>
      <p:sp>
        <p:nvSpPr>
          <p:cNvPr id="5" name="Rectangle 4"/>
          <p:cNvSpPr/>
          <p:nvPr/>
        </p:nvSpPr>
        <p:spPr>
          <a:xfrm>
            <a:off x="6373092" y="464231"/>
            <a:ext cx="5560290" cy="461665"/>
          </a:xfrm>
          <a:prstGeom prst="rect">
            <a:avLst/>
          </a:prstGeom>
        </p:spPr>
        <p:txBody>
          <a:bodyPr wrap="square">
            <a:spAutoFit/>
          </a:bodyPr>
          <a:lstStyle/>
          <a:p>
            <a:r>
              <a:rPr lang="en-US" sz="2400" b="1" spc="-70" dirty="0">
                <a:solidFill>
                  <a:schemeClr val="tx2"/>
                </a:solidFill>
              </a:rPr>
              <a:t>Option 2: Using Java</a:t>
            </a:r>
            <a:endParaRPr lang="en-US" sz="2400" b="1" dirty="0">
              <a:solidFill>
                <a:schemeClr val="tx2"/>
              </a:solidFill>
            </a:endParaRPr>
          </a:p>
        </p:txBody>
      </p:sp>
      <p:sp>
        <p:nvSpPr>
          <p:cNvPr id="14" name="TextBox 13"/>
          <p:cNvSpPr txBox="1"/>
          <p:nvPr/>
        </p:nvSpPr>
        <p:spPr>
          <a:xfrm>
            <a:off x="914400" y="2784126"/>
            <a:ext cx="4151588" cy="2364827"/>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xmlns="" w="9525" cap="flat" cmpd="sng" algn="ctr">
                <a:solidFill>
                  <a:srgbClr val="9A9A9A"/>
                </a:solidFill>
                <a:prstDash val="solid"/>
                <a:round/>
                <a:headEnd type="none" w="med" len="med"/>
                <a:tailEnd type="none" w="med" len="med"/>
              </a14:hiddenLine>
            </a:ext>
          </a:extLst>
        </p:spPr>
        <p:txBody>
          <a:bodyPr wrap="square" lIns="0" tIns="0" rIns="0" bIns="0" rtlCol="0" anchor="t">
            <a:noAutofit/>
          </a:bodyPr>
          <a:lstStyle/>
          <a:p>
            <a:pPr>
              <a:lnSpc>
                <a:spcPct val="90000"/>
              </a:lnSpc>
              <a:spcAft>
                <a:spcPts val="600"/>
              </a:spcAft>
            </a:pPr>
            <a:r>
              <a:rPr lang="en-US" b="1" dirty="0">
                <a:solidFill>
                  <a:srgbClr val="FFFFFF"/>
                </a:solidFill>
                <a:cs typeface="Arial" panose="020B0604020202020204" pitchFamily="34" charset="0"/>
                <a:sym typeface="Arial" panose="020B0604020202020204" pitchFamily="34" charset="0"/>
              </a:rPr>
              <a:t>Objective:</a:t>
            </a:r>
            <a:r>
              <a:rPr lang="en-US" dirty="0">
                <a:solidFill>
                  <a:srgbClr val="FFFFFF"/>
                </a:solidFill>
                <a:cs typeface="Arial" panose="020B0604020202020204" pitchFamily="34" charset="0"/>
                <a:sym typeface="Arial" panose="020B0604020202020204" pitchFamily="34" charset="0"/>
              </a:rPr>
              <a:t> Building an app using </a:t>
            </a:r>
          </a:p>
          <a:p>
            <a:pPr marL="285750" indent="-285750">
              <a:lnSpc>
                <a:spcPct val="90000"/>
              </a:lnSpc>
              <a:spcAft>
                <a:spcPts val="600"/>
              </a:spcAft>
              <a:buFont typeface="Arial" panose="020B0604020202020204" pitchFamily="34" charset="0"/>
              <a:buChar char="•"/>
            </a:pPr>
            <a:r>
              <a:rPr lang="en-US" b="1" dirty="0">
                <a:solidFill>
                  <a:srgbClr val="FFFFFF"/>
                </a:solidFill>
                <a:cs typeface="Arial" panose="020B0604020202020204" pitchFamily="34" charset="0"/>
                <a:sym typeface="Arial" panose="020B0604020202020204" pitchFamily="34" charset="0"/>
              </a:rPr>
              <a:t>Front End:</a:t>
            </a:r>
            <a:r>
              <a:rPr lang="en-US" dirty="0">
                <a:solidFill>
                  <a:srgbClr val="FFFFFF"/>
                </a:solidFill>
                <a:cs typeface="Arial" panose="020B0604020202020204" pitchFamily="34" charset="0"/>
                <a:sym typeface="Arial" panose="020B0604020202020204" pitchFamily="34" charset="0"/>
              </a:rPr>
              <a:t>  </a:t>
            </a:r>
            <a:r>
              <a:rPr lang="en-US" dirty="0" err="1">
                <a:solidFill>
                  <a:srgbClr val="FFFFFF"/>
                </a:solidFill>
                <a:cs typeface="Arial" panose="020B0604020202020204" pitchFamily="34" charset="0"/>
                <a:sym typeface="Arial" panose="020B0604020202020204" pitchFamily="34" charset="0"/>
              </a:rPr>
              <a:t>Javascript</a:t>
            </a:r>
            <a:r>
              <a:rPr lang="en-US" dirty="0">
                <a:solidFill>
                  <a:srgbClr val="FFFFFF"/>
                </a:solidFill>
                <a:cs typeface="Arial" panose="020B0604020202020204" pitchFamily="34" charset="0"/>
                <a:sym typeface="Arial" panose="020B0604020202020204" pitchFamily="34" charset="0"/>
              </a:rPr>
              <a:t> / AngularJS / Bootstrap / </a:t>
            </a:r>
            <a:r>
              <a:rPr lang="en-US" dirty="0" err="1">
                <a:solidFill>
                  <a:srgbClr val="FFFFFF"/>
                </a:solidFill>
                <a:cs typeface="Arial" panose="020B0604020202020204" pitchFamily="34" charset="0"/>
                <a:sym typeface="Arial" panose="020B0604020202020204" pitchFamily="34" charset="0"/>
              </a:rPr>
              <a:t>CSS</a:t>
            </a:r>
            <a:endParaRPr lang="en-US" dirty="0">
              <a:solidFill>
                <a:srgbClr val="FFFFFF"/>
              </a:solidFill>
              <a:cs typeface="Arial" panose="020B0604020202020204" pitchFamily="34" charset="0"/>
              <a:sym typeface="Arial" panose="020B0604020202020204" pitchFamily="34" charset="0"/>
            </a:endParaRPr>
          </a:p>
          <a:p>
            <a:pPr marL="285750" indent="-285750">
              <a:lnSpc>
                <a:spcPct val="90000"/>
              </a:lnSpc>
              <a:spcAft>
                <a:spcPts val="600"/>
              </a:spcAft>
              <a:buFont typeface="Arial" panose="020B0604020202020204" pitchFamily="34" charset="0"/>
              <a:buChar char="•"/>
            </a:pPr>
            <a:r>
              <a:rPr lang="en-US" b="1" dirty="0">
                <a:solidFill>
                  <a:srgbClr val="FFFFFF"/>
                </a:solidFill>
                <a:cs typeface="Arial" panose="020B0604020202020204" pitchFamily="34" charset="0"/>
                <a:sym typeface="Arial" panose="020B0604020202020204" pitchFamily="34" charset="0"/>
              </a:rPr>
              <a:t>Backend:</a:t>
            </a:r>
            <a:r>
              <a:rPr lang="en-US" dirty="0">
                <a:solidFill>
                  <a:srgbClr val="FFFFFF"/>
                </a:solidFill>
                <a:cs typeface="Arial" panose="020B0604020202020204" pitchFamily="34" charset="0"/>
                <a:sym typeface="Arial" panose="020B0604020202020204" pitchFamily="34" charset="0"/>
              </a:rPr>
              <a:t>   </a:t>
            </a:r>
            <a:r>
              <a:rPr lang="en-US" dirty="0" err="1">
                <a:solidFill>
                  <a:srgbClr val="FFFFFF"/>
                </a:solidFill>
                <a:cs typeface="Arial" panose="020B0604020202020204" pitchFamily="34" charset="0"/>
                <a:sym typeface="Arial" panose="020B0604020202020204" pitchFamily="34" charset="0"/>
              </a:rPr>
              <a:t>NodeJS</a:t>
            </a:r>
            <a:endParaRPr lang="en-US" dirty="0">
              <a:solidFill>
                <a:srgbClr val="FFFFFF"/>
              </a:solidFill>
              <a:cs typeface="Arial" panose="020B0604020202020204" pitchFamily="34" charset="0"/>
              <a:sym typeface="Arial" panose="020B0604020202020204" pitchFamily="34" charset="0"/>
            </a:endParaRPr>
          </a:p>
          <a:p>
            <a:pPr marL="285750" indent="-285750">
              <a:lnSpc>
                <a:spcPct val="90000"/>
              </a:lnSpc>
              <a:spcAft>
                <a:spcPts val="600"/>
              </a:spcAft>
              <a:buFont typeface="Arial" panose="020B0604020202020204" pitchFamily="34" charset="0"/>
              <a:buChar char="•"/>
            </a:pPr>
            <a:r>
              <a:rPr lang="en-US" b="1" dirty="0">
                <a:solidFill>
                  <a:srgbClr val="FFFFFF"/>
                </a:solidFill>
                <a:cs typeface="Arial" panose="020B0604020202020204" pitchFamily="34" charset="0"/>
                <a:sym typeface="Arial" panose="020B0604020202020204" pitchFamily="34" charset="0"/>
              </a:rPr>
              <a:t>Database:</a:t>
            </a:r>
            <a:r>
              <a:rPr lang="en-US" dirty="0">
                <a:solidFill>
                  <a:srgbClr val="FFFFFF"/>
                </a:solidFill>
                <a:cs typeface="Arial" panose="020B0604020202020204" pitchFamily="34" charset="0"/>
                <a:sym typeface="Arial" panose="020B0604020202020204" pitchFamily="34" charset="0"/>
              </a:rPr>
              <a:t>  MongoDB or MySQL</a:t>
            </a:r>
          </a:p>
        </p:txBody>
      </p:sp>
      <p:sp>
        <p:nvSpPr>
          <p:cNvPr id="15" name="TextBox 14"/>
          <p:cNvSpPr txBox="1"/>
          <p:nvPr/>
        </p:nvSpPr>
        <p:spPr>
          <a:xfrm>
            <a:off x="7077443" y="2784126"/>
            <a:ext cx="4151588" cy="1650124"/>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xmlns="" w="9525" cap="flat" cmpd="sng" algn="ctr">
                <a:solidFill>
                  <a:srgbClr val="9A9A9A"/>
                </a:solidFill>
                <a:prstDash val="solid"/>
                <a:round/>
                <a:headEnd type="none" w="med" len="med"/>
                <a:tailEnd type="none" w="med" len="med"/>
              </a14:hiddenLine>
            </a:ext>
          </a:extLst>
        </p:spPr>
        <p:txBody>
          <a:bodyPr wrap="square" lIns="0" tIns="0" rIns="0" bIns="0" rtlCol="0" anchor="t">
            <a:noAutofit/>
          </a:bodyPr>
          <a:lstStyle/>
          <a:p>
            <a:pPr>
              <a:lnSpc>
                <a:spcPct val="90000"/>
              </a:lnSpc>
              <a:spcAft>
                <a:spcPts val="600"/>
              </a:spcAft>
            </a:pPr>
            <a:r>
              <a:rPr lang="en-US" b="1" dirty="0">
                <a:solidFill>
                  <a:srgbClr val="575757"/>
                </a:solidFill>
                <a:cs typeface="Arial" panose="020B0604020202020204" pitchFamily="34" charset="0"/>
                <a:sym typeface="Arial" panose="020B0604020202020204" pitchFamily="34" charset="0"/>
              </a:rPr>
              <a:t>Objective:</a:t>
            </a:r>
            <a:r>
              <a:rPr lang="en-US" dirty="0">
                <a:solidFill>
                  <a:srgbClr val="575757"/>
                </a:solidFill>
                <a:cs typeface="Arial" panose="020B0604020202020204" pitchFamily="34" charset="0"/>
                <a:sym typeface="Arial" panose="020B0604020202020204" pitchFamily="34" charset="0"/>
              </a:rPr>
              <a:t> Building an app using </a:t>
            </a:r>
          </a:p>
          <a:p>
            <a:pPr marL="285750" indent="-285750">
              <a:lnSpc>
                <a:spcPct val="90000"/>
              </a:lnSpc>
              <a:spcAft>
                <a:spcPts val="600"/>
              </a:spcAft>
              <a:buFont typeface="Arial" panose="020B0604020202020204" pitchFamily="34" charset="0"/>
              <a:buChar char="•"/>
            </a:pPr>
            <a:r>
              <a:rPr lang="en-US" b="1" dirty="0">
                <a:solidFill>
                  <a:srgbClr val="575757"/>
                </a:solidFill>
                <a:cs typeface="Arial" panose="020B0604020202020204" pitchFamily="34" charset="0"/>
                <a:sym typeface="Arial" panose="020B0604020202020204" pitchFamily="34" charset="0"/>
              </a:rPr>
              <a:t>Front End: </a:t>
            </a:r>
            <a:r>
              <a:rPr lang="en-US" dirty="0" err="1">
                <a:solidFill>
                  <a:srgbClr val="575757"/>
                </a:solidFill>
                <a:cs typeface="Arial" panose="020B0604020202020204" pitchFamily="34" charset="0"/>
                <a:sym typeface="Arial" panose="020B0604020202020204" pitchFamily="34" charset="0"/>
              </a:rPr>
              <a:t>Javascript</a:t>
            </a:r>
            <a:r>
              <a:rPr lang="en-US" dirty="0">
                <a:solidFill>
                  <a:srgbClr val="575757"/>
                </a:solidFill>
                <a:cs typeface="Arial" panose="020B0604020202020204" pitchFamily="34" charset="0"/>
                <a:sym typeface="Arial" panose="020B0604020202020204" pitchFamily="34" charset="0"/>
              </a:rPr>
              <a:t> / AngularJS / Bootstrap / </a:t>
            </a:r>
            <a:r>
              <a:rPr lang="en-US" dirty="0" err="1">
                <a:solidFill>
                  <a:srgbClr val="575757"/>
                </a:solidFill>
                <a:cs typeface="Arial" panose="020B0604020202020204" pitchFamily="34" charset="0"/>
                <a:sym typeface="Arial" panose="020B0604020202020204" pitchFamily="34" charset="0"/>
              </a:rPr>
              <a:t>CSS</a:t>
            </a:r>
            <a:endParaRPr lang="en-US" dirty="0">
              <a:solidFill>
                <a:srgbClr val="575757"/>
              </a:solidFill>
              <a:cs typeface="Arial" panose="020B0604020202020204" pitchFamily="34" charset="0"/>
              <a:sym typeface="Arial" panose="020B0604020202020204" pitchFamily="34" charset="0"/>
            </a:endParaRPr>
          </a:p>
          <a:p>
            <a:pPr marL="285750" indent="-285750">
              <a:lnSpc>
                <a:spcPct val="90000"/>
              </a:lnSpc>
              <a:spcAft>
                <a:spcPts val="600"/>
              </a:spcAft>
              <a:buFont typeface="Arial" panose="020B0604020202020204" pitchFamily="34" charset="0"/>
              <a:buChar char="•"/>
            </a:pPr>
            <a:r>
              <a:rPr lang="en-US" b="1" dirty="0">
                <a:solidFill>
                  <a:srgbClr val="575757"/>
                </a:solidFill>
                <a:cs typeface="Arial" panose="020B0604020202020204" pitchFamily="34" charset="0"/>
                <a:sym typeface="Arial" panose="020B0604020202020204" pitchFamily="34" charset="0"/>
              </a:rPr>
              <a:t>Backend: </a:t>
            </a:r>
            <a:r>
              <a:rPr lang="en-US" dirty="0">
                <a:solidFill>
                  <a:srgbClr val="575757"/>
                </a:solidFill>
                <a:cs typeface="Arial" panose="020B0604020202020204" pitchFamily="34" charset="0"/>
                <a:sym typeface="Arial" panose="020B0604020202020204" pitchFamily="34" charset="0"/>
              </a:rPr>
              <a:t> J2EE / Java Spring (using Maven build tool) with </a:t>
            </a:r>
          </a:p>
          <a:p>
            <a:pPr marL="285750" indent="-285750">
              <a:lnSpc>
                <a:spcPct val="90000"/>
              </a:lnSpc>
              <a:spcAft>
                <a:spcPts val="600"/>
              </a:spcAft>
              <a:buFont typeface="Arial" panose="020B0604020202020204" pitchFamily="34" charset="0"/>
              <a:buChar char="•"/>
            </a:pPr>
            <a:r>
              <a:rPr lang="en-US" b="1" dirty="0">
                <a:solidFill>
                  <a:srgbClr val="575757"/>
                </a:solidFill>
                <a:cs typeface="Arial" panose="020B0604020202020204" pitchFamily="34" charset="0"/>
                <a:sym typeface="Arial" panose="020B0604020202020204" pitchFamily="34" charset="0"/>
              </a:rPr>
              <a:t>Database:</a:t>
            </a:r>
            <a:r>
              <a:rPr lang="en-US" dirty="0">
                <a:solidFill>
                  <a:srgbClr val="575757"/>
                </a:solidFill>
                <a:cs typeface="Arial" panose="020B0604020202020204" pitchFamily="34" charset="0"/>
                <a:sym typeface="Arial" panose="020B0604020202020204" pitchFamily="34" charset="0"/>
              </a:rPr>
              <a:t> MongoDB or MySQL</a:t>
            </a:r>
          </a:p>
        </p:txBody>
      </p:sp>
      <p:sp>
        <p:nvSpPr>
          <p:cNvPr id="2" name="Rectangle 1"/>
          <p:cNvSpPr/>
          <p:nvPr/>
        </p:nvSpPr>
        <p:spPr>
          <a:xfrm>
            <a:off x="1370415" y="1774090"/>
            <a:ext cx="2629759" cy="341632"/>
          </a:xfrm>
          <a:prstGeom prst="rect">
            <a:avLst/>
          </a:prstGeom>
        </p:spPr>
        <p:txBody>
          <a:bodyPr wrap="none">
            <a:spAutoFit/>
          </a:bodyPr>
          <a:lstStyle/>
          <a:p>
            <a:pPr>
              <a:lnSpc>
                <a:spcPct val="90000"/>
              </a:lnSpc>
              <a:spcAft>
                <a:spcPts val="600"/>
              </a:spcAft>
            </a:pPr>
            <a:r>
              <a:rPr lang="en-US" b="1" dirty="0">
                <a:solidFill>
                  <a:srgbClr val="FFFFFF"/>
                </a:solidFill>
                <a:cs typeface="Arial" panose="020B0604020202020204" pitchFamily="34" charset="0"/>
                <a:sym typeface="Arial" panose="020B0604020202020204" pitchFamily="34" charset="0"/>
              </a:rPr>
              <a:t>Test Duration:</a:t>
            </a:r>
            <a:r>
              <a:rPr lang="en-US" dirty="0">
                <a:solidFill>
                  <a:srgbClr val="FFFFFF"/>
                </a:solidFill>
                <a:cs typeface="Arial" panose="020B0604020202020204" pitchFamily="34" charset="0"/>
                <a:sym typeface="Arial" panose="020B0604020202020204" pitchFamily="34" charset="0"/>
              </a:rPr>
              <a:t> 2 hours </a:t>
            </a:r>
          </a:p>
        </p:txBody>
      </p:sp>
      <p:sp>
        <p:nvSpPr>
          <p:cNvPr id="16" name="Rectangle 15"/>
          <p:cNvSpPr/>
          <p:nvPr/>
        </p:nvSpPr>
        <p:spPr>
          <a:xfrm>
            <a:off x="7713408" y="1774090"/>
            <a:ext cx="2629759" cy="341632"/>
          </a:xfrm>
          <a:prstGeom prst="rect">
            <a:avLst/>
          </a:prstGeom>
        </p:spPr>
        <p:txBody>
          <a:bodyPr wrap="none">
            <a:spAutoFit/>
          </a:bodyPr>
          <a:lstStyle/>
          <a:p>
            <a:pPr>
              <a:lnSpc>
                <a:spcPct val="90000"/>
              </a:lnSpc>
              <a:spcAft>
                <a:spcPts val="600"/>
              </a:spcAft>
            </a:pPr>
            <a:r>
              <a:rPr lang="en-US" b="1" dirty="0">
                <a:solidFill>
                  <a:srgbClr val="575757"/>
                </a:solidFill>
                <a:cs typeface="Arial" panose="020B0604020202020204" pitchFamily="34" charset="0"/>
                <a:sym typeface="Arial" panose="020B0604020202020204" pitchFamily="34" charset="0"/>
              </a:rPr>
              <a:t>Test Duration:</a:t>
            </a:r>
            <a:r>
              <a:rPr lang="en-US" dirty="0">
                <a:solidFill>
                  <a:srgbClr val="575757"/>
                </a:solidFill>
                <a:cs typeface="Arial" panose="020B0604020202020204" pitchFamily="34" charset="0"/>
                <a:sym typeface="Arial" panose="020B0604020202020204" pitchFamily="34" charset="0"/>
              </a:rPr>
              <a:t> 3 hours </a:t>
            </a:r>
          </a:p>
        </p:txBody>
      </p:sp>
    </p:spTree>
    <p:custDataLst>
      <p:tags r:id="rId1"/>
    </p:custDataLst>
    <p:extLst>
      <p:ext uri="{BB962C8B-B14F-4D97-AF65-F5344CB8AC3E}">
        <p14:creationId xmlns:p14="http://schemas.microsoft.com/office/powerpoint/2010/main" val="33350478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3"/>
            </p:custDataLst>
            <p:extLst>
              <p:ext uri="{D42A27DB-BD31-4B8C-83A1-F6EECF244321}">
                <p14:modId xmlns:p14="http://schemas.microsoft.com/office/powerpoint/2010/main" val="232541421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34193" name="think-cell Slide" r:id="rId7" imgW="270" imgH="270" progId="TCLayout.ActiveDocument.1">
                  <p:embed/>
                </p:oleObj>
              </mc:Choice>
              <mc:Fallback>
                <p:oleObj name="think-cell Slide" r:id="rId7" imgW="270" imgH="270" progId="TCLayout.ActiveDocument.1">
                  <p:embed/>
                  <p:pic>
                    <p:nvPicPr>
                      <p:cNvPr id="0" name=""/>
                      <p:cNvPicPr/>
                      <p:nvPr/>
                    </p:nvPicPr>
                    <p:blipFill>
                      <a:blip r:embed="rId8"/>
                      <a:stretch>
                        <a:fillRect/>
                      </a:stretch>
                    </p:blipFill>
                    <p:spPr>
                      <a:xfrm>
                        <a:off x="1588" y="1588"/>
                        <a:ext cx="1587" cy="1587"/>
                      </a:xfrm>
                      <a:prstGeom prst="rect">
                        <a:avLst/>
                      </a:prstGeom>
                    </p:spPr>
                  </p:pic>
                </p:oleObj>
              </mc:Fallback>
            </mc:AlternateContent>
          </a:graphicData>
        </a:graphic>
      </p:graphicFrame>
      <p:sp>
        <p:nvSpPr>
          <p:cNvPr id="5" name="Rectangle 4" hidden="1"/>
          <p:cNvSpPr/>
          <p:nvPr>
            <p:custDataLst>
              <p:tags r:id="rId4"/>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ts val="6000"/>
              </a:lnSpc>
              <a:spcBef>
                <a:spcPct val="0"/>
              </a:spcBef>
              <a:spcAft>
                <a:spcPct val="0"/>
              </a:spcAft>
            </a:pPr>
            <a:endParaRPr lang="en-US" sz="5400" b="1" dirty="0" err="1">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2" name="Title 1"/>
          <p:cNvSpPr>
            <a:spLocks noGrp="1"/>
          </p:cNvSpPr>
          <p:nvPr>
            <p:ph type="title"/>
          </p:nvPr>
        </p:nvSpPr>
        <p:spPr/>
        <p:txBody>
          <a:bodyPr/>
          <a:lstStyle/>
          <a:p>
            <a:r>
              <a:rPr lang="en-US" dirty="0"/>
              <a:t>Test Details</a:t>
            </a:r>
          </a:p>
        </p:txBody>
      </p:sp>
      <p:sp>
        <p:nvSpPr>
          <p:cNvPr id="4" name="Oval 20"/>
          <p:cNvSpPr>
            <a:spLocks noChangeArrowheads="1"/>
          </p:cNvSpPr>
          <p:nvPr/>
        </p:nvSpPr>
        <p:spPr bwMode="auto">
          <a:xfrm>
            <a:off x="1361353" y="1502208"/>
            <a:ext cx="809625" cy="809625"/>
          </a:xfrm>
          <a:prstGeom prst="ellipse">
            <a:avLst/>
          </a:prstGeom>
          <a:solidFill>
            <a:srgbClr val="FFFFFF">
              <a:lumMod val="100000"/>
            </a:srgbClr>
          </a:solidFill>
          <a:ln>
            <a:noFill/>
          </a:ln>
        </p:spPr>
        <p:txBody>
          <a:bodyPr vert="horz" wrap="square" lIns="0" tIns="0" rIns="0" bIns="0" numCol="1" anchor="ctr" anchorCtr="0" compatLnSpc="1">
            <a:prstTxWarp prst="textNoShape">
              <a:avLst/>
            </a:prstTxWarp>
          </a:bodyPr>
          <a:lstStyle/>
          <a:p>
            <a:pPr algn="ctr"/>
            <a:r>
              <a:rPr lang="en-US" sz="3600" dirty="0">
                <a:solidFill>
                  <a:schemeClr val="tx2">
                    <a:lumMod val="100000"/>
                  </a:schemeClr>
                </a:solidFill>
                <a:latin typeface="Arial" panose="020B0604020202020204" pitchFamily="34" charset="0"/>
                <a:cs typeface="Arial" panose="020B0604020202020204" pitchFamily="34" charset="0"/>
                <a:sym typeface="Arial" panose="020B0604020202020204" pitchFamily="34" charset="0"/>
              </a:rPr>
              <a:t>2</a:t>
            </a:r>
          </a:p>
        </p:txBody>
      </p:sp>
    </p:spTree>
    <p:custDataLst>
      <p:tags r:id="rId2"/>
    </p:custDataLst>
    <p:extLst>
      <p:ext uri="{BB962C8B-B14F-4D97-AF65-F5344CB8AC3E}">
        <p14:creationId xmlns:p14="http://schemas.microsoft.com/office/powerpoint/2010/main" val="9053569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
            </p:custDataLst>
            <p:extLst>
              <p:ext uri="{D42A27DB-BD31-4B8C-83A1-F6EECF244321}">
                <p14:modId xmlns:p14="http://schemas.microsoft.com/office/powerpoint/2010/main" val="1000327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36238" name="think-cell Slide" r:id="rId7" imgW="395" imgH="394" progId="TCLayout.ActiveDocument.1">
                  <p:embed/>
                </p:oleObj>
              </mc:Choice>
              <mc:Fallback>
                <p:oleObj name="think-cell Slide" r:id="rId7" imgW="395" imgH="39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4"/>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en-US" sz="2400" b="1" dirty="0" err="1">
              <a:solidFill>
                <a:srgbClr val="FFFFFF"/>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630000" y="622800"/>
            <a:ext cx="9966960" cy="332399"/>
          </a:xfrm>
        </p:spPr>
        <p:txBody>
          <a:bodyPr/>
          <a:lstStyle/>
          <a:p>
            <a:r>
              <a:rPr lang="en-US" dirty="0"/>
              <a:t>Details to be conducted</a:t>
            </a:r>
          </a:p>
        </p:txBody>
      </p:sp>
      <p:sp>
        <p:nvSpPr>
          <p:cNvPr id="9" name="TextBox 8"/>
          <p:cNvSpPr txBox="1"/>
          <p:nvPr/>
        </p:nvSpPr>
        <p:spPr>
          <a:xfrm>
            <a:off x="642567" y="955199"/>
            <a:ext cx="2671745" cy="460149"/>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square" lIns="0" tIns="0" rIns="0" bIns="0" rtlCol="0" anchor="ctr">
            <a:noAutofit/>
          </a:bodyPr>
          <a:lstStyle/>
          <a:p>
            <a:pPr>
              <a:lnSpc>
                <a:spcPct val="90000"/>
              </a:lnSpc>
              <a:spcAft>
                <a:spcPts val="600"/>
              </a:spcAft>
            </a:pPr>
            <a:r>
              <a:rPr lang="en-GB" sz="1440" b="1" dirty="0">
                <a:solidFill>
                  <a:schemeClr val="tx2"/>
                </a:solidFill>
                <a:latin typeface="Arial" panose="020B0604020202020204" pitchFamily="34" charset="0"/>
                <a:cs typeface="Arial" panose="020B0604020202020204" pitchFamily="34" charset="0"/>
                <a:sym typeface="Arial" panose="020B0604020202020204" pitchFamily="34" charset="0"/>
              </a:rPr>
              <a:t>Task Type</a:t>
            </a:r>
          </a:p>
        </p:txBody>
      </p:sp>
      <p:sp>
        <p:nvSpPr>
          <p:cNvPr id="10" name="TextBox 9"/>
          <p:cNvSpPr txBox="1"/>
          <p:nvPr/>
        </p:nvSpPr>
        <p:spPr>
          <a:xfrm>
            <a:off x="3598145" y="955199"/>
            <a:ext cx="2671745" cy="460149"/>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square" lIns="0" tIns="0" rIns="0" bIns="0" rtlCol="0" anchor="ctr">
            <a:noAutofit/>
          </a:bodyPr>
          <a:lstStyle/>
          <a:p>
            <a:pPr>
              <a:lnSpc>
                <a:spcPct val="90000"/>
              </a:lnSpc>
              <a:spcAft>
                <a:spcPts val="600"/>
              </a:spcAft>
            </a:pPr>
            <a:r>
              <a:rPr lang="en-GB" sz="1440" b="1" dirty="0">
                <a:solidFill>
                  <a:schemeClr val="tx2"/>
                </a:solidFill>
                <a:latin typeface="Arial" panose="020B0604020202020204" pitchFamily="34" charset="0"/>
                <a:cs typeface="Arial" panose="020B0604020202020204" pitchFamily="34" charset="0"/>
                <a:sym typeface="Arial" panose="020B0604020202020204" pitchFamily="34" charset="0"/>
              </a:rPr>
              <a:t>Details</a:t>
            </a:r>
          </a:p>
        </p:txBody>
      </p:sp>
      <p:cxnSp>
        <p:nvCxnSpPr>
          <p:cNvPr id="15" name="Straight Connector 14"/>
          <p:cNvCxnSpPr/>
          <p:nvPr/>
        </p:nvCxnSpPr>
        <p:spPr>
          <a:xfrm>
            <a:off x="642567" y="1415348"/>
            <a:ext cx="1795692" cy="0"/>
          </a:xfrm>
          <a:prstGeom prst="line">
            <a:avLst/>
          </a:prstGeom>
          <a:ln w="17145" cap="flat" cmpd="sng" algn="ctr">
            <a:solidFill>
              <a:schemeClr val="tx2"/>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598144" y="1415348"/>
            <a:ext cx="6875035" cy="0"/>
          </a:xfrm>
          <a:prstGeom prst="line">
            <a:avLst/>
          </a:prstGeom>
          <a:ln w="17145" cap="flat" cmpd="sng" algn="ctr">
            <a:solidFill>
              <a:schemeClr val="tx2"/>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 name="Group 6"/>
          <p:cNvGrpSpPr/>
          <p:nvPr/>
        </p:nvGrpSpPr>
        <p:grpSpPr>
          <a:xfrm>
            <a:off x="630000" y="1653156"/>
            <a:ext cx="10868316" cy="599919"/>
            <a:chOff x="630000" y="1747747"/>
            <a:chExt cx="10868316" cy="599919"/>
          </a:xfrm>
        </p:grpSpPr>
        <p:sp>
          <p:nvSpPr>
            <p:cNvPr id="11" name="TextBox 10"/>
            <p:cNvSpPr txBox="1"/>
            <p:nvPr/>
          </p:nvSpPr>
          <p:spPr>
            <a:xfrm>
              <a:off x="1069468" y="1770373"/>
              <a:ext cx="1483828" cy="287358"/>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square" lIns="0" tIns="0" rIns="0" bIns="0" rtlCol="0" anchor="ctr">
              <a:noAutofit/>
            </a:bodyPr>
            <a:lstStyle/>
            <a:p>
              <a:pPr>
                <a:lnSpc>
                  <a:spcPct val="90000"/>
                </a:lnSpc>
                <a:spcAft>
                  <a:spcPts val="600"/>
                </a:spcAft>
              </a:pPr>
              <a:r>
                <a:rPr lang="en-GB" sz="1440" dirty="0">
                  <a:latin typeface="Arial" panose="020B0604020202020204" pitchFamily="34" charset="0"/>
                  <a:cs typeface="Arial" panose="020B0604020202020204" pitchFamily="34" charset="0"/>
                  <a:sym typeface="Arial" panose="020B0604020202020204" pitchFamily="34" charset="0"/>
                </a:rPr>
                <a:t>Objective</a:t>
              </a:r>
            </a:p>
          </p:txBody>
        </p:sp>
        <p:sp>
          <p:nvSpPr>
            <p:cNvPr id="12" name="NumberBall"/>
            <p:cNvSpPr>
              <a:spLocks noChangeArrowheads="1"/>
            </p:cNvSpPr>
            <p:nvPr/>
          </p:nvSpPr>
          <p:spPr bwMode="gray">
            <a:xfrm>
              <a:off x="642567" y="1770910"/>
              <a:ext cx="283844" cy="286284"/>
            </a:xfrm>
            <a:prstGeom prst="ellipse">
              <a:avLst/>
            </a:prstGeom>
            <a:solidFill>
              <a:srgbClr val="DC6E00"/>
            </a:solidFill>
            <a:ln w="16073" algn="ctr">
              <a:solidFill>
                <a:srgbClr val="DC6E00"/>
              </a:solidFill>
              <a:round/>
              <a:headEnd/>
              <a:tailEnd/>
            </a:ln>
          </p:spPr>
          <p:txBody>
            <a:bodyPr wrap="none" lIns="0" tIns="0" rIns="0" bIns="0" anchor="ctr"/>
            <a:lstStyle/>
            <a:p>
              <a:pPr algn="ctr">
                <a:defRPr/>
              </a:pPr>
              <a:r>
                <a:rPr lang="en-GB" sz="1350" dirty="0">
                  <a:solidFill>
                    <a:schemeClr val="bg1"/>
                  </a:solidFill>
                  <a:latin typeface="+mj-lt"/>
                  <a:cs typeface="Henderson BCG Sans Light" panose="020B0302030402020204" pitchFamily="34" charset="0"/>
                  <a:sym typeface="Henderson BCG Sans Light" panose="020B0302030402020204" pitchFamily="34" charset="0"/>
                </a:rPr>
                <a:t>1</a:t>
              </a:r>
            </a:p>
          </p:txBody>
        </p:sp>
        <p:sp>
          <p:nvSpPr>
            <p:cNvPr id="13" name="TextBox 12"/>
            <p:cNvSpPr txBox="1"/>
            <p:nvPr/>
          </p:nvSpPr>
          <p:spPr>
            <a:xfrm>
              <a:off x="3585577" y="1747747"/>
              <a:ext cx="7912739" cy="477001"/>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square" lIns="0" tIns="0" rIns="0" bIns="0" rtlCol="0" anchor="t">
              <a:noAutofit/>
            </a:bodyPr>
            <a:lstStyle/>
            <a:p>
              <a:pPr marL="340200" lvl="1" indent="-226800">
                <a:buClr>
                  <a:srgbClr val="292986">
                    <a:lumMod val="100000"/>
                  </a:srgbClr>
                </a:buClr>
                <a:buSzPct val="100000"/>
                <a:buFont typeface="Arial" panose="020B0604020202020204" pitchFamily="34" charset="0"/>
                <a:buChar char="•"/>
              </a:pP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Build a pseudo web application to list restaurants and browse them</a:t>
              </a:r>
              <a:endParaRPr lang="en-GB" dirty="0">
                <a:solidFill>
                  <a:srgbClr val="FF0000"/>
                </a:solidFill>
                <a:latin typeface="Arial" panose="020B0604020202020204" pitchFamily="34" charset="0"/>
                <a:cs typeface="Arial" panose="020B0604020202020204" pitchFamily="34" charset="0"/>
                <a:sym typeface="Arial" panose="020B0604020202020204" pitchFamily="34" charset="0"/>
              </a:endParaRPr>
            </a:p>
          </p:txBody>
        </p:sp>
        <p:cxnSp>
          <p:nvCxnSpPr>
            <p:cNvPr id="21" name="Straight Connector 20"/>
            <p:cNvCxnSpPr/>
            <p:nvPr/>
          </p:nvCxnSpPr>
          <p:spPr>
            <a:xfrm>
              <a:off x="630000" y="2347666"/>
              <a:ext cx="9979527" cy="0"/>
            </a:xfrm>
            <a:prstGeom prst="line">
              <a:avLst/>
            </a:prstGeom>
            <a:ln w="8572">
              <a:solidFill>
                <a:schemeClr val="tx1">
                  <a:lumMod val="60000"/>
                  <a:lumOff val="40000"/>
                </a:schemeClr>
              </a:solidFill>
              <a:prstDash val="dash"/>
              <a:miter lim="800000"/>
              <a:tailEnd type="none" w="med" len="med"/>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630000" y="2460927"/>
            <a:ext cx="10995447" cy="2277578"/>
            <a:chOff x="630000" y="2562109"/>
            <a:chExt cx="10995447" cy="2277578"/>
          </a:xfrm>
        </p:grpSpPr>
        <p:sp>
          <p:nvSpPr>
            <p:cNvPr id="17" name="TextBox 16"/>
            <p:cNvSpPr txBox="1"/>
            <p:nvPr/>
          </p:nvSpPr>
          <p:spPr>
            <a:xfrm>
              <a:off x="1056901" y="3122739"/>
              <a:ext cx="1483828" cy="286284"/>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square" lIns="0" tIns="0" rIns="0" bIns="0" rtlCol="0" anchor="ctr">
              <a:noAutofit/>
            </a:bodyPr>
            <a:lstStyle/>
            <a:p>
              <a:pPr>
                <a:lnSpc>
                  <a:spcPct val="90000"/>
                </a:lnSpc>
                <a:spcAft>
                  <a:spcPts val="600"/>
                </a:spcAft>
              </a:pPr>
              <a:r>
                <a:rPr lang="en-US" sz="1440" dirty="0">
                  <a:latin typeface="Arial" panose="020B0604020202020204" pitchFamily="34" charset="0"/>
                  <a:cs typeface="Arial" panose="020B0604020202020204" pitchFamily="34" charset="0"/>
                  <a:sym typeface="Arial" panose="020B0604020202020204" pitchFamily="34" charset="0"/>
                </a:rPr>
                <a:t>Requirements in Order of priority</a:t>
              </a:r>
              <a:endParaRPr lang="en-GB" sz="1440" dirty="0">
                <a:latin typeface="Arial" panose="020B0604020202020204" pitchFamily="34" charset="0"/>
                <a:cs typeface="Arial" panose="020B0604020202020204" pitchFamily="34" charset="0"/>
                <a:sym typeface="Arial" panose="020B0604020202020204" pitchFamily="34" charset="0"/>
              </a:endParaRPr>
            </a:p>
          </p:txBody>
        </p:sp>
        <p:sp>
          <p:nvSpPr>
            <p:cNvPr id="18" name="NumberBall"/>
            <p:cNvSpPr>
              <a:spLocks noChangeArrowheads="1"/>
            </p:cNvSpPr>
            <p:nvPr/>
          </p:nvSpPr>
          <p:spPr bwMode="gray">
            <a:xfrm>
              <a:off x="630000" y="3122739"/>
              <a:ext cx="283844" cy="286284"/>
            </a:xfrm>
            <a:prstGeom prst="ellipse">
              <a:avLst/>
            </a:prstGeom>
            <a:solidFill>
              <a:srgbClr val="DC6E00"/>
            </a:solidFill>
            <a:ln w="16073" algn="ctr">
              <a:solidFill>
                <a:srgbClr val="DC6E00"/>
              </a:solidFill>
              <a:round/>
              <a:headEnd/>
              <a:tailEnd/>
            </a:ln>
          </p:spPr>
          <p:txBody>
            <a:bodyPr wrap="none" lIns="0" tIns="0" rIns="0" bIns="0" anchor="ctr"/>
            <a:lstStyle/>
            <a:p>
              <a:pPr algn="ctr">
                <a:defRPr/>
              </a:pPr>
              <a:r>
                <a:rPr lang="en-GB" sz="1350" dirty="0">
                  <a:solidFill>
                    <a:schemeClr val="bg1"/>
                  </a:solidFill>
                  <a:latin typeface="+mj-lt"/>
                  <a:cs typeface="Henderson BCG Sans Light" panose="020B0302030402020204" pitchFamily="34" charset="0"/>
                  <a:sym typeface="Henderson BCG Sans Light" panose="020B0302030402020204" pitchFamily="34" charset="0"/>
                </a:rPr>
                <a:t>2</a:t>
              </a:r>
            </a:p>
          </p:txBody>
        </p:sp>
        <p:sp>
          <p:nvSpPr>
            <p:cNvPr id="19" name="TextBox 18"/>
            <p:cNvSpPr txBox="1"/>
            <p:nvPr/>
          </p:nvSpPr>
          <p:spPr>
            <a:xfrm>
              <a:off x="3585578" y="2562109"/>
              <a:ext cx="8039869" cy="1184363"/>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square" lIns="0" tIns="0" rIns="0" bIns="0" rtlCol="0" anchor="t">
              <a:noAutofit/>
            </a:bodyPr>
            <a:lstStyle/>
            <a:p>
              <a:pPr marL="340200" lvl="1" indent="-226800">
                <a:buClr>
                  <a:srgbClr val="292986">
                    <a:lumMod val="100000"/>
                  </a:srgbClr>
                </a:buClr>
                <a:buSzPct val="100000"/>
                <a:buFont typeface="Arial" panose="020B0604020202020204" pitchFamily="34" charset="0"/>
                <a:buChar char="•"/>
              </a:pP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Browse restaurants based on Pin Code (needs to be constructed by appending strings (</a:t>
              </a:r>
              <a:r>
                <a:rPr lang="en-US" dirty="0" err="1">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outcode</a:t>
              </a: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 + postcode) available in Data file)</a:t>
              </a:r>
            </a:p>
            <a:p>
              <a:pPr marL="340200" lvl="1" indent="-226800">
                <a:buClr>
                  <a:srgbClr val="292986">
                    <a:lumMod val="100000"/>
                  </a:srgbClr>
                </a:buClr>
                <a:buSzPct val="100000"/>
                <a:buFont typeface="Arial" panose="020B0604020202020204" pitchFamily="34" charset="0"/>
                <a:buChar char="•"/>
              </a:pP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Build a web API to fetch data from a Database - Supports GET/POST/PUT requests on HTTP)- API needs to be prepared for only one purpose which is to search for restaurants given a Pin Code- Example of the URL to be prepared - "http://localhost:8080/</a:t>
              </a:r>
              <a:r>
                <a:rPr lang="en-US" dirty="0" err="1">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search_restaurants?query</a:t>
              </a: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=RG208NJ"</a:t>
              </a:r>
            </a:p>
            <a:p>
              <a:pPr marL="340200" lvl="1" indent="-226800">
                <a:buClr>
                  <a:srgbClr val="292986">
                    <a:lumMod val="100000"/>
                  </a:srgbClr>
                </a:buClr>
                <a:buSzPct val="100000"/>
                <a:buFont typeface="Arial" panose="020B0604020202020204" pitchFamily="34" charset="0"/>
                <a:buChar char="•"/>
              </a:pP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Download data in CSV</a:t>
              </a:r>
            </a:p>
            <a:p>
              <a:pPr marL="340200" lvl="1" indent="-226800">
                <a:buClr>
                  <a:srgbClr val="292986">
                    <a:lumMod val="100000"/>
                  </a:srgbClr>
                </a:buClr>
                <a:buSzPct val="100000"/>
                <a:buFont typeface="Arial" panose="020B0604020202020204" pitchFamily="34" charset="0"/>
                <a:buChar char="•"/>
              </a:pP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Suggest further improvements in the App which can be done</a:t>
              </a:r>
              <a:endParaRPr lang="en-GB" dirty="0">
                <a:solidFill>
                  <a:srgbClr val="FF0000"/>
                </a:solidFill>
                <a:latin typeface="Arial" panose="020B0604020202020204" pitchFamily="34" charset="0"/>
                <a:cs typeface="Arial" panose="020B0604020202020204" pitchFamily="34" charset="0"/>
                <a:sym typeface="Arial" panose="020B0604020202020204" pitchFamily="34" charset="0"/>
              </a:endParaRPr>
            </a:p>
          </p:txBody>
        </p:sp>
        <p:cxnSp>
          <p:nvCxnSpPr>
            <p:cNvPr id="25" name="Straight Connector 24"/>
            <p:cNvCxnSpPr/>
            <p:nvPr/>
          </p:nvCxnSpPr>
          <p:spPr>
            <a:xfrm>
              <a:off x="642567" y="4839687"/>
              <a:ext cx="9979527" cy="0"/>
            </a:xfrm>
            <a:prstGeom prst="line">
              <a:avLst/>
            </a:prstGeom>
            <a:ln w="8572">
              <a:solidFill>
                <a:schemeClr val="tx1">
                  <a:lumMod val="60000"/>
                  <a:lumOff val="40000"/>
                </a:schemeClr>
              </a:solidFill>
              <a:prstDash val="dash"/>
              <a:miter lim="800000"/>
              <a:tailEnd type="none" w="med" len="med"/>
            </a:ln>
          </p:spPr>
          <p:style>
            <a:lnRef idx="1">
              <a:schemeClr val="accent1"/>
            </a:lnRef>
            <a:fillRef idx="0">
              <a:schemeClr val="accent1"/>
            </a:fillRef>
            <a:effectRef idx="0">
              <a:schemeClr val="accent1"/>
            </a:effectRef>
            <a:fontRef idx="minor">
              <a:schemeClr val="tx1"/>
            </a:fontRef>
          </p:style>
        </p:cxnSp>
      </p:grpSp>
      <p:grpSp>
        <p:nvGrpSpPr>
          <p:cNvPr id="5" name="Group 4"/>
          <p:cNvGrpSpPr/>
          <p:nvPr/>
        </p:nvGrpSpPr>
        <p:grpSpPr>
          <a:xfrm>
            <a:off x="630000" y="4946356"/>
            <a:ext cx="11139138" cy="1583097"/>
            <a:chOff x="630000" y="4778188"/>
            <a:chExt cx="11139138" cy="1583097"/>
          </a:xfrm>
        </p:grpSpPr>
        <p:sp>
          <p:nvSpPr>
            <p:cNvPr id="22" name="TextBox 21"/>
            <p:cNvSpPr txBox="1"/>
            <p:nvPr/>
          </p:nvSpPr>
          <p:spPr>
            <a:xfrm>
              <a:off x="1069468" y="5312312"/>
              <a:ext cx="1483828" cy="286284"/>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square" lIns="0" tIns="0" rIns="0" bIns="0" rtlCol="0" anchor="ctr">
              <a:noAutofit/>
            </a:bodyPr>
            <a:lstStyle/>
            <a:p>
              <a:pPr>
                <a:lnSpc>
                  <a:spcPct val="90000"/>
                </a:lnSpc>
                <a:spcAft>
                  <a:spcPts val="600"/>
                </a:spcAft>
              </a:pPr>
              <a:r>
                <a:rPr lang="en-GB" sz="1440" dirty="0">
                  <a:latin typeface="Arial" panose="020B0604020202020204" pitchFamily="34" charset="0"/>
                  <a:cs typeface="Arial" panose="020B0604020202020204" pitchFamily="34" charset="0"/>
                  <a:sym typeface="Arial" panose="020B0604020202020204" pitchFamily="34" charset="0"/>
                </a:rPr>
                <a:t>Data Variables in file available (</a:t>
              </a:r>
              <a:r>
                <a:rPr lang="en-GB" sz="1440" dirty="0" err="1">
                  <a:latin typeface="Arial" panose="020B0604020202020204" pitchFamily="34" charset="0"/>
                  <a:cs typeface="Arial" panose="020B0604020202020204" pitchFamily="34" charset="0"/>
                  <a:sym typeface="Arial" panose="020B0604020202020204" pitchFamily="34" charset="0"/>
                </a:rPr>
                <a:t>restaurant.json</a:t>
              </a:r>
              <a:r>
                <a:rPr lang="en-GB" sz="1440" dirty="0">
                  <a:latin typeface="Arial" panose="020B0604020202020204" pitchFamily="34" charset="0"/>
                  <a:cs typeface="Arial" panose="020B0604020202020204" pitchFamily="34" charset="0"/>
                  <a:sym typeface="Arial" panose="020B0604020202020204" pitchFamily="34" charset="0"/>
                </a:rPr>
                <a:t>)</a:t>
              </a:r>
            </a:p>
          </p:txBody>
        </p:sp>
        <p:sp>
          <p:nvSpPr>
            <p:cNvPr id="23" name="NumberBall"/>
            <p:cNvSpPr>
              <a:spLocks noChangeArrowheads="1"/>
            </p:cNvSpPr>
            <p:nvPr/>
          </p:nvSpPr>
          <p:spPr bwMode="gray">
            <a:xfrm>
              <a:off x="630000" y="4900058"/>
              <a:ext cx="283844" cy="286284"/>
            </a:xfrm>
            <a:prstGeom prst="ellipse">
              <a:avLst/>
            </a:prstGeom>
            <a:solidFill>
              <a:srgbClr val="DC6E00"/>
            </a:solidFill>
            <a:ln w="16073" algn="ctr">
              <a:solidFill>
                <a:srgbClr val="DC6E00"/>
              </a:solidFill>
              <a:round/>
              <a:headEnd/>
              <a:tailEnd/>
            </a:ln>
          </p:spPr>
          <p:txBody>
            <a:bodyPr wrap="none" lIns="0" tIns="0" rIns="0" bIns="0" anchor="ctr"/>
            <a:lstStyle/>
            <a:p>
              <a:pPr algn="ctr">
                <a:defRPr/>
              </a:pPr>
              <a:r>
                <a:rPr lang="en-GB" sz="1350" dirty="0">
                  <a:solidFill>
                    <a:schemeClr val="bg1"/>
                  </a:solidFill>
                  <a:latin typeface="+mj-lt"/>
                  <a:cs typeface="Henderson BCG Sans Light" panose="020B0302030402020204" pitchFamily="34" charset="0"/>
                  <a:sym typeface="Henderson BCG Sans Light" panose="020B0302030402020204" pitchFamily="34" charset="0"/>
                </a:rPr>
                <a:t>3</a:t>
              </a:r>
            </a:p>
          </p:txBody>
        </p:sp>
        <p:sp>
          <p:nvSpPr>
            <p:cNvPr id="24" name="TextBox 23"/>
            <p:cNvSpPr txBox="1"/>
            <p:nvPr/>
          </p:nvSpPr>
          <p:spPr>
            <a:xfrm>
              <a:off x="3585578" y="4778188"/>
              <a:ext cx="8183560" cy="1160372"/>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square" lIns="0" tIns="0" rIns="0" bIns="0" numCol="2" rtlCol="0" anchor="t">
              <a:noAutofit/>
            </a:bodyPr>
            <a:lstStyle/>
            <a:p>
              <a:pPr marL="340200" lvl="1" indent="-226800">
                <a:buClr>
                  <a:srgbClr val="292986">
                    <a:lumMod val="100000"/>
                  </a:srgbClr>
                </a:buClr>
                <a:buSzPct val="100000"/>
                <a:buFont typeface="Arial" panose="020B0604020202020204" pitchFamily="34" charset="0"/>
                <a:buChar char="•"/>
              </a:pP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URL - String</a:t>
              </a:r>
            </a:p>
            <a:p>
              <a:pPr marL="340200" lvl="1" indent="-226800">
                <a:buClr>
                  <a:srgbClr val="292986">
                    <a:lumMod val="100000"/>
                  </a:srgbClr>
                </a:buClr>
                <a:buSzPct val="100000"/>
                <a:buFont typeface="Arial" panose="020B0604020202020204" pitchFamily="34" charset="0"/>
                <a:buChar char="•"/>
              </a:pP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id - String</a:t>
              </a:r>
            </a:p>
            <a:p>
              <a:pPr marL="340200" lvl="1" indent="-226800">
                <a:buClr>
                  <a:srgbClr val="292986">
                    <a:lumMod val="100000"/>
                  </a:srgbClr>
                </a:buClr>
                <a:buSzPct val="100000"/>
                <a:buFont typeface="Arial" panose="020B0604020202020204" pitchFamily="34" charset="0"/>
                <a:buChar char="•"/>
              </a:pP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address - String</a:t>
              </a:r>
            </a:p>
            <a:p>
              <a:pPr marL="340200" lvl="1" indent="-226800">
                <a:buClr>
                  <a:srgbClr val="292986">
                    <a:lumMod val="100000"/>
                  </a:srgbClr>
                </a:buClr>
                <a:buSzPct val="100000"/>
                <a:buFont typeface="Arial" panose="020B0604020202020204" pitchFamily="34" charset="0"/>
                <a:buChar char="•"/>
              </a:pP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address line 2 - String</a:t>
              </a:r>
            </a:p>
            <a:p>
              <a:pPr marL="340200" lvl="1" indent="-226800">
                <a:buClr>
                  <a:srgbClr val="292986">
                    <a:lumMod val="100000"/>
                  </a:srgbClr>
                </a:buClr>
                <a:buSzPct val="100000"/>
                <a:buFont typeface="Arial" panose="020B0604020202020204" pitchFamily="34" charset="0"/>
                <a:buChar char="•"/>
              </a:pP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name - String</a:t>
              </a:r>
            </a:p>
            <a:p>
              <a:pPr marL="340200" lvl="1" indent="-226800">
                <a:buClr>
                  <a:srgbClr val="292986">
                    <a:lumMod val="100000"/>
                  </a:srgbClr>
                </a:buClr>
                <a:buSzPct val="100000"/>
                <a:buFont typeface="Arial" panose="020B0604020202020204" pitchFamily="34" charset="0"/>
                <a:buChar char="•"/>
              </a:pPr>
              <a:r>
                <a:rPr lang="en-US" dirty="0" err="1">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outcode</a:t>
              </a: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 - String</a:t>
              </a:r>
            </a:p>
            <a:p>
              <a:pPr marL="340200" lvl="1" indent="-226800">
                <a:buClr>
                  <a:srgbClr val="292986">
                    <a:lumMod val="100000"/>
                  </a:srgbClr>
                </a:buClr>
                <a:buSzPct val="100000"/>
                <a:buFont typeface="Arial" panose="020B0604020202020204" pitchFamily="34" charset="0"/>
                <a:buChar char="•"/>
              </a:pP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postcode - String</a:t>
              </a:r>
            </a:p>
            <a:p>
              <a:pPr marL="340200" lvl="1" indent="-226800">
                <a:buClr>
                  <a:srgbClr val="292986">
                    <a:lumMod val="100000"/>
                  </a:srgbClr>
                </a:buClr>
                <a:buSzPct val="100000"/>
                <a:buFont typeface="Arial" panose="020B0604020202020204" pitchFamily="34" charset="0"/>
                <a:buChar char="•"/>
              </a:pP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rating - float</a:t>
              </a:r>
            </a:p>
            <a:p>
              <a:pPr marL="340200" lvl="1" indent="-226800">
                <a:buClr>
                  <a:srgbClr val="292986">
                    <a:lumMod val="100000"/>
                  </a:srgbClr>
                </a:buClr>
                <a:buSzPct val="100000"/>
                <a:buFont typeface="Arial" panose="020B0604020202020204" pitchFamily="34" charset="0"/>
                <a:buChar char="•"/>
              </a:pPr>
              <a:r>
                <a:rPr lang="en-US" dirty="0" err="1">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type_of_food</a:t>
              </a:r>
              <a:r>
                <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rPr>
                <a:t> - String</a:t>
              </a:r>
            </a:p>
            <a:p>
              <a:pPr marL="340200" lvl="1" indent="-226800">
                <a:buClr>
                  <a:srgbClr val="292986">
                    <a:lumMod val="100000"/>
                  </a:srgbClr>
                </a:buClr>
                <a:buSzPct val="100000"/>
                <a:buFont typeface="Arial" panose="020B0604020202020204" pitchFamily="34" charset="0"/>
                <a:buChar char="•"/>
              </a:pPr>
              <a:endParaRPr lang="en-US" dirty="0">
                <a:solidFill>
                  <a:srgbClr val="000000">
                    <a:lumMod val="100000"/>
                  </a:srgbClr>
                </a:solidFill>
                <a:latin typeface="Arial" panose="020B0604020202020204" pitchFamily="34" charset="0"/>
                <a:cs typeface="Arial" panose="020B0604020202020204" pitchFamily="34" charset="0"/>
                <a:sym typeface="Arial" panose="020B0604020202020204" pitchFamily="34" charset="0"/>
              </a:endParaRPr>
            </a:p>
          </p:txBody>
        </p:sp>
        <p:cxnSp>
          <p:nvCxnSpPr>
            <p:cNvPr id="29" name="Straight Connector 28"/>
            <p:cNvCxnSpPr/>
            <p:nvPr/>
          </p:nvCxnSpPr>
          <p:spPr>
            <a:xfrm>
              <a:off x="630000" y="6361285"/>
              <a:ext cx="9979527" cy="0"/>
            </a:xfrm>
            <a:prstGeom prst="line">
              <a:avLst/>
            </a:prstGeom>
            <a:ln w="8572">
              <a:solidFill>
                <a:schemeClr val="tx1">
                  <a:lumMod val="60000"/>
                  <a:lumOff val="40000"/>
                </a:schemeClr>
              </a:solidFill>
              <a:prstDash val="dash"/>
              <a:miter lim="800000"/>
              <a:tailEnd type="none" w="med" len="med"/>
            </a:ln>
          </p:spPr>
          <p:style>
            <a:lnRef idx="1">
              <a:schemeClr val="accent1"/>
            </a:lnRef>
            <a:fillRef idx="0">
              <a:schemeClr val="accent1"/>
            </a:fillRef>
            <a:effectRef idx="0">
              <a:schemeClr val="accent1"/>
            </a:effectRef>
            <a:fontRef idx="minor">
              <a:schemeClr val="tx1"/>
            </a:fontRef>
          </p:style>
        </p:cxnSp>
      </p:grpSp>
    </p:spTree>
    <p:custDataLst>
      <p:tags r:id="rId2"/>
    </p:custDataLst>
    <p:extLst>
      <p:ext uri="{BB962C8B-B14F-4D97-AF65-F5344CB8AC3E}">
        <p14:creationId xmlns:p14="http://schemas.microsoft.com/office/powerpoint/2010/main" val="24884418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ext uri="{D42A27DB-BD31-4B8C-83A1-F6EECF244321}">
                <p14:modId xmlns:p14="http://schemas.microsoft.com/office/powerpoint/2010/main" val="14624227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30102" name="think-cell Slide" r:id="rId5" imgW="395" imgH="394" progId="TCLayout.ActiveDocument.1">
                  <p:embed/>
                </p:oleObj>
              </mc:Choice>
              <mc:Fallback>
                <p:oleObj name="think-cell Slide" r:id="rId5" imgW="395" imgH="394"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3"/>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en-US" sz="2400" b="1" dirty="0" err="1">
              <a:solidFill>
                <a:srgbClr val="FFFFFF"/>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p:cNvSpPr>
            <a:spLocks noGrp="1"/>
          </p:cNvSpPr>
          <p:nvPr>
            <p:ph type="title"/>
          </p:nvPr>
        </p:nvSpPr>
        <p:spPr/>
        <p:txBody>
          <a:bodyPr/>
          <a:lstStyle/>
          <a:p>
            <a:r>
              <a:rPr lang="en-US" dirty="0"/>
              <a:t>User Interface Requirement</a:t>
            </a:r>
          </a:p>
        </p:txBody>
      </p:sp>
      <p:sp>
        <p:nvSpPr>
          <p:cNvPr id="5" name="Rectangle 4"/>
          <p:cNvSpPr/>
          <p:nvPr/>
        </p:nvSpPr>
        <p:spPr>
          <a:xfrm>
            <a:off x="1008993" y="1177159"/>
            <a:ext cx="10668000" cy="4981903"/>
          </a:xfrm>
          <a:prstGeom prst="rect">
            <a:avLst/>
          </a:prstGeom>
          <a:no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dirty="0" err="1">
              <a:solidFill>
                <a:srgbClr val="FFFFFF"/>
              </a:solidFill>
            </a:endParaRPr>
          </a:p>
        </p:txBody>
      </p:sp>
      <p:grpSp>
        <p:nvGrpSpPr>
          <p:cNvPr id="8" name="Group 7"/>
          <p:cNvGrpSpPr/>
          <p:nvPr/>
        </p:nvGrpSpPr>
        <p:grpSpPr>
          <a:xfrm>
            <a:off x="1220177" y="1377912"/>
            <a:ext cx="10194055" cy="483476"/>
            <a:chOff x="2207172" y="1902372"/>
            <a:chExt cx="7977352" cy="483476"/>
          </a:xfrm>
        </p:grpSpPr>
        <p:sp>
          <p:nvSpPr>
            <p:cNvPr id="6" name="TextBox 5"/>
            <p:cNvSpPr txBox="1"/>
            <p:nvPr/>
          </p:nvSpPr>
          <p:spPr>
            <a:xfrm>
              <a:off x="2333297" y="1912882"/>
              <a:ext cx="7388773" cy="462455"/>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square" lIns="0" tIns="0" rIns="0" bIns="0" rtlCol="0" anchor="ctr">
              <a:noAutofit/>
            </a:bodyPr>
            <a:lstStyle/>
            <a:p>
              <a:pPr>
                <a:lnSpc>
                  <a:spcPct val="90000"/>
                </a:lnSpc>
                <a:spcAft>
                  <a:spcPts val="600"/>
                </a:spcAft>
              </a:pPr>
              <a:r>
                <a:rPr lang="en-US" sz="1200" dirty="0">
                  <a:latin typeface="Arial" panose="020B0604020202020204" pitchFamily="34" charset="0"/>
                  <a:cs typeface="Arial" panose="020B0604020202020204" pitchFamily="34" charset="0"/>
                  <a:sym typeface="Arial" panose="020B0604020202020204" pitchFamily="34" charset="0"/>
                </a:rPr>
                <a:t>http://localhost:8080? ?query=RG208NJ</a:t>
              </a:r>
            </a:p>
          </p:txBody>
        </p:sp>
        <p:sp>
          <p:nvSpPr>
            <p:cNvPr id="7" name="Rectangle 6"/>
            <p:cNvSpPr/>
            <p:nvPr/>
          </p:nvSpPr>
          <p:spPr>
            <a:xfrm>
              <a:off x="2207172" y="1902372"/>
              <a:ext cx="7977352" cy="483476"/>
            </a:xfrm>
            <a:prstGeom prst="rect">
              <a:avLst/>
            </a:prstGeom>
            <a:no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dirty="0" err="1">
                <a:solidFill>
                  <a:srgbClr val="FFFFFF"/>
                </a:solidFill>
              </a:endParaRPr>
            </a:p>
          </p:txBody>
        </p:sp>
      </p:grpSp>
      <p:grpSp>
        <p:nvGrpSpPr>
          <p:cNvPr id="9" name="Group 8"/>
          <p:cNvGrpSpPr/>
          <p:nvPr/>
        </p:nvGrpSpPr>
        <p:grpSpPr>
          <a:xfrm>
            <a:off x="2565502" y="2679585"/>
            <a:ext cx="6460689" cy="483476"/>
            <a:chOff x="2207172" y="1902372"/>
            <a:chExt cx="7977352" cy="483476"/>
          </a:xfrm>
        </p:grpSpPr>
        <p:sp>
          <p:nvSpPr>
            <p:cNvPr id="10" name="TextBox 9"/>
            <p:cNvSpPr txBox="1"/>
            <p:nvPr/>
          </p:nvSpPr>
          <p:spPr>
            <a:xfrm>
              <a:off x="2333297" y="1912882"/>
              <a:ext cx="7388773" cy="462455"/>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square" lIns="0" tIns="0" rIns="0" bIns="0" rtlCol="0" anchor="ctr">
              <a:noAutofit/>
            </a:bodyPr>
            <a:lstStyle/>
            <a:p>
              <a:pPr>
                <a:lnSpc>
                  <a:spcPct val="90000"/>
                </a:lnSpc>
                <a:spcAft>
                  <a:spcPts val="600"/>
                </a:spcAft>
              </a:pPr>
              <a:r>
                <a:rPr lang="en-US" sz="1200" dirty="0">
                  <a:latin typeface="Arial" panose="020B0604020202020204" pitchFamily="34" charset="0"/>
                  <a:cs typeface="Arial" panose="020B0604020202020204" pitchFamily="34" charset="0"/>
                  <a:sym typeface="Arial" panose="020B0604020202020204" pitchFamily="34" charset="0"/>
                </a:rPr>
                <a:t>RG208NJ</a:t>
              </a:r>
            </a:p>
          </p:txBody>
        </p:sp>
        <p:sp>
          <p:nvSpPr>
            <p:cNvPr id="11" name="Rectangle 10"/>
            <p:cNvSpPr/>
            <p:nvPr/>
          </p:nvSpPr>
          <p:spPr>
            <a:xfrm>
              <a:off x="2207172" y="1902372"/>
              <a:ext cx="7977352" cy="483476"/>
            </a:xfrm>
            <a:prstGeom prst="rect">
              <a:avLst/>
            </a:prstGeom>
            <a:no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dirty="0" err="1">
                <a:solidFill>
                  <a:srgbClr val="FFFFFF"/>
                </a:solidFill>
              </a:endParaRPr>
            </a:p>
          </p:txBody>
        </p:sp>
      </p:grpSp>
      <p:sp>
        <p:nvSpPr>
          <p:cNvPr id="13" name="TextBox 12"/>
          <p:cNvSpPr txBox="1"/>
          <p:nvPr/>
        </p:nvSpPr>
        <p:spPr>
          <a:xfrm>
            <a:off x="1220178" y="3552494"/>
            <a:ext cx="1166647" cy="472967"/>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none" lIns="0" tIns="0" rIns="0" bIns="0" rtlCol="0" anchor="ctr">
            <a:noAutofit/>
          </a:bodyPr>
          <a:lstStyle/>
          <a:p>
            <a:pPr algn="ctr">
              <a:lnSpc>
                <a:spcPct val="90000"/>
              </a:lnSpc>
              <a:spcAft>
                <a:spcPts val="600"/>
              </a:spcAft>
            </a:pPr>
            <a:r>
              <a:rPr lang="en-US" sz="1200" b="1" dirty="0">
                <a:latin typeface="Arial" panose="020B0604020202020204" pitchFamily="34" charset="0"/>
                <a:cs typeface="Arial" panose="020B0604020202020204" pitchFamily="34" charset="0"/>
                <a:sym typeface="Arial" panose="020B0604020202020204" pitchFamily="34" charset="0"/>
              </a:rPr>
              <a:t>Restaurant List</a:t>
            </a:r>
          </a:p>
        </p:txBody>
      </p:sp>
      <p:sp>
        <p:nvSpPr>
          <p:cNvPr id="14" name="TextBox 13"/>
          <p:cNvSpPr txBox="1"/>
          <p:nvPr/>
        </p:nvSpPr>
        <p:spPr>
          <a:xfrm>
            <a:off x="1272731" y="2680899"/>
            <a:ext cx="1166647" cy="472967"/>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none" lIns="0" tIns="0" rIns="0" bIns="0" rtlCol="0" anchor="ctr">
            <a:noAutofit/>
          </a:bodyPr>
          <a:lstStyle/>
          <a:p>
            <a:pPr>
              <a:lnSpc>
                <a:spcPct val="90000"/>
              </a:lnSpc>
              <a:spcAft>
                <a:spcPts val="600"/>
              </a:spcAft>
            </a:pPr>
            <a:r>
              <a:rPr lang="en-US" sz="1200" b="1" dirty="0">
                <a:latin typeface="Arial" panose="020B0604020202020204" pitchFamily="34" charset="0"/>
                <a:cs typeface="Arial" panose="020B0604020202020204" pitchFamily="34" charset="0"/>
                <a:sym typeface="Arial" panose="020B0604020202020204" pitchFamily="34" charset="0"/>
              </a:rPr>
              <a:t>Search </a:t>
            </a:r>
            <a:r>
              <a:rPr lang="en-US" sz="1200" b="1" dirty="0" err="1">
                <a:latin typeface="Arial" panose="020B0604020202020204" pitchFamily="34" charset="0"/>
                <a:cs typeface="Arial" panose="020B0604020202020204" pitchFamily="34" charset="0"/>
                <a:sym typeface="Arial" panose="020B0604020202020204" pitchFamily="34" charset="0"/>
              </a:rPr>
              <a:t>Pincode</a:t>
            </a:r>
            <a:endParaRPr lang="en-US" sz="1200" b="1" dirty="0">
              <a:latin typeface="Arial" panose="020B0604020202020204" pitchFamily="34" charset="0"/>
              <a:cs typeface="Arial" panose="020B0604020202020204" pitchFamily="34" charset="0"/>
              <a:sym typeface="Arial" panose="020B0604020202020204" pitchFamily="34" charset="0"/>
            </a:endParaRPr>
          </a:p>
        </p:txBody>
      </p:sp>
      <p:sp>
        <p:nvSpPr>
          <p:cNvPr id="15" name="Rectangle 14"/>
          <p:cNvSpPr/>
          <p:nvPr/>
        </p:nvSpPr>
        <p:spPr>
          <a:xfrm>
            <a:off x="10353667" y="2680899"/>
            <a:ext cx="1060566" cy="482162"/>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1200" b="1" dirty="0">
                <a:solidFill>
                  <a:srgbClr val="FFFFFF"/>
                </a:solidFill>
              </a:rPr>
              <a:t>Download Results</a:t>
            </a:r>
          </a:p>
        </p:txBody>
      </p:sp>
      <p:sp>
        <p:nvSpPr>
          <p:cNvPr id="16" name="Rectangle 15"/>
          <p:cNvSpPr/>
          <p:nvPr/>
        </p:nvSpPr>
        <p:spPr>
          <a:xfrm>
            <a:off x="2565501" y="3469937"/>
            <a:ext cx="8848731" cy="2457239"/>
          </a:xfrm>
          <a:prstGeom prst="rect">
            <a:avLst/>
          </a:prstGeom>
          <a:no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dirty="0" err="1">
              <a:solidFill>
                <a:srgbClr val="FFFFFF"/>
              </a:solidFill>
            </a:endParaRPr>
          </a:p>
        </p:txBody>
      </p:sp>
      <p:sp>
        <p:nvSpPr>
          <p:cNvPr id="17" name="TextBox 16"/>
          <p:cNvSpPr txBox="1"/>
          <p:nvPr/>
        </p:nvSpPr>
        <p:spPr>
          <a:xfrm>
            <a:off x="2954384" y="3815528"/>
            <a:ext cx="1166647" cy="472967"/>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none" lIns="0" tIns="0" rIns="0" bIns="0" rtlCol="0" anchor="ctr">
            <a:noAutofit/>
          </a:bodyPr>
          <a:lstStyle/>
          <a:p>
            <a:pPr algn="ctr">
              <a:lnSpc>
                <a:spcPct val="90000"/>
              </a:lnSpc>
              <a:spcAft>
                <a:spcPts val="600"/>
              </a:spcAft>
            </a:pPr>
            <a:r>
              <a:rPr lang="en-US" sz="1200" b="1" dirty="0">
                <a:solidFill>
                  <a:srgbClr val="FFFFFF"/>
                </a:solidFill>
                <a:latin typeface="Arial" panose="020B0604020202020204" pitchFamily="34" charset="0"/>
                <a:cs typeface="Arial" panose="020B0604020202020204" pitchFamily="34" charset="0"/>
                <a:sym typeface="Arial" panose="020B0604020202020204" pitchFamily="34" charset="0"/>
              </a:rPr>
              <a:t>Restaurant Name</a:t>
            </a:r>
          </a:p>
          <a:p>
            <a:pPr>
              <a:lnSpc>
                <a:spcPct val="90000"/>
              </a:lnSpc>
              <a:spcAft>
                <a:spcPts val="600"/>
              </a:spcAft>
            </a:pPr>
            <a:r>
              <a:rPr lang="en-US" sz="1200" b="1" dirty="0">
                <a:solidFill>
                  <a:srgbClr val="FFFFFF"/>
                </a:solidFill>
                <a:latin typeface="Arial" panose="020B0604020202020204" pitchFamily="34" charset="0"/>
                <a:cs typeface="Arial" panose="020B0604020202020204" pitchFamily="34" charset="0"/>
                <a:sym typeface="Arial" panose="020B0604020202020204" pitchFamily="34" charset="0"/>
              </a:rPr>
              <a:t>Address</a:t>
            </a:r>
          </a:p>
          <a:p>
            <a:pPr>
              <a:lnSpc>
                <a:spcPct val="90000"/>
              </a:lnSpc>
              <a:spcAft>
                <a:spcPts val="600"/>
              </a:spcAft>
            </a:pPr>
            <a:r>
              <a:rPr lang="en-US" sz="1200" b="1" dirty="0">
                <a:solidFill>
                  <a:srgbClr val="FFFFFF"/>
                </a:solidFill>
                <a:latin typeface="Arial" panose="020B0604020202020204" pitchFamily="34" charset="0"/>
                <a:cs typeface="Arial" panose="020B0604020202020204" pitchFamily="34" charset="0"/>
                <a:sym typeface="Arial" panose="020B0604020202020204" pitchFamily="34" charset="0"/>
              </a:rPr>
              <a:t>Rating</a:t>
            </a:r>
          </a:p>
        </p:txBody>
      </p:sp>
      <p:grpSp>
        <p:nvGrpSpPr>
          <p:cNvPr id="21" name="Group 20"/>
          <p:cNvGrpSpPr/>
          <p:nvPr/>
        </p:nvGrpSpPr>
        <p:grpSpPr>
          <a:xfrm>
            <a:off x="2954384" y="4784282"/>
            <a:ext cx="8197092" cy="880793"/>
            <a:chOff x="2954384" y="4784282"/>
            <a:chExt cx="8197092" cy="880793"/>
          </a:xfrm>
        </p:grpSpPr>
        <p:sp>
          <p:nvSpPr>
            <p:cNvPr id="20" name="Rectangle 19"/>
            <p:cNvSpPr/>
            <p:nvPr/>
          </p:nvSpPr>
          <p:spPr>
            <a:xfrm>
              <a:off x="2954384" y="4784282"/>
              <a:ext cx="8197092" cy="880793"/>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dirty="0" err="1">
                <a:solidFill>
                  <a:srgbClr val="FFFFFF"/>
                </a:solidFill>
              </a:endParaRPr>
            </a:p>
          </p:txBody>
        </p:sp>
        <p:sp>
          <p:nvSpPr>
            <p:cNvPr id="18" name="TextBox 17"/>
            <p:cNvSpPr txBox="1"/>
            <p:nvPr/>
          </p:nvSpPr>
          <p:spPr>
            <a:xfrm>
              <a:off x="3187565" y="4988195"/>
              <a:ext cx="1166647" cy="472967"/>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none" lIns="0" tIns="0" rIns="0" bIns="0" rtlCol="0" anchor="ctr">
              <a:noAutofit/>
            </a:bodyPr>
            <a:lstStyle/>
            <a:p>
              <a:pPr algn="ctr">
                <a:lnSpc>
                  <a:spcPct val="90000"/>
                </a:lnSpc>
                <a:spcAft>
                  <a:spcPts val="600"/>
                </a:spcAft>
              </a:pPr>
              <a:r>
                <a:rPr lang="en-US" sz="1200" b="1" dirty="0">
                  <a:solidFill>
                    <a:srgbClr val="FFFFFF"/>
                  </a:solidFill>
                  <a:latin typeface="Arial" panose="020B0604020202020204" pitchFamily="34" charset="0"/>
                  <a:cs typeface="Arial" panose="020B0604020202020204" pitchFamily="34" charset="0"/>
                  <a:sym typeface="Arial" panose="020B0604020202020204" pitchFamily="34" charset="0"/>
                </a:rPr>
                <a:t>Restaurant Name</a:t>
              </a:r>
            </a:p>
            <a:p>
              <a:pPr>
                <a:lnSpc>
                  <a:spcPct val="90000"/>
                </a:lnSpc>
                <a:spcAft>
                  <a:spcPts val="600"/>
                </a:spcAft>
              </a:pPr>
              <a:r>
                <a:rPr lang="en-US" sz="1200" b="1" dirty="0">
                  <a:solidFill>
                    <a:srgbClr val="FFFFFF"/>
                  </a:solidFill>
                  <a:latin typeface="Arial" panose="020B0604020202020204" pitchFamily="34" charset="0"/>
                  <a:cs typeface="Arial" panose="020B0604020202020204" pitchFamily="34" charset="0"/>
                  <a:sym typeface="Arial" panose="020B0604020202020204" pitchFamily="34" charset="0"/>
                </a:rPr>
                <a:t>Address</a:t>
              </a:r>
            </a:p>
            <a:p>
              <a:pPr>
                <a:lnSpc>
                  <a:spcPct val="90000"/>
                </a:lnSpc>
                <a:spcAft>
                  <a:spcPts val="600"/>
                </a:spcAft>
              </a:pPr>
              <a:r>
                <a:rPr lang="en-US" sz="1200" b="1" dirty="0">
                  <a:solidFill>
                    <a:srgbClr val="FFFFFF"/>
                  </a:solidFill>
                  <a:latin typeface="Arial" panose="020B0604020202020204" pitchFamily="34" charset="0"/>
                  <a:cs typeface="Arial" panose="020B0604020202020204" pitchFamily="34" charset="0"/>
                  <a:sym typeface="Arial" panose="020B0604020202020204" pitchFamily="34" charset="0"/>
                </a:rPr>
                <a:t>Rating</a:t>
              </a:r>
            </a:p>
          </p:txBody>
        </p:sp>
      </p:grpSp>
      <p:grpSp>
        <p:nvGrpSpPr>
          <p:cNvPr id="22" name="Group 21"/>
          <p:cNvGrpSpPr/>
          <p:nvPr/>
        </p:nvGrpSpPr>
        <p:grpSpPr>
          <a:xfrm>
            <a:off x="2938618" y="3717481"/>
            <a:ext cx="8197092" cy="880793"/>
            <a:chOff x="2954384" y="4784282"/>
            <a:chExt cx="8197092" cy="880793"/>
          </a:xfrm>
        </p:grpSpPr>
        <p:sp>
          <p:nvSpPr>
            <p:cNvPr id="23" name="Rectangle 22"/>
            <p:cNvSpPr/>
            <p:nvPr/>
          </p:nvSpPr>
          <p:spPr>
            <a:xfrm>
              <a:off x="2954384" y="4784282"/>
              <a:ext cx="8197092" cy="880793"/>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dirty="0" err="1">
                <a:solidFill>
                  <a:srgbClr val="FFFFFF"/>
                </a:solidFill>
              </a:endParaRPr>
            </a:p>
          </p:txBody>
        </p:sp>
        <p:sp>
          <p:nvSpPr>
            <p:cNvPr id="24" name="TextBox 23"/>
            <p:cNvSpPr txBox="1"/>
            <p:nvPr/>
          </p:nvSpPr>
          <p:spPr>
            <a:xfrm>
              <a:off x="3187565" y="4988195"/>
              <a:ext cx="1166647" cy="472967"/>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none" lIns="0" tIns="0" rIns="0" bIns="0" rtlCol="0" anchor="ctr">
              <a:noAutofit/>
            </a:bodyPr>
            <a:lstStyle/>
            <a:p>
              <a:pPr algn="ctr">
                <a:lnSpc>
                  <a:spcPct val="90000"/>
                </a:lnSpc>
                <a:spcAft>
                  <a:spcPts val="600"/>
                </a:spcAft>
              </a:pPr>
              <a:r>
                <a:rPr lang="en-US" sz="1200" b="1" dirty="0">
                  <a:solidFill>
                    <a:srgbClr val="FFFFFF"/>
                  </a:solidFill>
                  <a:latin typeface="Arial" panose="020B0604020202020204" pitchFamily="34" charset="0"/>
                  <a:cs typeface="Arial" panose="020B0604020202020204" pitchFamily="34" charset="0"/>
                  <a:sym typeface="Arial" panose="020B0604020202020204" pitchFamily="34" charset="0"/>
                </a:rPr>
                <a:t>Restaurant Name</a:t>
              </a:r>
            </a:p>
            <a:p>
              <a:pPr>
                <a:lnSpc>
                  <a:spcPct val="90000"/>
                </a:lnSpc>
                <a:spcAft>
                  <a:spcPts val="600"/>
                </a:spcAft>
              </a:pPr>
              <a:r>
                <a:rPr lang="en-US" sz="1200" b="1" dirty="0">
                  <a:solidFill>
                    <a:srgbClr val="FFFFFF"/>
                  </a:solidFill>
                  <a:latin typeface="Arial" panose="020B0604020202020204" pitchFamily="34" charset="0"/>
                  <a:cs typeface="Arial" panose="020B0604020202020204" pitchFamily="34" charset="0"/>
                  <a:sym typeface="Arial" panose="020B0604020202020204" pitchFamily="34" charset="0"/>
                </a:rPr>
                <a:t>Address</a:t>
              </a:r>
            </a:p>
            <a:p>
              <a:pPr>
                <a:lnSpc>
                  <a:spcPct val="90000"/>
                </a:lnSpc>
                <a:spcAft>
                  <a:spcPts val="600"/>
                </a:spcAft>
              </a:pPr>
              <a:r>
                <a:rPr lang="en-US" sz="1200" b="1" dirty="0">
                  <a:solidFill>
                    <a:srgbClr val="FFFFFF"/>
                  </a:solidFill>
                  <a:latin typeface="Arial" panose="020B0604020202020204" pitchFamily="34" charset="0"/>
                  <a:cs typeface="Arial" panose="020B0604020202020204" pitchFamily="34" charset="0"/>
                  <a:sym typeface="Arial" panose="020B0604020202020204" pitchFamily="34" charset="0"/>
                </a:rPr>
                <a:t>Rating</a:t>
              </a:r>
            </a:p>
          </p:txBody>
        </p:sp>
      </p:grpSp>
      <p:sp>
        <p:nvSpPr>
          <p:cNvPr id="25" name="TextBox 24"/>
          <p:cNvSpPr txBox="1"/>
          <p:nvPr/>
        </p:nvSpPr>
        <p:spPr>
          <a:xfrm>
            <a:off x="4582510" y="1964880"/>
            <a:ext cx="3520966" cy="472967"/>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p:spPr>
        <p:txBody>
          <a:bodyPr wrap="none" lIns="0" tIns="0" rIns="0" bIns="0" rtlCol="0" anchor="ctr">
            <a:noAutofit/>
          </a:bodyPr>
          <a:lstStyle/>
          <a:p>
            <a:pPr algn="ctr">
              <a:lnSpc>
                <a:spcPct val="90000"/>
              </a:lnSpc>
              <a:spcAft>
                <a:spcPts val="600"/>
              </a:spcAft>
            </a:pPr>
            <a:r>
              <a:rPr lang="en-US" sz="1200" b="1" dirty="0">
                <a:latin typeface="Arial" panose="020B0604020202020204" pitchFamily="34" charset="0"/>
                <a:cs typeface="Arial" panose="020B0604020202020204" pitchFamily="34" charset="0"/>
                <a:sym typeface="Arial" panose="020B0604020202020204" pitchFamily="34" charset="0"/>
              </a:rPr>
              <a:t>ABC Restaurant Search Engine</a:t>
            </a:r>
          </a:p>
        </p:txBody>
      </p:sp>
      <p:sp>
        <p:nvSpPr>
          <p:cNvPr id="26" name="Rectangle 25"/>
          <p:cNvSpPr/>
          <p:nvPr/>
        </p:nvSpPr>
        <p:spPr>
          <a:xfrm>
            <a:off x="9162828" y="2695178"/>
            <a:ext cx="1054202" cy="482162"/>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1200" b="1" dirty="0">
                <a:solidFill>
                  <a:srgbClr val="FFFFFF"/>
                </a:solidFill>
              </a:rPr>
              <a:t>Search Results</a:t>
            </a:r>
          </a:p>
        </p:txBody>
      </p:sp>
    </p:spTree>
    <p:extLst>
      <p:ext uri="{BB962C8B-B14F-4D97-AF65-F5344CB8AC3E}">
        <p14:creationId xmlns:p14="http://schemas.microsoft.com/office/powerpoint/2010/main" val="24864011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MASTERWIZARD_MARGINS" val="0"/>
  <p:tag name="EE4P_MASTERWIZARD_DRAFT" val="0"/>
  <p:tag name="EE4P_STYLE_NAME" val="PTTEP Grid 16:9"/>
  <p:tag name="THINKCELLPRESENTATIONDONOTDELETE" val="&lt;?xml version=&quot;1.0&quot; encoding=&quot;UTF-16&quot; standalone=&quot;yes&quot;?&gt;&lt;root reqver=&quot;24162&quot;&gt;&lt;version val=&quot;2704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bNumberIsYear val=&quot;0&quot;/&gt;&lt;m_strFormatTime&gt;%Y&lt;/m_strFormatTime&gt;&lt;m_yearfmt&gt;&lt;begin val=&quot;0&quot;/&gt;&lt;end val=&quot;0&quot;/&gt;&lt;/m_yearfmt&gt;&lt;/m_precDefaultYear&gt;&lt;m_precDefaultQuarter&gt;&lt;m_bNumberIsYear val=&quot;0&quot;/&gt;&lt;m_strFormatTime&gt;Q%5&lt;/m_strFormatTime&gt;&lt;m_yearfmt&gt;&lt;begin val=&quot;0&quot;/&gt;&lt;end val=&quot;4&quot;/&gt;&lt;/m_yearfmt&gt;&lt;/m_precDefaultQuarter&gt;&lt;m_precDefaultMonth&gt;&lt;m_bNumberIsYear val=&quot;0&quot;/&gt;&lt;m_strFormatTime&gt;%1&lt;/m_strFormatTime&gt;&lt;m_yearfmt&gt;&lt;begin val=&quot;0&quot;/&gt;&lt;end val=&quot;4&quot;/&gt;&lt;/m_yearfmt&gt;&lt;/m_precDefaultMonth&gt;&lt;m_precDefaultWeek&gt;&lt;m_bNumberIsYear val=&quot;0&quot;/&gt;&lt;m_strFormatTime&gt;%4&lt;/m_strFormatTime&gt;&lt;m_yearfmt&gt;&lt;begin val=&quot;0&quot;/&gt;&lt;end val=&quot;4&quot;/&gt;&lt;/m_yearfmt&gt;&lt;/m_precDefaultWeek&gt;&lt;m_precDefaultDay&gt;&lt;m_bNumberIsYear val=&quot;0&quot;/&gt;&lt;m_strFormatTime&gt;%#d&lt;/m_strFormatTime&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STYLE_ID" val="39dcc26a-7131-49f4-a9eb-1c0521500c03"/>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0.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8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8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8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8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8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8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0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8.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0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3.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9.xml><?xml version="1.0" encoding="utf-8"?>
<p:tagLst xmlns:a="http://schemas.openxmlformats.org/drawingml/2006/main" xmlns:r="http://schemas.openxmlformats.org/officeDocument/2006/relationships" xmlns:p="http://schemas.openxmlformats.org/presentationml/2006/main">
  <p:tag name="BCG_MODE" val="Documentation"/>
  <p:tag name="BCG_DESIGN" val="Green one third"/>
  <p:tag name="EE4P_LAYOUT_ID" val="D"/>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nyL.m1.jTHuQSL2p78uWJw"/>
</p:tagLst>
</file>

<file path=ppt/tags/tag252.xml><?xml version="1.0" encoding="utf-8"?>
<p:tagLst xmlns:a="http://schemas.openxmlformats.org/drawingml/2006/main" xmlns:r="http://schemas.openxmlformats.org/officeDocument/2006/relationships" xmlns:p="http://schemas.openxmlformats.org/presentationml/2006/main">
  <p:tag name="BCG_MODE" val="Documentation"/>
  <p:tag name="BCG_DESIGN" val="Green one third"/>
  <p:tag name="EE4P_LAYOUT_ID" val="D"/>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nyL.m1.jTHuQSL2p78uWJw"/>
</p:tagLst>
</file>

<file path=ppt/tags/tag255.xml><?xml version="1.0" encoding="utf-8"?>
<p:tagLst xmlns:a="http://schemas.openxmlformats.org/drawingml/2006/main" xmlns:r="http://schemas.openxmlformats.org/officeDocument/2006/relationships" xmlns:p="http://schemas.openxmlformats.org/presentationml/2006/main">
  <p:tag name="BCG_MODE" val="Presentation"/>
  <p:tag name="BCG_DESIGN" val="Section header box"/>
  <p:tag name="EE4P_LAYOUT_ID" val="K"/>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cpDMs4pATO6gFdGxhwKkcA"/>
</p:tagLst>
</file>

<file path=ppt/tags/tag258.xml><?xml version="1.0" encoding="utf-8"?>
<p:tagLst xmlns:a="http://schemas.openxmlformats.org/drawingml/2006/main" xmlns:r="http://schemas.openxmlformats.org/officeDocument/2006/relationships" xmlns:p="http://schemas.openxmlformats.org/presentationml/2006/main">
  <p:tag name="BCG_MODE" val="Presentation"/>
  <p:tag name="BCG_DESIGN" val="Section header box"/>
  <p:tag name="EE4P_LAYOUT_ID" val="K"/>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cpDMs4pATO6gFdGxhwKkcA"/>
</p:tagLst>
</file>

<file path=ppt/tags/tag261.xml><?xml version="1.0" encoding="utf-8"?>
<p:tagLst xmlns:a="http://schemas.openxmlformats.org/drawingml/2006/main" xmlns:r="http://schemas.openxmlformats.org/officeDocument/2006/relationships" xmlns:p="http://schemas.openxmlformats.org/presentationml/2006/main">
  <p:tag name="BCG_MODE" val="Documentation"/>
  <p:tag name="BCG_DESIGN" val="Green half slide"/>
  <p:tag name="EE4P_LAYOUT_ID" val="D"/>
</p:tagLst>
</file>

<file path=ppt/tags/tag262.xml><?xml version="1.0" encoding="utf-8"?>
<p:tagLst xmlns:a="http://schemas.openxmlformats.org/drawingml/2006/main" xmlns:r="http://schemas.openxmlformats.org/officeDocument/2006/relationships" xmlns:p="http://schemas.openxmlformats.org/presentationml/2006/main">
  <p:tag name="BCG_MODE" val="Presentation"/>
  <p:tag name="BCG_DESIGN" val="Section header box"/>
  <p:tag name="EE4P_LAYOUT_ID" val="K"/>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cpDMs4pATO6gFdGxhwKkcA"/>
</p:tagLst>
</file>

<file path=ppt/tags/tag265.xml><?xml version="1.0" encoding="utf-8"?>
<p:tagLst xmlns:a="http://schemas.openxmlformats.org/drawingml/2006/main" xmlns:r="http://schemas.openxmlformats.org/officeDocument/2006/relationships" xmlns:p="http://schemas.openxmlformats.org/presentationml/2006/main">
  <p:tag name="BCG_MODE" val="Documentation"/>
  <p:tag name="BCG_DESIGN" val="Title only"/>
  <p:tag name="EE4P_LAYOUT_ID" val="D"/>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p5UmbaaQQfm5aoYXXMFhXw"/>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bG6uQz_URZO3e_d0jsR6yw"/>
</p:tagLst>
</file>

<file path=ppt/theme/theme1.xml><?xml version="1.0" encoding="utf-8"?>
<a:theme xmlns:a="http://schemas.openxmlformats.org/drawingml/2006/main" name="PTTEP Grid 16:9">
  <a:themeElements>
    <a:clrScheme name="xxxx">
      <a:dk1>
        <a:srgbClr val="000000"/>
      </a:dk1>
      <a:lt1>
        <a:sysClr val="window" lastClr="FFFFFF"/>
      </a:lt1>
      <a:dk2>
        <a:srgbClr val="292986"/>
      </a:dk2>
      <a:lt2>
        <a:srgbClr val="F2F2F2"/>
      </a:lt2>
      <a:accent1>
        <a:srgbClr val="222274"/>
      </a:accent1>
      <a:accent2>
        <a:srgbClr val="18184C"/>
      </a:accent2>
      <a:accent3>
        <a:srgbClr val="FFFF00"/>
      </a:accent3>
      <a:accent4>
        <a:srgbClr val="7575D5"/>
      </a:accent4>
      <a:accent5>
        <a:srgbClr val="6E6F73"/>
      </a:accent5>
      <a:accent6>
        <a:srgbClr val="A5CE37"/>
      </a:accent6>
      <a:hlink>
        <a:srgbClr val="292986"/>
      </a:hlink>
      <a:folHlink>
        <a:srgbClr val="4242C6"/>
      </a:folHlink>
    </a:clrScheme>
    <a:fontScheme name="Custom 1">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cmpd="sng" algn="ctr">
          <a:solidFill>
            <a:schemeClr val="tx2"/>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spcAft>
            <a:spcPts val="1000"/>
          </a:spcAft>
          <a:defRPr sz="120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lumMod val="60000"/>
              <a:lumOff val="40000"/>
            </a:schemeClr>
          </a:solidFill>
          <a:miter lim="800000"/>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9A9A9A"/>
              </a:solidFill>
              <a:prstDash val="solid"/>
              <a:round/>
              <a:headEnd type="none" w="med" len="med"/>
              <a:tailEnd type="none" w="med" len="med"/>
            </a14:hiddenLine>
          </a:ext>
        </a:extLst>
      </a:spPr>
      <a:bodyPr wrap="none" lIns="0" tIns="0" rIns="0" bIns="0" rtlCol="0" anchor="ctr">
        <a:noAutofit/>
      </a:bodyPr>
      <a:lstStyle>
        <a:defPPr algn="ctr">
          <a:lnSpc>
            <a:spcPct val="90000"/>
          </a:lnSpc>
          <a:spcAft>
            <a:spcPts val="600"/>
          </a:spcAft>
          <a:defRPr sz="1200" dirty="0" smtClean="0">
            <a:latin typeface="Arial" panose="020B0604020202020204" pitchFamily="34" charset="0"/>
            <a:cs typeface="Arial" panose="020B0604020202020204" pitchFamily="34" charset="0"/>
            <a:sym typeface="Arial" panose="020B0604020202020204" pitchFamily="34" charset="0"/>
          </a:defRPr>
        </a:defPPr>
      </a:lst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spcAft>
            <a:spcPts val="1000"/>
          </a:spcAft>
          <a:defRPr sz="120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potx" id="{BACA93AB-A3CE-41C6-A55B-C35CF9CEFDFD}" vid="{23B7CEC8-2C99-4261-B38D-2572E8C2F493}"/>
    </a:ext>
  </a:extLst>
</a:theme>
</file>

<file path=ppt/theme/theme3.xml><?xml version="1.0" encoding="utf-8"?>
<a:theme xmlns:a="http://schemas.openxmlformats.org/drawingml/2006/main" name="1_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spcAft>
            <a:spcPts val="1000"/>
          </a:spcAft>
          <a:defRPr sz="120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4.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656</TotalTime>
  <Words>623</Words>
  <Application>Microsoft Office PowerPoint</Application>
  <PresentationFormat>Widescreen</PresentationFormat>
  <Paragraphs>111</Paragraphs>
  <Slides>14</Slides>
  <Notes>8</Notes>
  <HiddenSlides>0</HiddenSlides>
  <MMClips>0</MMClips>
  <ScaleCrop>false</ScaleCrop>
  <HeadingPairs>
    <vt:vector size="10" baseType="variant">
      <vt:variant>
        <vt:lpstr>Fonts Used</vt:lpstr>
      </vt:variant>
      <vt:variant>
        <vt:i4>3</vt:i4>
      </vt:variant>
      <vt:variant>
        <vt:lpstr>Theme</vt:lpstr>
      </vt:variant>
      <vt:variant>
        <vt:i4>3</vt:i4>
      </vt:variant>
      <vt:variant>
        <vt:lpstr>Embedded OLE Servers</vt:lpstr>
      </vt:variant>
      <vt:variant>
        <vt:i4>1</vt:i4>
      </vt:variant>
      <vt:variant>
        <vt:lpstr>Slide Titles</vt:lpstr>
      </vt:variant>
      <vt:variant>
        <vt:i4>14</vt:i4>
      </vt:variant>
      <vt:variant>
        <vt:lpstr>Custom Shows</vt:lpstr>
      </vt:variant>
      <vt:variant>
        <vt:i4>1</vt:i4>
      </vt:variant>
    </vt:vector>
  </HeadingPairs>
  <TitlesOfParts>
    <vt:vector size="22" baseType="lpstr">
      <vt:lpstr>Arial</vt:lpstr>
      <vt:lpstr>Henderson BCG Sans Light</vt:lpstr>
      <vt:lpstr>Trebuchet MS</vt:lpstr>
      <vt:lpstr>PTTEP Grid 16:9</vt:lpstr>
      <vt:lpstr>BCG Grid 16:9</vt:lpstr>
      <vt:lpstr>1_BCG Grid 16:9</vt:lpstr>
      <vt:lpstr>think-cell Slide</vt:lpstr>
      <vt:lpstr>PowerPoint Presentation</vt:lpstr>
      <vt:lpstr>Guidelines for the test (I/II)</vt:lpstr>
      <vt:lpstr>Guidelines for the test (II/II)</vt:lpstr>
      <vt:lpstr>Set up your github</vt:lpstr>
      <vt:lpstr>How to Create your repository</vt:lpstr>
      <vt:lpstr>Create your Milestone</vt:lpstr>
      <vt:lpstr>Create Issue for each milestone</vt:lpstr>
      <vt:lpstr>Make sure you assign your issue with the right Milestone</vt:lpstr>
      <vt:lpstr>Adding all project template into your repository</vt:lpstr>
      <vt:lpstr>Options Available</vt:lpstr>
      <vt:lpstr>PowerPoint Presentation</vt:lpstr>
      <vt:lpstr>Test Details</vt:lpstr>
      <vt:lpstr>Details to be conducted</vt:lpstr>
      <vt:lpstr>User Interface Requirement</vt:lpstr>
      <vt:lpstr>Format Guide Workshop</vt:lpstr>
    </vt:vector>
  </TitlesOfParts>
  <Manager/>
  <Company>Efficient Elements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The Boston Consulting Group</dc:subject>
  <dc:creator>wildfire.login</dc:creator>
  <cp:keywords/>
  <dc:description/>
  <cp:lastModifiedBy>Sittapong Settapat</cp:lastModifiedBy>
  <cp:revision>1188</cp:revision>
  <cp:lastPrinted>1999-12-31T17:00:00Z</cp:lastPrinted>
  <dcterms:created xsi:type="dcterms:W3CDTF">2019-01-24T16:41:19Z</dcterms:created>
  <dcterms:modified xsi:type="dcterms:W3CDTF">2019-03-23T15:56:54Z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Template Name">
    <vt:lpwstr>16x9</vt:lpwstr>
  </property>
  <property fmtid="{D5CDD505-2E9C-101B-9397-08002B2CF9AE}" pid="4" name="_NewReviewCycle">
    <vt:lpwstr/>
  </property>
</Properties>
</file>